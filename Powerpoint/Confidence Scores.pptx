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Lst>
  <p:notesMasterIdLst>
    <p:notesMasterId r:id="rId78"/>
  </p:notesMasterIdLst>
  <p:sldIdLst>
    <p:sldId id="256" r:id="rId3"/>
    <p:sldId id="330" r:id="rId4"/>
    <p:sldId id="258" r:id="rId5"/>
    <p:sldId id="259" r:id="rId6"/>
    <p:sldId id="308" r:id="rId7"/>
    <p:sldId id="309" r:id="rId8"/>
    <p:sldId id="310" r:id="rId9"/>
    <p:sldId id="311" r:id="rId10"/>
    <p:sldId id="312" r:id="rId11"/>
    <p:sldId id="314" r:id="rId12"/>
    <p:sldId id="315" r:id="rId13"/>
    <p:sldId id="316" r:id="rId14"/>
    <p:sldId id="342" r:id="rId15"/>
    <p:sldId id="343" r:id="rId16"/>
    <p:sldId id="341" r:id="rId17"/>
    <p:sldId id="319" r:id="rId18"/>
    <p:sldId id="332" r:id="rId19"/>
    <p:sldId id="334" r:id="rId20"/>
    <p:sldId id="335" r:id="rId21"/>
    <p:sldId id="336" r:id="rId22"/>
    <p:sldId id="337" r:id="rId23"/>
    <p:sldId id="338" r:id="rId24"/>
    <p:sldId id="339" r:id="rId25"/>
    <p:sldId id="340" r:id="rId26"/>
    <p:sldId id="323" r:id="rId27"/>
    <p:sldId id="329" r:id="rId28"/>
    <p:sldId id="325" r:id="rId29"/>
    <p:sldId id="324" r:id="rId30"/>
    <p:sldId id="260" r:id="rId31"/>
    <p:sldId id="261" r:id="rId32"/>
    <p:sldId id="262" r:id="rId33"/>
    <p:sldId id="263" r:id="rId34"/>
    <p:sldId id="264" r:id="rId35"/>
    <p:sldId id="265" r:id="rId36"/>
    <p:sldId id="266" r:id="rId37"/>
    <p:sldId id="267" r:id="rId38"/>
    <p:sldId id="268" r:id="rId39"/>
    <p:sldId id="269" r:id="rId40"/>
    <p:sldId id="270" r:id="rId41"/>
    <p:sldId id="271" r:id="rId42"/>
    <p:sldId id="272" r:id="rId43"/>
    <p:sldId id="273" r:id="rId44"/>
    <p:sldId id="274" r:id="rId45"/>
    <p:sldId id="275" r:id="rId46"/>
    <p:sldId id="276" r:id="rId47"/>
    <p:sldId id="277" r:id="rId48"/>
    <p:sldId id="278" r:id="rId49"/>
    <p:sldId id="279" r:id="rId50"/>
    <p:sldId id="280" r:id="rId51"/>
    <p:sldId id="281" r:id="rId52"/>
    <p:sldId id="282" r:id="rId53"/>
    <p:sldId id="283" r:id="rId54"/>
    <p:sldId id="284" r:id="rId55"/>
    <p:sldId id="285" r:id="rId56"/>
    <p:sldId id="286" r:id="rId57"/>
    <p:sldId id="287" r:id="rId58"/>
    <p:sldId id="288" r:id="rId59"/>
    <p:sldId id="289" r:id="rId60"/>
    <p:sldId id="290" r:id="rId61"/>
    <p:sldId id="291" r:id="rId62"/>
    <p:sldId id="292" r:id="rId63"/>
    <p:sldId id="293" r:id="rId64"/>
    <p:sldId id="294" r:id="rId65"/>
    <p:sldId id="295" r:id="rId66"/>
    <p:sldId id="296" r:id="rId67"/>
    <p:sldId id="297" r:id="rId68"/>
    <p:sldId id="298" r:id="rId69"/>
    <p:sldId id="299" r:id="rId70"/>
    <p:sldId id="300" r:id="rId71"/>
    <p:sldId id="301" r:id="rId72"/>
    <p:sldId id="302" r:id="rId73"/>
    <p:sldId id="303" r:id="rId74"/>
    <p:sldId id="304" r:id="rId75"/>
    <p:sldId id="305" r:id="rId76"/>
    <p:sldId id="306" r:id="rId77"/>
  </p:sldIdLst>
  <p:sldSz cx="9144000" cy="5143500" type="screen16x9"/>
  <p:notesSz cx="6858000" cy="9144000"/>
  <p:embeddedFontLst>
    <p:embeddedFont>
      <p:font typeface="Amatic SC" panose="00000500000000000000" pitchFamily="2" charset="-79"/>
      <p:regular r:id="rId79"/>
      <p:bold r:id="rId80"/>
    </p:embeddedFont>
    <p:embeddedFont>
      <p:font typeface="Consolas" panose="020B0609020204030204" pitchFamily="49" charset="0"/>
      <p:regular r:id="rId81"/>
      <p:bold r:id="rId82"/>
      <p:italic r:id="rId83"/>
      <p:boldItalic r:id="rId84"/>
    </p:embeddedFont>
    <p:embeddedFont>
      <p:font typeface="Lato" panose="020F0502020204030203" pitchFamily="34" charset="0"/>
      <p:regular r:id="rId85"/>
      <p:bold r:id="rId86"/>
      <p:italic r:id="rId87"/>
      <p:boldItalic r:id="rId88"/>
    </p:embeddedFont>
    <p:embeddedFont>
      <p:font typeface="Open Sans" panose="020B0606030504020204" pitchFamily="34" charset="0"/>
      <p:regular r:id="rId89"/>
      <p:bold r:id="rId90"/>
      <p:italic r:id="rId91"/>
      <p:boldItalic r:id="rId92"/>
    </p:embeddedFont>
    <p:embeddedFont>
      <p:font typeface="Proxima Nova" panose="020B0604020202020204" charset="0"/>
      <p:regular r:id="rId93"/>
      <p:bold r:id="rId94"/>
      <p:italic r:id="rId95"/>
      <p:boldItalic r:id="rId96"/>
    </p:embeddedFont>
    <p:embeddedFont>
      <p:font typeface="Proxima Nova Semibold" panose="020B0604020202020204" charset="0"/>
      <p:regular r:id="rId97"/>
      <p:bold r:id="rId98"/>
      <p:boldItalic r:id="rId99"/>
    </p:embeddedFont>
    <p:embeddedFont>
      <p:font typeface="Roboto Medium" panose="02000000000000000000" pitchFamily="2" charset="0"/>
      <p:regular r:id="rId100"/>
      <p:bold r:id="rId101"/>
      <p:italic r:id="rId102"/>
      <p:boldItalic r:id="rId103"/>
    </p:embeddedFont>
    <p:embeddedFont>
      <p:font typeface="Sora" pitchFamily="2" charset="0"/>
      <p:regular r:id="rId104"/>
      <p:bold r:id="rId10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FC9E"/>
    <a:srgbClr val="FF8F8F"/>
    <a:srgbClr val="BAC8D3"/>
    <a:srgbClr val="D9EAD3"/>
    <a:srgbClr val="134F5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67CD55D-D7E3-497B-A4DD-779DD35D2360}">
  <a:tblStyle styleId="{567CD55D-D7E3-497B-A4DD-779DD35D23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5758FB7-9AC5-4552-8A53-C91805E547FA}" styleName="Designformatvorlage 1 - Akz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25" d="100"/>
          <a:sy n="125" d="100"/>
        </p:scale>
        <p:origin x="474" y="61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font" Target="fonts/font6.fntdata"/><Relationship Id="rId89" Type="http://schemas.openxmlformats.org/officeDocument/2006/relationships/font" Target="fonts/font11.fntdata"/><Relationship Id="rId16" Type="http://schemas.openxmlformats.org/officeDocument/2006/relationships/slide" Target="slides/slide14.xml"/><Relationship Id="rId107" Type="http://schemas.openxmlformats.org/officeDocument/2006/relationships/viewProps" Target="viewProps.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font" Target="fonts/font1.fntdata"/><Relationship Id="rId102" Type="http://schemas.openxmlformats.org/officeDocument/2006/relationships/font" Target="fonts/font24.fntdata"/><Relationship Id="rId5" Type="http://schemas.openxmlformats.org/officeDocument/2006/relationships/slide" Target="slides/slide3.xml"/><Relationship Id="rId90" Type="http://schemas.openxmlformats.org/officeDocument/2006/relationships/font" Target="fonts/font12.fntdata"/><Relationship Id="rId95" Type="http://schemas.openxmlformats.org/officeDocument/2006/relationships/font" Target="fonts/font17.fntdata"/><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font" Target="fonts/font2.fntdata"/><Relationship Id="rId85" Type="http://schemas.openxmlformats.org/officeDocument/2006/relationships/font" Target="fonts/font7.fntdata"/><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font" Target="fonts/font25.fntdata"/><Relationship Id="rId108" Type="http://schemas.openxmlformats.org/officeDocument/2006/relationships/theme" Target="theme/theme1.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font" Target="fonts/font13.fntdata"/><Relationship Id="rId96" Type="http://schemas.openxmlformats.org/officeDocument/2006/relationships/font" Target="fonts/font18.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6" Type="http://schemas.openxmlformats.org/officeDocument/2006/relationships/presProps" Target="pres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notesMaster" Target="notesMasters/notesMaster1.xml"/><Relationship Id="rId81" Type="http://schemas.openxmlformats.org/officeDocument/2006/relationships/font" Target="fonts/font3.fntdata"/><Relationship Id="rId86" Type="http://schemas.openxmlformats.org/officeDocument/2006/relationships/font" Target="fonts/font8.fntdata"/><Relationship Id="rId94" Type="http://schemas.openxmlformats.org/officeDocument/2006/relationships/font" Target="fonts/font16.fntdata"/><Relationship Id="rId99" Type="http://schemas.openxmlformats.org/officeDocument/2006/relationships/font" Target="fonts/font21.fntdata"/><Relationship Id="rId101" Type="http://schemas.openxmlformats.org/officeDocument/2006/relationships/font" Target="fonts/font23.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tableStyles" Target="tableStyles.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font" Target="fonts/font19.fntdata"/><Relationship Id="rId104" Type="http://schemas.openxmlformats.org/officeDocument/2006/relationships/font" Target="fonts/font26.fntdata"/><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font" Target="fonts/font14.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font" Target="fonts/font9.fntdata"/><Relationship Id="rId61" Type="http://schemas.openxmlformats.org/officeDocument/2006/relationships/slide" Target="slides/slide59.xml"/><Relationship Id="rId82" Type="http://schemas.openxmlformats.org/officeDocument/2006/relationships/font" Target="fonts/font4.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font" Target="fonts/font22.fntdata"/><Relationship Id="rId105" Type="http://schemas.openxmlformats.org/officeDocument/2006/relationships/font" Target="fonts/font27.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font" Target="fonts/font15.fntdata"/><Relationship Id="rId98" Type="http://schemas.openxmlformats.org/officeDocument/2006/relationships/font" Target="fonts/font20.fntdata"/><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font" Target="fonts/font5.fntdata"/><Relationship Id="rId88"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d1bf8d60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d1bf8d60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a:extLst>
            <a:ext uri="{FF2B5EF4-FFF2-40B4-BE49-F238E27FC236}">
              <a16:creationId xmlns:a16="http://schemas.microsoft.com/office/drawing/2014/main" id="{647C709F-C798-5EB3-17E8-4F6707559B12}"/>
            </a:ext>
          </a:extLst>
        </p:cNvPr>
        <p:cNvGrpSpPr/>
        <p:nvPr/>
      </p:nvGrpSpPr>
      <p:grpSpPr>
        <a:xfrm>
          <a:off x="0" y="0"/>
          <a:ext cx="0" cy="0"/>
          <a:chOff x="0" y="0"/>
          <a:chExt cx="0" cy="0"/>
        </a:xfrm>
      </p:grpSpPr>
      <p:sp>
        <p:nvSpPr>
          <p:cNvPr id="805" name="Google Shape;805;gd1bf8d60a4_0_26:notes">
            <a:extLst>
              <a:ext uri="{FF2B5EF4-FFF2-40B4-BE49-F238E27FC236}">
                <a16:creationId xmlns:a16="http://schemas.microsoft.com/office/drawing/2014/main" id="{28F3DC81-E5FC-9462-CE6D-D22AEDF6A3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d1bf8d60a4_0_26:notes">
            <a:extLst>
              <a:ext uri="{FF2B5EF4-FFF2-40B4-BE49-F238E27FC236}">
                <a16:creationId xmlns:a16="http://schemas.microsoft.com/office/drawing/2014/main" id="{597AACEE-9A82-E5F8-53A2-A1A4A8744D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395403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d1bf8d60a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d1bf8d60a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20f41e1924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a:extLst>
            <a:ext uri="{FF2B5EF4-FFF2-40B4-BE49-F238E27FC236}">
              <a16:creationId xmlns:a16="http://schemas.microsoft.com/office/drawing/2014/main" id="{3E9CFCF8-AE9B-19E9-ADA8-C52102637010}"/>
            </a:ext>
          </a:extLst>
        </p:cNvPr>
        <p:cNvGrpSpPr/>
        <p:nvPr/>
      </p:nvGrpSpPr>
      <p:grpSpPr>
        <a:xfrm>
          <a:off x="0" y="0"/>
          <a:ext cx="0" cy="0"/>
          <a:chOff x="0" y="0"/>
          <a:chExt cx="0" cy="0"/>
        </a:xfrm>
      </p:grpSpPr>
      <p:sp>
        <p:nvSpPr>
          <p:cNvPr id="627" name="Google Shape;627;gd1bf8d60a4_0_40:notes">
            <a:extLst>
              <a:ext uri="{FF2B5EF4-FFF2-40B4-BE49-F238E27FC236}">
                <a16:creationId xmlns:a16="http://schemas.microsoft.com/office/drawing/2014/main" id="{269EE39C-616A-59A9-04A9-C3FF3624C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a:extLst>
              <a:ext uri="{FF2B5EF4-FFF2-40B4-BE49-F238E27FC236}">
                <a16:creationId xmlns:a16="http://schemas.microsoft.com/office/drawing/2014/main" id="{6C6EF7D2-9277-A31E-58A2-1635E69E14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28060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a:extLst>
            <a:ext uri="{FF2B5EF4-FFF2-40B4-BE49-F238E27FC236}">
              <a16:creationId xmlns:a16="http://schemas.microsoft.com/office/drawing/2014/main" id="{C80F3BF4-1872-4978-ABFE-600218EEF316}"/>
            </a:ext>
          </a:extLst>
        </p:cNvPr>
        <p:cNvGrpSpPr/>
        <p:nvPr/>
      </p:nvGrpSpPr>
      <p:grpSpPr>
        <a:xfrm>
          <a:off x="0" y="0"/>
          <a:ext cx="0" cy="0"/>
          <a:chOff x="0" y="0"/>
          <a:chExt cx="0" cy="0"/>
        </a:xfrm>
      </p:grpSpPr>
      <p:sp>
        <p:nvSpPr>
          <p:cNvPr id="528" name="Google Shape;528;g12fc2de9d97_0_14:notes">
            <a:extLst>
              <a:ext uri="{FF2B5EF4-FFF2-40B4-BE49-F238E27FC236}">
                <a16:creationId xmlns:a16="http://schemas.microsoft.com/office/drawing/2014/main" id="{60727F25-8BA0-8BF6-69D8-F47992C5F1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a:extLst>
              <a:ext uri="{FF2B5EF4-FFF2-40B4-BE49-F238E27FC236}">
                <a16:creationId xmlns:a16="http://schemas.microsoft.com/office/drawing/2014/main" id="{CE94A054-ED53-DA89-3FA5-331C09FB71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131859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277A37D6-F18F-DA22-B22A-C8C0288DF9BF}"/>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1E228A0A-195B-E78D-A010-2FF181AAC4E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0EECA4D6-977C-2DFB-9913-F59AA9B493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62072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a:extLst>
            <a:ext uri="{FF2B5EF4-FFF2-40B4-BE49-F238E27FC236}">
              <a16:creationId xmlns:a16="http://schemas.microsoft.com/office/drawing/2014/main" id="{7B298B63-93C2-2C4F-5837-176FB9F180B8}"/>
            </a:ext>
          </a:extLst>
        </p:cNvPr>
        <p:cNvGrpSpPr/>
        <p:nvPr/>
      </p:nvGrpSpPr>
      <p:grpSpPr>
        <a:xfrm>
          <a:off x="0" y="0"/>
          <a:ext cx="0" cy="0"/>
          <a:chOff x="0" y="0"/>
          <a:chExt cx="0" cy="0"/>
        </a:xfrm>
      </p:grpSpPr>
      <p:sp>
        <p:nvSpPr>
          <p:cNvPr id="926" name="Google Shape;926;gd1bf8d60a4_0_171:notes">
            <a:extLst>
              <a:ext uri="{FF2B5EF4-FFF2-40B4-BE49-F238E27FC236}">
                <a16:creationId xmlns:a16="http://schemas.microsoft.com/office/drawing/2014/main" id="{B9E503A4-147B-1750-05BA-8023F6EC61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d1bf8d60a4_0_171:notes">
            <a:extLst>
              <a:ext uri="{FF2B5EF4-FFF2-40B4-BE49-F238E27FC236}">
                <a16:creationId xmlns:a16="http://schemas.microsoft.com/office/drawing/2014/main" id="{4C0E6B39-19C9-DAE0-A246-F5D6785940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064471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a:extLst>
            <a:ext uri="{FF2B5EF4-FFF2-40B4-BE49-F238E27FC236}">
              <a16:creationId xmlns:a16="http://schemas.microsoft.com/office/drawing/2014/main" id="{514E44AA-87B4-53D8-6D68-23CE5023E684}"/>
            </a:ext>
          </a:extLst>
        </p:cNvPr>
        <p:cNvGrpSpPr/>
        <p:nvPr/>
      </p:nvGrpSpPr>
      <p:grpSpPr>
        <a:xfrm>
          <a:off x="0" y="0"/>
          <a:ext cx="0" cy="0"/>
          <a:chOff x="0" y="0"/>
          <a:chExt cx="0" cy="0"/>
        </a:xfrm>
      </p:grpSpPr>
      <p:sp>
        <p:nvSpPr>
          <p:cNvPr id="521" name="Google Shape;521;g20f41e19245_0_19:notes">
            <a:extLst>
              <a:ext uri="{FF2B5EF4-FFF2-40B4-BE49-F238E27FC236}">
                <a16:creationId xmlns:a16="http://schemas.microsoft.com/office/drawing/2014/main" id="{191C99A3-6AC6-F3DD-8A23-3F425A088C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0f41e19245_0_19:notes">
            <a:extLst>
              <a:ext uri="{FF2B5EF4-FFF2-40B4-BE49-F238E27FC236}">
                <a16:creationId xmlns:a16="http://schemas.microsoft.com/office/drawing/2014/main" id="{69498861-F5CA-D581-5EF2-538DE8F3F2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9432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a:extLst>
            <a:ext uri="{FF2B5EF4-FFF2-40B4-BE49-F238E27FC236}">
              <a16:creationId xmlns:a16="http://schemas.microsoft.com/office/drawing/2014/main" id="{4CF99D16-025B-8F43-9BAC-386CC35885B1}"/>
            </a:ext>
          </a:extLst>
        </p:cNvPr>
        <p:cNvGrpSpPr/>
        <p:nvPr/>
      </p:nvGrpSpPr>
      <p:grpSpPr>
        <a:xfrm>
          <a:off x="0" y="0"/>
          <a:ext cx="0" cy="0"/>
          <a:chOff x="0" y="0"/>
          <a:chExt cx="0" cy="0"/>
        </a:xfrm>
      </p:grpSpPr>
      <p:sp>
        <p:nvSpPr>
          <p:cNvPr id="528" name="Google Shape;528;g12fc2de9d97_0_14:notes">
            <a:extLst>
              <a:ext uri="{FF2B5EF4-FFF2-40B4-BE49-F238E27FC236}">
                <a16:creationId xmlns:a16="http://schemas.microsoft.com/office/drawing/2014/main" id="{D570DAFF-B657-6A92-3726-64FDF28F4E7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a:extLst>
              <a:ext uri="{FF2B5EF4-FFF2-40B4-BE49-F238E27FC236}">
                <a16:creationId xmlns:a16="http://schemas.microsoft.com/office/drawing/2014/main" id="{4C27E55E-333F-2E37-8846-3C4528C724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73509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0C1BBE60-DB92-BBFD-3E89-8FD6380A9993}"/>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A3DB4C24-3BD6-3300-87B7-2DB5CA46BB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02377BA2-C7CE-CD23-B0B7-E2A548D198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3147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
          <a:extLst>
            <a:ext uri="{FF2B5EF4-FFF2-40B4-BE49-F238E27FC236}">
              <a16:creationId xmlns:a16="http://schemas.microsoft.com/office/drawing/2014/main" id="{80F3CBC8-B3B9-9B0E-4A6C-E902A6C9C178}"/>
            </a:ext>
          </a:extLst>
        </p:cNvPr>
        <p:cNvGrpSpPr/>
        <p:nvPr/>
      </p:nvGrpSpPr>
      <p:grpSpPr>
        <a:xfrm>
          <a:off x="0" y="0"/>
          <a:ext cx="0" cy="0"/>
          <a:chOff x="0" y="0"/>
          <a:chExt cx="0" cy="0"/>
        </a:xfrm>
      </p:grpSpPr>
      <p:sp>
        <p:nvSpPr>
          <p:cNvPr id="972" name="Google Shape;972;gd1bf8d60a4_0_190:notes">
            <a:extLst>
              <a:ext uri="{FF2B5EF4-FFF2-40B4-BE49-F238E27FC236}">
                <a16:creationId xmlns:a16="http://schemas.microsoft.com/office/drawing/2014/main" id="{263570D2-B377-1722-DB1A-A09C58D8E1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3" name="Google Shape;973;gd1bf8d60a4_0_190:notes">
            <a:extLst>
              <a:ext uri="{FF2B5EF4-FFF2-40B4-BE49-F238E27FC236}">
                <a16:creationId xmlns:a16="http://schemas.microsoft.com/office/drawing/2014/main" id="{9881C6C4-EF2C-5734-7900-05446A774A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62417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49A30041-774C-453A-8388-B116145A085C}"/>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B2292707-037D-6563-2123-B604BCFD29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988C250A-5CFC-545B-409A-C57023BF5F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00171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a:extLst>
            <a:ext uri="{FF2B5EF4-FFF2-40B4-BE49-F238E27FC236}">
              <a16:creationId xmlns:a16="http://schemas.microsoft.com/office/drawing/2014/main" id="{53C2FC31-9FB2-79C9-5081-4E3C7E7179E5}"/>
            </a:ext>
          </a:extLst>
        </p:cNvPr>
        <p:cNvGrpSpPr/>
        <p:nvPr/>
      </p:nvGrpSpPr>
      <p:grpSpPr>
        <a:xfrm>
          <a:off x="0" y="0"/>
          <a:ext cx="0" cy="0"/>
          <a:chOff x="0" y="0"/>
          <a:chExt cx="0" cy="0"/>
        </a:xfrm>
      </p:grpSpPr>
      <p:sp>
        <p:nvSpPr>
          <p:cNvPr id="1129" name="Google Shape;1129;g20f41e19245_0_622:notes">
            <a:extLst>
              <a:ext uri="{FF2B5EF4-FFF2-40B4-BE49-F238E27FC236}">
                <a16:creationId xmlns:a16="http://schemas.microsoft.com/office/drawing/2014/main" id="{838EFC96-863C-1A38-B53D-94E0368C91E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a:extLst>
              <a:ext uri="{FF2B5EF4-FFF2-40B4-BE49-F238E27FC236}">
                <a16:creationId xmlns:a16="http://schemas.microsoft.com/office/drawing/2014/main" id="{38DEF9A4-5598-88D3-358D-388A0080E1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0484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a:extLst>
            <a:ext uri="{FF2B5EF4-FFF2-40B4-BE49-F238E27FC236}">
              <a16:creationId xmlns:a16="http://schemas.microsoft.com/office/drawing/2014/main" id="{9A757E11-2898-3717-8B95-1277B2A9A12C}"/>
            </a:ext>
          </a:extLst>
        </p:cNvPr>
        <p:cNvGrpSpPr/>
        <p:nvPr/>
      </p:nvGrpSpPr>
      <p:grpSpPr>
        <a:xfrm>
          <a:off x="0" y="0"/>
          <a:ext cx="0" cy="0"/>
          <a:chOff x="0" y="0"/>
          <a:chExt cx="0" cy="0"/>
        </a:xfrm>
      </p:grpSpPr>
      <p:sp>
        <p:nvSpPr>
          <p:cNvPr id="1129" name="Google Shape;1129;g20f41e19245_0_622:notes">
            <a:extLst>
              <a:ext uri="{FF2B5EF4-FFF2-40B4-BE49-F238E27FC236}">
                <a16:creationId xmlns:a16="http://schemas.microsoft.com/office/drawing/2014/main" id="{1DFFC7C1-90EB-3DA5-5C6C-11504F62C0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a:extLst>
              <a:ext uri="{FF2B5EF4-FFF2-40B4-BE49-F238E27FC236}">
                <a16:creationId xmlns:a16="http://schemas.microsoft.com/office/drawing/2014/main" id="{632F86CA-3D22-C446-8723-F6EDB6AF6A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50495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a:extLst>
            <a:ext uri="{FF2B5EF4-FFF2-40B4-BE49-F238E27FC236}">
              <a16:creationId xmlns:a16="http://schemas.microsoft.com/office/drawing/2014/main" id="{8D255559-0D46-811C-10B8-F2816F68E9A0}"/>
            </a:ext>
          </a:extLst>
        </p:cNvPr>
        <p:cNvGrpSpPr/>
        <p:nvPr/>
      </p:nvGrpSpPr>
      <p:grpSpPr>
        <a:xfrm>
          <a:off x="0" y="0"/>
          <a:ext cx="0" cy="0"/>
          <a:chOff x="0" y="0"/>
          <a:chExt cx="0" cy="0"/>
        </a:xfrm>
      </p:grpSpPr>
      <p:sp>
        <p:nvSpPr>
          <p:cNvPr id="1129" name="Google Shape;1129;g20f41e19245_0_622:notes">
            <a:extLst>
              <a:ext uri="{FF2B5EF4-FFF2-40B4-BE49-F238E27FC236}">
                <a16:creationId xmlns:a16="http://schemas.microsoft.com/office/drawing/2014/main" id="{32F247FB-F5EF-A9C6-D722-8FE7BFCCA4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a:extLst>
              <a:ext uri="{FF2B5EF4-FFF2-40B4-BE49-F238E27FC236}">
                <a16:creationId xmlns:a16="http://schemas.microsoft.com/office/drawing/2014/main" id="{FDC05E96-B123-787E-A30B-599538BC77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49752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a:extLst>
            <a:ext uri="{FF2B5EF4-FFF2-40B4-BE49-F238E27FC236}">
              <a16:creationId xmlns:a16="http://schemas.microsoft.com/office/drawing/2014/main" id="{2CAF56BB-39CA-4C99-408D-73D5192EA803}"/>
            </a:ext>
          </a:extLst>
        </p:cNvPr>
        <p:cNvGrpSpPr/>
        <p:nvPr/>
      </p:nvGrpSpPr>
      <p:grpSpPr>
        <a:xfrm>
          <a:off x="0" y="0"/>
          <a:ext cx="0" cy="0"/>
          <a:chOff x="0" y="0"/>
          <a:chExt cx="0" cy="0"/>
        </a:xfrm>
      </p:grpSpPr>
      <p:sp>
        <p:nvSpPr>
          <p:cNvPr id="1129" name="Google Shape;1129;g20f41e19245_0_622:notes">
            <a:extLst>
              <a:ext uri="{FF2B5EF4-FFF2-40B4-BE49-F238E27FC236}">
                <a16:creationId xmlns:a16="http://schemas.microsoft.com/office/drawing/2014/main" id="{3A91A56F-7703-867F-9D2D-3E9F4F1A95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a:extLst>
              <a:ext uri="{FF2B5EF4-FFF2-40B4-BE49-F238E27FC236}">
                <a16:creationId xmlns:a16="http://schemas.microsoft.com/office/drawing/2014/main" id="{0A98A068-522A-641E-FE6C-EEEE511DC2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614327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a:extLst>
            <a:ext uri="{FF2B5EF4-FFF2-40B4-BE49-F238E27FC236}">
              <a16:creationId xmlns:a16="http://schemas.microsoft.com/office/drawing/2014/main" id="{6A09D731-1869-7F92-C899-F155C4A5E52E}"/>
            </a:ext>
          </a:extLst>
        </p:cNvPr>
        <p:cNvGrpSpPr/>
        <p:nvPr/>
      </p:nvGrpSpPr>
      <p:grpSpPr>
        <a:xfrm>
          <a:off x="0" y="0"/>
          <a:ext cx="0" cy="0"/>
          <a:chOff x="0" y="0"/>
          <a:chExt cx="0" cy="0"/>
        </a:xfrm>
      </p:grpSpPr>
      <p:sp>
        <p:nvSpPr>
          <p:cNvPr id="505" name="Google Shape;505;g20f41e19245_0_68:notes">
            <a:extLst>
              <a:ext uri="{FF2B5EF4-FFF2-40B4-BE49-F238E27FC236}">
                <a16:creationId xmlns:a16="http://schemas.microsoft.com/office/drawing/2014/main" id="{92B33893-8A2A-287F-FFB9-71430EE333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20f41e19245_0_68:notes">
            <a:extLst>
              <a:ext uri="{FF2B5EF4-FFF2-40B4-BE49-F238E27FC236}">
                <a16:creationId xmlns:a16="http://schemas.microsoft.com/office/drawing/2014/main" id="{DFAA7227-FC85-CE4E-0916-BE389661DB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037488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a:extLst>
            <a:ext uri="{FF2B5EF4-FFF2-40B4-BE49-F238E27FC236}">
              <a16:creationId xmlns:a16="http://schemas.microsoft.com/office/drawing/2014/main" id="{C031FAC2-CB42-2473-9645-F1FBCE5841B7}"/>
            </a:ext>
          </a:extLst>
        </p:cNvPr>
        <p:cNvGrpSpPr/>
        <p:nvPr/>
      </p:nvGrpSpPr>
      <p:grpSpPr>
        <a:xfrm>
          <a:off x="0" y="0"/>
          <a:ext cx="0" cy="0"/>
          <a:chOff x="0" y="0"/>
          <a:chExt cx="0" cy="0"/>
        </a:xfrm>
      </p:grpSpPr>
      <p:sp>
        <p:nvSpPr>
          <p:cNvPr id="599" name="Google Shape;599;gd1bf8d60a4_0_32:notes">
            <a:extLst>
              <a:ext uri="{FF2B5EF4-FFF2-40B4-BE49-F238E27FC236}">
                <a16:creationId xmlns:a16="http://schemas.microsoft.com/office/drawing/2014/main" id="{485D1249-A01D-69B7-B6EA-0505716E6B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0" name="Google Shape;600;gd1bf8d60a4_0_32:notes">
            <a:extLst>
              <a:ext uri="{FF2B5EF4-FFF2-40B4-BE49-F238E27FC236}">
                <a16:creationId xmlns:a16="http://schemas.microsoft.com/office/drawing/2014/main" id="{7BC4B5CA-4059-6EC4-60B4-8A6FF60E4F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973891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a:extLst>
            <a:ext uri="{FF2B5EF4-FFF2-40B4-BE49-F238E27FC236}">
              <a16:creationId xmlns:a16="http://schemas.microsoft.com/office/drawing/2014/main" id="{59CA2430-7A95-6849-4B3F-DC522B5C6200}"/>
            </a:ext>
          </a:extLst>
        </p:cNvPr>
        <p:cNvGrpSpPr/>
        <p:nvPr/>
      </p:nvGrpSpPr>
      <p:grpSpPr>
        <a:xfrm>
          <a:off x="0" y="0"/>
          <a:ext cx="0" cy="0"/>
          <a:chOff x="0" y="0"/>
          <a:chExt cx="0" cy="0"/>
        </a:xfrm>
      </p:grpSpPr>
      <p:sp>
        <p:nvSpPr>
          <p:cNvPr id="528" name="Google Shape;528;g12fc2de9d97_0_14:notes">
            <a:extLst>
              <a:ext uri="{FF2B5EF4-FFF2-40B4-BE49-F238E27FC236}">
                <a16:creationId xmlns:a16="http://schemas.microsoft.com/office/drawing/2014/main" id="{1987F9BE-25C0-747F-8E3B-8BD405CE66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a:extLst>
              <a:ext uri="{FF2B5EF4-FFF2-40B4-BE49-F238E27FC236}">
                <a16:creationId xmlns:a16="http://schemas.microsoft.com/office/drawing/2014/main" id="{00C5CE2A-0BD5-7D36-22E9-E894C5F8EB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844033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27CFD37F-7B1C-4173-9D82-20384EE09772}"/>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68C26F81-30FD-3714-3ED2-39AAE78283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C1F268B0-7E38-D196-57A8-95B732934A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57671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a:extLst>
            <a:ext uri="{FF2B5EF4-FFF2-40B4-BE49-F238E27FC236}">
              <a16:creationId xmlns:a16="http://schemas.microsoft.com/office/drawing/2014/main" id="{720FD065-B68B-1637-DBE8-A26DE49D07B7}"/>
            </a:ext>
          </a:extLst>
        </p:cNvPr>
        <p:cNvGrpSpPr/>
        <p:nvPr/>
      </p:nvGrpSpPr>
      <p:grpSpPr>
        <a:xfrm>
          <a:off x="0" y="0"/>
          <a:ext cx="0" cy="0"/>
          <a:chOff x="0" y="0"/>
          <a:chExt cx="0" cy="0"/>
        </a:xfrm>
      </p:grpSpPr>
      <p:sp>
        <p:nvSpPr>
          <p:cNvPr id="627" name="Google Shape;627;gd1bf8d60a4_0_40:notes">
            <a:extLst>
              <a:ext uri="{FF2B5EF4-FFF2-40B4-BE49-F238E27FC236}">
                <a16:creationId xmlns:a16="http://schemas.microsoft.com/office/drawing/2014/main" id="{BEF028BC-1FDE-5B8D-D4EF-66F6B5D1A2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a:extLst>
              <a:ext uri="{FF2B5EF4-FFF2-40B4-BE49-F238E27FC236}">
                <a16:creationId xmlns:a16="http://schemas.microsoft.com/office/drawing/2014/main" id="{ED0B3F70-34B5-B2C1-E767-ECDB9F8EF9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710948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a:extLst>
            <a:ext uri="{FF2B5EF4-FFF2-40B4-BE49-F238E27FC236}">
              <a16:creationId xmlns:a16="http://schemas.microsoft.com/office/drawing/2014/main" id="{E9250BF9-2825-A196-5299-C107E301E793}"/>
            </a:ext>
          </a:extLst>
        </p:cNvPr>
        <p:cNvGrpSpPr/>
        <p:nvPr/>
      </p:nvGrpSpPr>
      <p:grpSpPr>
        <a:xfrm>
          <a:off x="0" y="0"/>
          <a:ext cx="0" cy="0"/>
          <a:chOff x="0" y="0"/>
          <a:chExt cx="0" cy="0"/>
        </a:xfrm>
      </p:grpSpPr>
      <p:sp>
        <p:nvSpPr>
          <p:cNvPr id="521" name="Google Shape;521;g20f41e19245_0_19:notes">
            <a:extLst>
              <a:ext uri="{FF2B5EF4-FFF2-40B4-BE49-F238E27FC236}">
                <a16:creationId xmlns:a16="http://schemas.microsoft.com/office/drawing/2014/main" id="{4C8575B4-0054-D593-8865-189F18A4E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0f41e19245_0_19:notes">
            <a:extLst>
              <a:ext uri="{FF2B5EF4-FFF2-40B4-BE49-F238E27FC236}">
                <a16:creationId xmlns:a16="http://schemas.microsoft.com/office/drawing/2014/main" id="{E88D227C-05B2-4C6F-2E81-69AF4F8BB1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502594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a:extLst>
            <a:ext uri="{FF2B5EF4-FFF2-40B4-BE49-F238E27FC236}">
              <a16:creationId xmlns:a16="http://schemas.microsoft.com/office/drawing/2014/main" id="{464B235E-3C53-04AE-9587-F93997E38ED8}"/>
            </a:ext>
          </a:extLst>
        </p:cNvPr>
        <p:cNvGrpSpPr/>
        <p:nvPr/>
      </p:nvGrpSpPr>
      <p:grpSpPr>
        <a:xfrm>
          <a:off x="0" y="0"/>
          <a:ext cx="0" cy="0"/>
          <a:chOff x="0" y="0"/>
          <a:chExt cx="0" cy="0"/>
        </a:xfrm>
      </p:grpSpPr>
      <p:sp>
        <p:nvSpPr>
          <p:cNvPr id="822" name="Google Shape;822;g20f41e19245_0_219:notes">
            <a:extLst>
              <a:ext uri="{FF2B5EF4-FFF2-40B4-BE49-F238E27FC236}">
                <a16:creationId xmlns:a16="http://schemas.microsoft.com/office/drawing/2014/main" id="{B3969240-F3CE-5AE7-F4A5-1011584C50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0f41e19245_0_219:notes">
            <a:extLst>
              <a:ext uri="{FF2B5EF4-FFF2-40B4-BE49-F238E27FC236}">
                <a16:creationId xmlns:a16="http://schemas.microsoft.com/office/drawing/2014/main" id="{D064A9C8-7690-6A2F-61DD-75D468F8A5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40720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a:extLst>
            <a:ext uri="{FF2B5EF4-FFF2-40B4-BE49-F238E27FC236}">
              <a16:creationId xmlns:a16="http://schemas.microsoft.com/office/drawing/2014/main" id="{6BA542A0-3AF9-FDD6-3ED9-9F91C1B47135}"/>
            </a:ext>
          </a:extLst>
        </p:cNvPr>
        <p:cNvGrpSpPr/>
        <p:nvPr/>
      </p:nvGrpSpPr>
      <p:grpSpPr>
        <a:xfrm>
          <a:off x="0" y="0"/>
          <a:ext cx="0" cy="0"/>
          <a:chOff x="0" y="0"/>
          <a:chExt cx="0" cy="0"/>
        </a:xfrm>
      </p:grpSpPr>
      <p:sp>
        <p:nvSpPr>
          <p:cNvPr id="1227" name="Google Shape;1227;gd1bf8d60a4_0_294:notes">
            <a:extLst>
              <a:ext uri="{FF2B5EF4-FFF2-40B4-BE49-F238E27FC236}">
                <a16:creationId xmlns:a16="http://schemas.microsoft.com/office/drawing/2014/main" id="{7ED01A8E-2F26-B7B5-524E-264FC4646D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d1bf8d60a4_0_294:notes">
            <a:extLst>
              <a:ext uri="{FF2B5EF4-FFF2-40B4-BE49-F238E27FC236}">
                <a16:creationId xmlns:a16="http://schemas.microsoft.com/office/drawing/2014/main" id="{B256D476-7FAF-BC17-FF3D-183606DBAD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503306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20f41e19245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20f41e1924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20f41e19245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0f41e19245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g12fc2de9d97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gd1bf8d60a4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0" name="Google Shape;600;gd1bf8d60a4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d1bf8d60a4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d1bf8d60a4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d1bf8d60a4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gd1bf8d60a4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0" name="Google Shape;720;gd1bf8d60a4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gd1bf8d60a4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4" name="Google Shape;734;gd1bf8d60a4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d1bf8d60a4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d1bf8d60a4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g20f41e19245_0_2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3" name="Google Shape;813;g20f41e19245_0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20f41e19245_0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0f41e19245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g20f41e19245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0" name="Google Shape;860;g20f41e19245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d1bf8d60a4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d1bf8d60a4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9"/>
        <p:cNvGrpSpPr/>
        <p:nvPr/>
      </p:nvGrpSpPr>
      <p:grpSpPr>
        <a:xfrm>
          <a:off x="0" y="0"/>
          <a:ext cx="0" cy="0"/>
          <a:chOff x="0" y="0"/>
          <a:chExt cx="0" cy="0"/>
        </a:xfrm>
      </p:grpSpPr>
      <p:sp>
        <p:nvSpPr>
          <p:cNvPr id="920" name="Google Shape;920;gd1bf8d60a4_0_1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1" name="Google Shape;921;gd1bf8d60a4_0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p:cNvGrpSpPr/>
        <p:nvPr/>
      </p:nvGrpSpPr>
      <p:grpSpPr>
        <a:xfrm>
          <a:off x="0" y="0"/>
          <a:ext cx="0" cy="0"/>
          <a:chOff x="0" y="0"/>
          <a:chExt cx="0" cy="0"/>
        </a:xfrm>
      </p:grpSpPr>
      <p:sp>
        <p:nvSpPr>
          <p:cNvPr id="926" name="Google Shape;926;gd1bf8d60a4_0_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d1bf8d60a4_0_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0"/>
        <p:cNvGrpSpPr/>
        <p:nvPr/>
      </p:nvGrpSpPr>
      <p:grpSpPr>
        <a:xfrm>
          <a:off x="0" y="0"/>
          <a:ext cx="0" cy="0"/>
          <a:chOff x="0" y="0"/>
          <a:chExt cx="0" cy="0"/>
        </a:xfrm>
      </p:grpSpPr>
      <p:sp>
        <p:nvSpPr>
          <p:cNvPr id="941" name="Google Shape;941;gd1bf8d60a4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2" name="Google Shape;942;gd1bf8d60a4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
        <p:cNvGrpSpPr/>
        <p:nvPr/>
      </p:nvGrpSpPr>
      <p:grpSpPr>
        <a:xfrm>
          <a:off x="0" y="0"/>
          <a:ext cx="0" cy="0"/>
          <a:chOff x="0" y="0"/>
          <a:chExt cx="0" cy="0"/>
        </a:xfrm>
      </p:grpSpPr>
      <p:sp>
        <p:nvSpPr>
          <p:cNvPr id="972" name="Google Shape;972;gd1bf8d60a4_0_1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3" name="Google Shape;973;gd1bf8d60a4_0_1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d1bf8d60a4_0_2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d1bf8d60a4_0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9"/>
        <p:cNvGrpSpPr/>
        <p:nvPr/>
      </p:nvGrpSpPr>
      <p:grpSpPr>
        <a:xfrm>
          <a:off x="0" y="0"/>
          <a:ext cx="0" cy="0"/>
          <a:chOff x="0" y="0"/>
          <a:chExt cx="0" cy="0"/>
        </a:xfrm>
      </p:grpSpPr>
      <p:sp>
        <p:nvSpPr>
          <p:cNvPr id="1000" name="Google Shape;1000;gd1bf8d60a4_0_2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1" name="Google Shape;1001;gd1bf8d60a4_0_2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
        <p:cNvGrpSpPr/>
        <p:nvPr/>
      </p:nvGrpSpPr>
      <p:grpSpPr>
        <a:xfrm>
          <a:off x="0" y="0"/>
          <a:ext cx="0" cy="0"/>
          <a:chOff x="0" y="0"/>
          <a:chExt cx="0" cy="0"/>
        </a:xfrm>
      </p:grpSpPr>
      <p:sp>
        <p:nvSpPr>
          <p:cNvPr id="1020" name="Google Shape;1020;gd1bf8d60a4_0_2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1" name="Google Shape;1021;gd1bf8d60a4_0_2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d1bf8d60a4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d1bf8d60a4_0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p:cNvGrpSpPr/>
        <p:nvPr/>
      </p:nvGrpSpPr>
      <p:grpSpPr>
        <a:xfrm>
          <a:off x="0" y="0"/>
          <a:ext cx="0" cy="0"/>
          <a:chOff x="0" y="0"/>
          <a:chExt cx="0" cy="0"/>
        </a:xfrm>
      </p:grpSpPr>
      <p:sp>
        <p:nvSpPr>
          <p:cNvPr id="1109" name="Google Shape;1109;gd1bf8d60a4_0_2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d1bf8d60a4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p:cNvGrpSpPr/>
        <p:nvPr/>
      </p:nvGrpSpPr>
      <p:grpSpPr>
        <a:xfrm>
          <a:off x="0" y="0"/>
          <a:ext cx="0" cy="0"/>
          <a:chOff x="0" y="0"/>
          <a:chExt cx="0" cy="0"/>
        </a:xfrm>
      </p:grpSpPr>
      <p:sp>
        <p:nvSpPr>
          <p:cNvPr id="1129" name="Google Shape;1129;g20f41e19245_0_6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8"/>
        <p:cNvGrpSpPr/>
        <p:nvPr/>
      </p:nvGrpSpPr>
      <p:grpSpPr>
        <a:xfrm>
          <a:off x="0" y="0"/>
          <a:ext cx="0" cy="0"/>
          <a:chOff x="0" y="0"/>
          <a:chExt cx="0" cy="0"/>
        </a:xfrm>
      </p:grpSpPr>
      <p:sp>
        <p:nvSpPr>
          <p:cNvPr id="1139" name="Google Shape;1139;g20f41e19245_0_3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0" name="Google Shape;1140;g20f41e19245_0_3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7"/>
        <p:cNvGrpSpPr/>
        <p:nvPr/>
      </p:nvGrpSpPr>
      <p:grpSpPr>
        <a:xfrm>
          <a:off x="0" y="0"/>
          <a:ext cx="0" cy="0"/>
          <a:chOff x="0" y="0"/>
          <a:chExt cx="0" cy="0"/>
        </a:xfrm>
      </p:grpSpPr>
      <p:sp>
        <p:nvSpPr>
          <p:cNvPr id="1208" name="Google Shape;1208;g20f41e19245_0_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9" name="Google Shape;1209;g20f41e19245_0_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d1bf8d60a4_0_2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d1bf8d60a4_0_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
        <p:cNvGrpSpPr/>
        <p:nvPr/>
      </p:nvGrpSpPr>
      <p:grpSpPr>
        <a:xfrm>
          <a:off x="0" y="0"/>
          <a:ext cx="0" cy="0"/>
          <a:chOff x="0" y="0"/>
          <a:chExt cx="0" cy="0"/>
        </a:xfrm>
      </p:grpSpPr>
      <p:sp>
        <p:nvSpPr>
          <p:cNvPr id="1273" name="Google Shape;1273;g286fec561a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4" name="Google Shape;1274;g286fec561a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2"/>
        <p:cNvGrpSpPr/>
        <p:nvPr/>
      </p:nvGrpSpPr>
      <p:grpSpPr>
        <a:xfrm>
          <a:off x="0" y="0"/>
          <a:ext cx="0" cy="0"/>
          <a:chOff x="0" y="0"/>
          <a:chExt cx="0" cy="0"/>
        </a:xfrm>
      </p:grpSpPr>
      <p:sp>
        <p:nvSpPr>
          <p:cNvPr id="1663" name="Google Shape;1663;g286fec561a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4" name="Google Shape;1664;g286fec561a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1"/>
        <p:cNvGrpSpPr/>
        <p:nvPr/>
      </p:nvGrpSpPr>
      <p:grpSpPr>
        <a:xfrm>
          <a:off x="0" y="0"/>
          <a:ext cx="0" cy="0"/>
          <a:chOff x="0" y="0"/>
          <a:chExt cx="0" cy="0"/>
        </a:xfrm>
      </p:grpSpPr>
      <p:sp>
        <p:nvSpPr>
          <p:cNvPr id="1822" name="Google Shape;1822;g286fec561a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3" name="Google Shape;1823;g286fec561a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8"/>
        <p:cNvGrpSpPr/>
        <p:nvPr/>
      </p:nvGrpSpPr>
      <p:grpSpPr>
        <a:xfrm>
          <a:off x="0" y="0"/>
          <a:ext cx="0" cy="0"/>
          <a:chOff x="0" y="0"/>
          <a:chExt cx="0" cy="0"/>
        </a:xfrm>
      </p:grpSpPr>
      <p:sp>
        <p:nvSpPr>
          <p:cNvPr id="1829" name="Google Shape;1829;g287ed9c17e8_1_115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0" name="Google Shape;1830;g287ed9c17e8_1_115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4"/>
        <p:cNvGrpSpPr/>
        <p:nvPr/>
      </p:nvGrpSpPr>
      <p:grpSpPr>
        <a:xfrm>
          <a:off x="0" y="0"/>
          <a:ext cx="0" cy="0"/>
          <a:chOff x="0" y="0"/>
          <a:chExt cx="0" cy="0"/>
        </a:xfrm>
      </p:grpSpPr>
      <p:sp>
        <p:nvSpPr>
          <p:cNvPr id="1835" name="Google Shape;1835;g287ed9c17e8_1_11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6" name="Google Shape;1836;g287ed9c17e8_1_11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0"/>
        <p:cNvGrpSpPr/>
        <p:nvPr/>
      </p:nvGrpSpPr>
      <p:grpSpPr>
        <a:xfrm>
          <a:off x="0" y="0"/>
          <a:ext cx="0" cy="0"/>
          <a:chOff x="0" y="0"/>
          <a:chExt cx="0" cy="0"/>
        </a:xfrm>
      </p:grpSpPr>
      <p:sp>
        <p:nvSpPr>
          <p:cNvPr id="1841" name="Google Shape;1841;g287ed9c17e8_1_11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2" name="Google Shape;1842;g287ed9c17e8_1_11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4"/>
        <p:cNvGrpSpPr/>
        <p:nvPr/>
      </p:nvGrpSpPr>
      <p:grpSpPr>
        <a:xfrm>
          <a:off x="0" y="0"/>
          <a:ext cx="0" cy="0"/>
          <a:chOff x="0" y="0"/>
          <a:chExt cx="0" cy="0"/>
        </a:xfrm>
      </p:grpSpPr>
      <p:sp>
        <p:nvSpPr>
          <p:cNvPr id="1865" name="Google Shape;1865;g287ed9c17e8_1_116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6" name="Google Shape;1866;g287ed9c17e8_1_116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0"/>
        <p:cNvGrpSpPr/>
        <p:nvPr/>
      </p:nvGrpSpPr>
      <p:grpSpPr>
        <a:xfrm>
          <a:off x="0" y="0"/>
          <a:ext cx="0" cy="0"/>
          <a:chOff x="0" y="0"/>
          <a:chExt cx="0" cy="0"/>
        </a:xfrm>
      </p:grpSpPr>
      <p:sp>
        <p:nvSpPr>
          <p:cNvPr id="1881" name="Google Shape;1881;g287ed9c17e8_1_116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2" name="Google Shape;1882;g287ed9c17e8_1_116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9"/>
        <p:cNvGrpSpPr/>
        <p:nvPr/>
      </p:nvGrpSpPr>
      <p:grpSpPr>
        <a:xfrm>
          <a:off x="0" y="0"/>
          <a:ext cx="0" cy="0"/>
          <a:chOff x="0" y="0"/>
          <a:chExt cx="0" cy="0"/>
        </a:xfrm>
      </p:grpSpPr>
      <p:sp>
        <p:nvSpPr>
          <p:cNvPr id="2220" name="Google Shape;2220;g287ed9c17e8_1_119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1" name="Google Shape;2221;g287ed9c17e8_1_119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0"/>
        <p:cNvGrpSpPr/>
        <p:nvPr/>
      </p:nvGrpSpPr>
      <p:grpSpPr>
        <a:xfrm>
          <a:off x="0" y="0"/>
          <a:ext cx="0" cy="0"/>
          <a:chOff x="0" y="0"/>
          <a:chExt cx="0" cy="0"/>
        </a:xfrm>
      </p:grpSpPr>
      <p:sp>
        <p:nvSpPr>
          <p:cNvPr id="4421" name="Google Shape;4421;g287ed9c17e8_1_14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2" name="Google Shape;4422;g287ed9c17e8_1_14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9"/>
        <p:cNvGrpSpPr/>
        <p:nvPr/>
      </p:nvGrpSpPr>
      <p:grpSpPr>
        <a:xfrm>
          <a:off x="0" y="0"/>
          <a:ext cx="0" cy="0"/>
          <a:chOff x="0" y="0"/>
          <a:chExt cx="0" cy="0"/>
        </a:xfrm>
      </p:grpSpPr>
      <p:sp>
        <p:nvSpPr>
          <p:cNvPr id="4840" name="Google Shape;4840;g287ed9c17e8_1_145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41" name="Google Shape;4841;g287ed9c17e8_1_145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9"/>
        <p:cNvGrpSpPr/>
        <p:nvPr/>
      </p:nvGrpSpPr>
      <p:grpSpPr>
        <a:xfrm>
          <a:off x="0" y="0"/>
          <a:ext cx="0" cy="0"/>
          <a:chOff x="0" y="0"/>
          <a:chExt cx="0" cy="0"/>
        </a:xfrm>
      </p:grpSpPr>
      <p:sp>
        <p:nvSpPr>
          <p:cNvPr id="5010" name="Google Shape;5010;g287ed9c17e8_1_147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1" name="Google Shape;5011;g287ed9c17e8_1_14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4"/>
        <p:cNvGrpSpPr/>
        <p:nvPr/>
      </p:nvGrpSpPr>
      <p:grpSpPr>
        <a:xfrm>
          <a:off x="0" y="0"/>
          <a:ext cx="0" cy="0"/>
          <a:chOff x="0" y="0"/>
          <a:chExt cx="0" cy="0"/>
        </a:xfrm>
      </p:grpSpPr>
      <p:sp>
        <p:nvSpPr>
          <p:cNvPr id="5415" name="Google Shape;5415;g287ed9c17e8_1_15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16" name="Google Shape;5416;g287ed9c17e8_1_15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4"/>
        <p:cNvGrpSpPr/>
        <p:nvPr/>
      </p:nvGrpSpPr>
      <p:grpSpPr>
        <a:xfrm>
          <a:off x="0" y="0"/>
          <a:ext cx="0" cy="0"/>
          <a:chOff x="0" y="0"/>
          <a:chExt cx="0" cy="0"/>
        </a:xfrm>
      </p:grpSpPr>
      <p:sp>
        <p:nvSpPr>
          <p:cNvPr id="5795" name="Google Shape;5795;g287ed9c17e8_1_155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6" name="Google Shape;5796;g287ed9c17e8_1_155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0"/>
        <p:cNvGrpSpPr/>
        <p:nvPr/>
      </p:nvGrpSpPr>
      <p:grpSpPr>
        <a:xfrm>
          <a:off x="0" y="0"/>
          <a:ext cx="0" cy="0"/>
          <a:chOff x="0" y="0"/>
          <a:chExt cx="0" cy="0"/>
        </a:xfrm>
      </p:grpSpPr>
      <p:sp>
        <p:nvSpPr>
          <p:cNvPr id="6221" name="Google Shape;6221;g287ed9c17e8_1_159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2" name="Google Shape;6222;g287ed9c17e8_1_159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1"/>
        <p:cNvGrpSpPr/>
        <p:nvPr/>
      </p:nvGrpSpPr>
      <p:grpSpPr>
        <a:xfrm>
          <a:off x="0" y="0"/>
          <a:ext cx="0" cy="0"/>
          <a:chOff x="0" y="0"/>
          <a:chExt cx="0" cy="0"/>
        </a:xfrm>
      </p:grpSpPr>
      <p:sp>
        <p:nvSpPr>
          <p:cNvPr id="6582" name="Google Shape;6582;g287ed9c17e8_1_16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3" name="Google Shape;6583;g287ed9c17e8_1_16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1"/>
        <p:cNvGrpSpPr/>
        <p:nvPr/>
      </p:nvGrpSpPr>
      <p:grpSpPr>
        <a:xfrm>
          <a:off x="0" y="0"/>
          <a:ext cx="0" cy="0"/>
          <a:chOff x="0" y="0"/>
          <a:chExt cx="0" cy="0"/>
        </a:xfrm>
      </p:grpSpPr>
      <p:sp>
        <p:nvSpPr>
          <p:cNvPr id="7092" name="Google Shape;7092;g287ed9c17e8_1_16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93" name="Google Shape;7093;g287ed9c17e8_1_16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1"/>
        <p:cNvGrpSpPr/>
        <p:nvPr/>
      </p:nvGrpSpPr>
      <p:grpSpPr>
        <a:xfrm>
          <a:off x="0" y="0"/>
          <a:ext cx="0" cy="0"/>
          <a:chOff x="0" y="0"/>
          <a:chExt cx="0" cy="0"/>
        </a:xfrm>
      </p:grpSpPr>
      <p:sp>
        <p:nvSpPr>
          <p:cNvPr id="7712" name="Google Shape;7712;g287ed9c17e8_1_174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13" name="Google Shape;7713;g287ed9c17e8_1_174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05"/>
        <p:cNvGrpSpPr/>
        <p:nvPr/>
      </p:nvGrpSpPr>
      <p:grpSpPr>
        <a:xfrm>
          <a:off x="0" y="0"/>
          <a:ext cx="0" cy="0"/>
          <a:chOff x="0" y="0"/>
          <a:chExt cx="0" cy="0"/>
        </a:xfrm>
      </p:grpSpPr>
      <p:sp>
        <p:nvSpPr>
          <p:cNvPr id="8306" name="Google Shape;8306;g287ed9c17e8_1_180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07" name="Google Shape;8307;g287ed9c17e8_1_180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6"/>
        <p:cNvGrpSpPr/>
        <p:nvPr/>
      </p:nvGrpSpPr>
      <p:grpSpPr>
        <a:xfrm>
          <a:off x="0" y="0"/>
          <a:ext cx="0" cy="0"/>
          <a:chOff x="0" y="0"/>
          <a:chExt cx="0" cy="0"/>
        </a:xfrm>
      </p:grpSpPr>
      <p:sp>
        <p:nvSpPr>
          <p:cNvPr id="8627" name="Google Shape;8627;g287ed9c17e8_1_183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28" name="Google Shape;8628;g287ed9c17e8_1_183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4"/>
        <p:cNvGrpSpPr/>
        <p:nvPr/>
      </p:nvGrpSpPr>
      <p:grpSpPr>
        <a:xfrm>
          <a:off x="0" y="0"/>
          <a:ext cx="0" cy="0"/>
          <a:chOff x="0" y="0"/>
          <a:chExt cx="0" cy="0"/>
        </a:xfrm>
      </p:grpSpPr>
      <p:sp>
        <p:nvSpPr>
          <p:cNvPr id="8935" name="Google Shape;8935;g287ed9c17e8_1_20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36" name="Google Shape;8936;g287ed9c17e8_1_20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157700" y="1061225"/>
            <a:ext cx="4260000" cy="17505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48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4157700" y="2997200"/>
            <a:ext cx="4260000" cy="365700"/>
          </a:xfrm>
          <a:prstGeom prst="rect">
            <a:avLst/>
          </a:prstGeom>
          <a:solidFill>
            <a:schemeClr val="lt2"/>
          </a:solidFill>
        </p:spPr>
        <p:txBody>
          <a:bodyPr spcFirstLastPara="1" wrap="square" lIns="91425" tIns="91425" rIns="91425" bIns="91425" anchor="ctr" anchorCtr="0">
            <a:noAutofit/>
          </a:bodyPr>
          <a:lstStyle>
            <a:lvl1pPr lvl="0">
              <a:lnSpc>
                <a:spcPct val="115000"/>
              </a:lnSpc>
              <a:spcBef>
                <a:spcPts val="0"/>
              </a:spcBef>
              <a:spcAft>
                <a:spcPts val="0"/>
              </a:spcAft>
              <a:buSzPts val="1400"/>
              <a:buNone/>
              <a:defRPr sz="1600">
                <a:solidFill>
                  <a:schemeClr val="accent5"/>
                </a:solidFill>
              </a:defRPr>
            </a:lvl1pPr>
            <a:lvl2pPr lvl="1">
              <a:lnSpc>
                <a:spcPct val="115000"/>
              </a:lnSpc>
              <a:spcBef>
                <a:spcPts val="0"/>
              </a:spcBef>
              <a:spcAft>
                <a:spcPts val="0"/>
              </a:spcAft>
              <a:buSzPts val="1800"/>
              <a:buNone/>
              <a:defRPr sz="1800"/>
            </a:lvl2pPr>
            <a:lvl3pPr lvl="2">
              <a:lnSpc>
                <a:spcPct val="115000"/>
              </a:lnSpc>
              <a:spcBef>
                <a:spcPts val="0"/>
              </a:spcBef>
              <a:spcAft>
                <a:spcPts val="0"/>
              </a:spcAft>
              <a:buSzPts val="1800"/>
              <a:buNone/>
              <a:defRPr sz="1800"/>
            </a:lvl3pPr>
            <a:lvl4pPr lvl="3">
              <a:lnSpc>
                <a:spcPct val="115000"/>
              </a:lnSpc>
              <a:spcBef>
                <a:spcPts val="0"/>
              </a:spcBef>
              <a:spcAft>
                <a:spcPts val="0"/>
              </a:spcAft>
              <a:buSzPts val="1800"/>
              <a:buNone/>
              <a:defRPr sz="1800"/>
            </a:lvl4pPr>
            <a:lvl5pPr lvl="4">
              <a:lnSpc>
                <a:spcPct val="115000"/>
              </a:lnSpc>
              <a:spcBef>
                <a:spcPts val="0"/>
              </a:spcBef>
              <a:spcAft>
                <a:spcPts val="0"/>
              </a:spcAft>
              <a:buSzPts val="1800"/>
              <a:buNone/>
              <a:defRPr sz="1800"/>
            </a:lvl5pPr>
            <a:lvl6pPr lvl="5">
              <a:lnSpc>
                <a:spcPct val="115000"/>
              </a:lnSpc>
              <a:spcBef>
                <a:spcPts val="0"/>
              </a:spcBef>
              <a:spcAft>
                <a:spcPts val="0"/>
              </a:spcAft>
              <a:buSzPts val="1800"/>
              <a:buNone/>
              <a:defRPr sz="1800"/>
            </a:lvl6pPr>
            <a:lvl7pPr lvl="6">
              <a:lnSpc>
                <a:spcPct val="115000"/>
              </a:lnSpc>
              <a:spcBef>
                <a:spcPts val="0"/>
              </a:spcBef>
              <a:spcAft>
                <a:spcPts val="0"/>
              </a:spcAft>
              <a:buSzPts val="1800"/>
              <a:buNone/>
              <a:defRPr sz="1800"/>
            </a:lvl7pPr>
            <a:lvl8pPr lvl="7">
              <a:lnSpc>
                <a:spcPct val="115000"/>
              </a:lnSpc>
              <a:spcBef>
                <a:spcPts val="0"/>
              </a:spcBef>
              <a:spcAft>
                <a:spcPts val="0"/>
              </a:spcAft>
              <a:buSzPts val="1800"/>
              <a:buNone/>
              <a:defRPr sz="1800"/>
            </a:lvl8pPr>
            <a:lvl9pPr lvl="8">
              <a:lnSpc>
                <a:spcPct val="115000"/>
              </a:lnSpc>
              <a:spcBef>
                <a:spcPts val="0"/>
              </a:spcBef>
              <a:spcAft>
                <a:spcPts val="0"/>
              </a:spcAft>
              <a:buSzPts val="1800"/>
              <a:buNone/>
              <a:defRPr sz="1800"/>
            </a:lvl9pPr>
          </a:lstStyle>
          <a:p>
            <a:endParaRPr/>
          </a:p>
        </p:txBody>
      </p:sp>
      <p:grpSp>
        <p:nvGrpSpPr>
          <p:cNvPr id="11" name="Google Shape;11;p2"/>
          <p:cNvGrpSpPr/>
          <p:nvPr/>
        </p:nvGrpSpPr>
        <p:grpSpPr>
          <a:xfrm>
            <a:off x="-709225" y="2020450"/>
            <a:ext cx="10403925" cy="4250875"/>
            <a:chOff x="-709225" y="2020450"/>
            <a:chExt cx="10403925" cy="4250875"/>
          </a:xfrm>
        </p:grpSpPr>
        <p:grpSp>
          <p:nvGrpSpPr>
            <p:cNvPr id="12" name="Google Shape;12;p2"/>
            <p:cNvGrpSpPr/>
            <p:nvPr/>
          </p:nvGrpSpPr>
          <p:grpSpPr>
            <a:xfrm>
              <a:off x="176175" y="2459300"/>
              <a:ext cx="418425" cy="3812025"/>
              <a:chOff x="176175" y="2459300"/>
              <a:chExt cx="418425" cy="3812025"/>
            </a:xfrm>
          </p:grpSpPr>
          <p:cxnSp>
            <p:nvCxnSpPr>
              <p:cNvPr id="13" name="Google Shape;13;p2"/>
              <p:cNvCxnSpPr/>
              <p:nvPr/>
            </p:nvCxnSpPr>
            <p:spPr>
              <a:xfrm rot="5400000" flipH="1">
                <a:off x="-1093800" y="3815900"/>
                <a:ext cx="3045000" cy="331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4" name="Google Shape;14;p2"/>
              <p:cNvCxnSpPr/>
              <p:nvPr/>
            </p:nvCxnSpPr>
            <p:spPr>
              <a:xfrm rot="5400000" flipH="1">
                <a:off x="-1327875" y="4449875"/>
                <a:ext cx="3325500" cy="317400"/>
              </a:xfrm>
              <a:prstGeom prst="bentConnector3">
                <a:avLst>
                  <a:gd name="adj1" fmla="val 64575"/>
                </a:avLst>
              </a:prstGeom>
              <a:noFill/>
              <a:ln w="19050" cap="flat" cmpd="sng">
                <a:solidFill>
                  <a:schemeClr val="lt2"/>
                </a:solidFill>
                <a:prstDash val="solid"/>
                <a:round/>
                <a:headEnd type="none" w="med" len="med"/>
                <a:tailEnd type="oval" w="med" len="med"/>
              </a:ln>
            </p:spPr>
          </p:cxnSp>
        </p:grpSp>
        <p:grpSp>
          <p:nvGrpSpPr>
            <p:cNvPr id="15" name="Google Shape;15;p2"/>
            <p:cNvGrpSpPr/>
            <p:nvPr/>
          </p:nvGrpSpPr>
          <p:grpSpPr>
            <a:xfrm>
              <a:off x="-709225" y="4185350"/>
              <a:ext cx="7895400" cy="1976375"/>
              <a:chOff x="-709225" y="4185350"/>
              <a:chExt cx="7895400" cy="1976375"/>
            </a:xfrm>
          </p:grpSpPr>
          <p:cxnSp>
            <p:nvCxnSpPr>
              <p:cNvPr id="16" name="Google Shape;16;p2"/>
              <p:cNvCxnSpPr/>
              <p:nvPr/>
            </p:nvCxnSpPr>
            <p:spPr>
              <a:xfrm rot="10800000" flipH="1">
                <a:off x="-709225" y="4185350"/>
                <a:ext cx="7895400" cy="1147500"/>
              </a:xfrm>
              <a:prstGeom prst="bentConnector3">
                <a:avLst>
                  <a:gd name="adj1" fmla="val 71221"/>
                </a:avLst>
              </a:prstGeom>
              <a:noFill/>
              <a:ln w="19050" cap="flat" cmpd="sng">
                <a:solidFill>
                  <a:schemeClr val="lt2"/>
                </a:solidFill>
                <a:prstDash val="solid"/>
                <a:round/>
                <a:headEnd type="none" w="med" len="med"/>
                <a:tailEnd type="oval" w="med" len="med"/>
              </a:ln>
            </p:spPr>
          </p:cxnSp>
          <p:cxnSp>
            <p:nvCxnSpPr>
              <p:cNvPr id="17" name="Google Shape;17;p2"/>
              <p:cNvCxnSpPr/>
              <p:nvPr/>
            </p:nvCxnSpPr>
            <p:spPr>
              <a:xfrm rot="10800000" flipH="1">
                <a:off x="2953025" y="4367125"/>
                <a:ext cx="3567000" cy="1794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8" name="Google Shape;18;p2"/>
            <p:cNvGrpSpPr/>
            <p:nvPr/>
          </p:nvGrpSpPr>
          <p:grpSpPr>
            <a:xfrm>
              <a:off x="8417700" y="2020450"/>
              <a:ext cx="1277000" cy="2568900"/>
              <a:chOff x="8417700" y="2020450"/>
              <a:chExt cx="1277000" cy="2568900"/>
            </a:xfrm>
          </p:grpSpPr>
          <p:cxnSp>
            <p:nvCxnSpPr>
              <p:cNvPr id="19" name="Google Shape;19;p2"/>
              <p:cNvCxnSpPr/>
              <p:nvPr/>
            </p:nvCxnSpPr>
            <p:spPr>
              <a:xfrm rot="5400000">
                <a:off x="7933150" y="2965750"/>
                <a:ext cx="2568900" cy="678300"/>
              </a:xfrm>
              <a:prstGeom prst="bentConnector3">
                <a:avLst>
                  <a:gd name="adj1" fmla="val 4494"/>
                </a:avLst>
              </a:prstGeom>
              <a:noFill/>
              <a:ln w="19050" cap="flat" cmpd="sng">
                <a:solidFill>
                  <a:schemeClr val="lt2"/>
                </a:solidFill>
                <a:prstDash val="solid"/>
                <a:round/>
                <a:headEnd type="none" w="med" len="med"/>
                <a:tailEnd type="oval" w="med" len="med"/>
              </a:ln>
            </p:spPr>
          </p:cxnSp>
          <p:cxnSp>
            <p:nvCxnSpPr>
              <p:cNvPr id="20" name="Google Shape;20;p2"/>
              <p:cNvCxnSpPr/>
              <p:nvPr/>
            </p:nvCxnSpPr>
            <p:spPr>
              <a:xfrm>
                <a:off x="8417700" y="3180050"/>
                <a:ext cx="359700" cy="1051800"/>
              </a:xfrm>
              <a:prstGeom prst="bentConnector2">
                <a:avLst/>
              </a:prstGeom>
              <a:noFill/>
              <a:ln w="19050" cap="flat" cmpd="sng">
                <a:solidFill>
                  <a:schemeClr val="lt2"/>
                </a:solidFill>
                <a:prstDash val="solid"/>
                <a:round/>
                <a:headEnd type="none" w="med" len="med"/>
                <a:tailEnd type="oval" w="med" len="med"/>
              </a:ln>
            </p:spPr>
          </p:cxnSp>
          <p:cxnSp>
            <p:nvCxnSpPr>
              <p:cNvPr id="21" name="Google Shape;21;p2"/>
              <p:cNvCxnSpPr/>
              <p:nvPr/>
            </p:nvCxnSpPr>
            <p:spPr>
              <a:xfrm rot="5400000">
                <a:off x="8288750" y="2779400"/>
                <a:ext cx="2082300" cy="729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grpSp>
        <p:nvGrpSpPr>
          <p:cNvPr id="22" name="Google Shape;22;p2"/>
          <p:cNvGrpSpPr/>
          <p:nvPr/>
        </p:nvGrpSpPr>
        <p:grpSpPr>
          <a:xfrm>
            <a:off x="84278" y="2240873"/>
            <a:ext cx="8837445" cy="2718104"/>
            <a:chOff x="84278" y="2240873"/>
            <a:chExt cx="8837445" cy="2718104"/>
          </a:xfrm>
        </p:grpSpPr>
        <p:sp>
          <p:nvSpPr>
            <p:cNvPr id="23" name="Google Shape;23;p2"/>
            <p:cNvSpPr/>
            <p:nvPr/>
          </p:nvSpPr>
          <p:spPr>
            <a:xfrm>
              <a:off x="84278" y="22408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777403" y="48146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lvl1pPr lvl="0" algn="r">
              <a:lnSpc>
                <a:spcPct val="115000"/>
              </a:lnSpc>
              <a:spcBef>
                <a:spcPts val="0"/>
              </a:spcBef>
              <a:spcAft>
                <a:spcPts val="0"/>
              </a:spcAft>
              <a:buSzPts val="3600"/>
              <a:buNone/>
              <a:defRPr sz="42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7" name="Google Shape;27;p3"/>
          <p:cNvSpPr txBox="1">
            <a:spLocks noGrp="1"/>
          </p:cNvSpPr>
          <p:nvPr>
            <p:ph type="title" idx="2" hasCustomPrompt="1"/>
          </p:nvPr>
        </p:nvSpPr>
        <p:spPr>
          <a:xfrm>
            <a:off x="3249975" y="1014475"/>
            <a:ext cx="1411800" cy="899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6000"/>
              <a:buNone/>
              <a:defRPr sz="6000">
                <a:solidFill>
                  <a:schemeClr val="accen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8" name="Google Shape;28;p3"/>
          <p:cNvSpPr txBox="1">
            <a:spLocks noGrp="1"/>
          </p:cNvSpPr>
          <p:nvPr>
            <p:ph type="subTitle" idx="1"/>
          </p:nvPr>
        </p:nvSpPr>
        <p:spPr>
          <a:xfrm>
            <a:off x="720000" y="3311500"/>
            <a:ext cx="4044900" cy="365700"/>
          </a:xfrm>
          <a:prstGeom prst="rect">
            <a:avLst/>
          </a:prstGeom>
          <a:solidFill>
            <a:schemeClr val="lt2"/>
          </a:solidFill>
        </p:spPr>
        <p:txBody>
          <a:bodyPr spcFirstLastPara="1" wrap="square" lIns="91425" tIns="91425" rIns="91425" bIns="91425" anchor="ctr" anchorCtr="0">
            <a:noAutofit/>
          </a:bodyPr>
          <a:lstStyle>
            <a:lvl1pPr lvl="0" algn="r" rtl="0">
              <a:lnSpc>
                <a:spcPct val="115000"/>
              </a:lnSpc>
              <a:spcBef>
                <a:spcPts val="0"/>
              </a:spcBef>
              <a:spcAft>
                <a:spcPts val="0"/>
              </a:spcAft>
              <a:buSzPts val="1400"/>
              <a:buNone/>
              <a:defRPr sz="1600">
                <a:solidFill>
                  <a:schemeClr val="accent5"/>
                </a:solidFill>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grpSp>
        <p:nvGrpSpPr>
          <p:cNvPr id="29" name="Google Shape;29;p3"/>
          <p:cNvGrpSpPr/>
          <p:nvPr/>
        </p:nvGrpSpPr>
        <p:grpSpPr>
          <a:xfrm>
            <a:off x="140000" y="188300"/>
            <a:ext cx="580000" cy="6094500"/>
            <a:chOff x="140000" y="188300"/>
            <a:chExt cx="580000" cy="6094500"/>
          </a:xfrm>
        </p:grpSpPr>
        <p:cxnSp>
          <p:nvCxnSpPr>
            <p:cNvPr id="30" name="Google Shape;30;p3"/>
            <p:cNvCxnSpPr/>
            <p:nvPr/>
          </p:nvCxnSpPr>
          <p:spPr>
            <a:xfrm rot="-5400000">
              <a:off x="-522000" y="4271050"/>
              <a:ext cx="2018700" cy="465300"/>
            </a:xfrm>
            <a:prstGeom prst="bentConnector2">
              <a:avLst/>
            </a:prstGeom>
            <a:noFill/>
            <a:ln w="19050" cap="flat" cmpd="sng">
              <a:solidFill>
                <a:schemeClr val="lt2"/>
              </a:solidFill>
              <a:prstDash val="solid"/>
              <a:round/>
              <a:headEnd type="none" w="med" len="med"/>
              <a:tailEnd type="oval" w="med" len="med"/>
            </a:ln>
          </p:spPr>
        </p:cxnSp>
        <p:cxnSp>
          <p:nvCxnSpPr>
            <p:cNvPr id="31" name="Google Shape;31;p3"/>
            <p:cNvCxnSpPr/>
            <p:nvPr/>
          </p:nvCxnSpPr>
          <p:spPr>
            <a:xfrm rot="-5400000">
              <a:off x="-2575525" y="3200000"/>
              <a:ext cx="6094500" cy="711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32" name="Google Shape;32;p3"/>
            <p:cNvCxnSpPr/>
            <p:nvPr/>
          </p:nvCxnSpPr>
          <p:spPr>
            <a:xfrm rot="-5400000">
              <a:off x="-1584400" y="3258800"/>
              <a:ext cx="3657300" cy="2085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1"/>
        <p:cNvGrpSpPr/>
        <p:nvPr/>
      </p:nvGrpSpPr>
      <p:grpSpPr>
        <a:xfrm>
          <a:off x="0" y="0"/>
          <a:ext cx="0" cy="0"/>
          <a:chOff x="0" y="0"/>
          <a:chExt cx="0" cy="0"/>
        </a:xfrm>
      </p:grpSpPr>
      <p:sp>
        <p:nvSpPr>
          <p:cNvPr id="42" name="Google Shape;42;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3" name="Google Shape;43;p5"/>
          <p:cNvSpPr txBox="1">
            <a:spLocks noGrp="1"/>
          </p:cNvSpPr>
          <p:nvPr>
            <p:ph type="subTitle" idx="1"/>
          </p:nvPr>
        </p:nvSpPr>
        <p:spPr>
          <a:xfrm>
            <a:off x="5040058" y="3057025"/>
            <a:ext cx="2560500" cy="12111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algn="ctr" rtl="0">
              <a:lnSpc>
                <a:spcPct val="115000"/>
              </a:lnSpc>
              <a:spcBef>
                <a:spcPts val="0"/>
              </a:spcBef>
              <a:spcAft>
                <a:spcPts val="0"/>
              </a:spcAft>
              <a:buSzPts val="2800"/>
              <a:buNone/>
              <a:defRPr sz="2800"/>
            </a:lvl2pPr>
            <a:lvl3pPr lvl="2" algn="ctr" rtl="0">
              <a:lnSpc>
                <a:spcPct val="115000"/>
              </a:lnSpc>
              <a:spcBef>
                <a:spcPts val="0"/>
              </a:spcBef>
              <a:spcAft>
                <a:spcPts val="0"/>
              </a:spcAft>
              <a:buSzPts val="2800"/>
              <a:buNone/>
              <a:defRPr sz="2800"/>
            </a:lvl3pPr>
            <a:lvl4pPr lvl="3" algn="ctr" rtl="0">
              <a:lnSpc>
                <a:spcPct val="115000"/>
              </a:lnSpc>
              <a:spcBef>
                <a:spcPts val="0"/>
              </a:spcBef>
              <a:spcAft>
                <a:spcPts val="0"/>
              </a:spcAft>
              <a:buSzPts val="2800"/>
              <a:buNone/>
              <a:defRPr sz="2800"/>
            </a:lvl4pPr>
            <a:lvl5pPr lvl="4" algn="ctr" rtl="0">
              <a:lnSpc>
                <a:spcPct val="115000"/>
              </a:lnSpc>
              <a:spcBef>
                <a:spcPts val="0"/>
              </a:spcBef>
              <a:spcAft>
                <a:spcPts val="0"/>
              </a:spcAft>
              <a:buSzPts val="2800"/>
              <a:buNone/>
              <a:defRPr sz="2800"/>
            </a:lvl5pPr>
            <a:lvl6pPr lvl="5" algn="ctr" rtl="0">
              <a:lnSpc>
                <a:spcPct val="115000"/>
              </a:lnSpc>
              <a:spcBef>
                <a:spcPts val="0"/>
              </a:spcBef>
              <a:spcAft>
                <a:spcPts val="0"/>
              </a:spcAft>
              <a:buSzPts val="2800"/>
              <a:buNone/>
              <a:defRPr sz="2800"/>
            </a:lvl6pPr>
            <a:lvl7pPr lvl="6" algn="ctr" rtl="0">
              <a:lnSpc>
                <a:spcPct val="115000"/>
              </a:lnSpc>
              <a:spcBef>
                <a:spcPts val="0"/>
              </a:spcBef>
              <a:spcAft>
                <a:spcPts val="0"/>
              </a:spcAft>
              <a:buSzPts val="2800"/>
              <a:buNone/>
              <a:defRPr sz="2800"/>
            </a:lvl7pPr>
            <a:lvl8pPr lvl="7" algn="ctr" rtl="0">
              <a:lnSpc>
                <a:spcPct val="115000"/>
              </a:lnSpc>
              <a:spcBef>
                <a:spcPts val="0"/>
              </a:spcBef>
              <a:spcAft>
                <a:spcPts val="0"/>
              </a:spcAft>
              <a:buSzPts val="2800"/>
              <a:buNone/>
              <a:defRPr sz="2800"/>
            </a:lvl8pPr>
            <a:lvl9pPr lvl="8" algn="ctr" rtl="0">
              <a:lnSpc>
                <a:spcPct val="115000"/>
              </a:lnSpc>
              <a:spcBef>
                <a:spcPts val="0"/>
              </a:spcBef>
              <a:spcAft>
                <a:spcPts val="0"/>
              </a:spcAft>
              <a:buSzPts val="2800"/>
              <a:buNone/>
              <a:defRPr sz="2800"/>
            </a:lvl9pPr>
          </a:lstStyle>
          <a:p>
            <a:endParaRPr/>
          </a:p>
        </p:txBody>
      </p:sp>
      <p:sp>
        <p:nvSpPr>
          <p:cNvPr id="44" name="Google Shape;44;p5"/>
          <p:cNvSpPr txBox="1">
            <a:spLocks noGrp="1"/>
          </p:cNvSpPr>
          <p:nvPr>
            <p:ph type="subTitle" idx="2"/>
          </p:nvPr>
        </p:nvSpPr>
        <p:spPr>
          <a:xfrm>
            <a:off x="1543450" y="3057025"/>
            <a:ext cx="2560500" cy="12111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algn="ctr" rtl="0">
              <a:lnSpc>
                <a:spcPct val="115000"/>
              </a:lnSpc>
              <a:spcBef>
                <a:spcPts val="0"/>
              </a:spcBef>
              <a:spcAft>
                <a:spcPts val="0"/>
              </a:spcAft>
              <a:buSzPts val="2800"/>
              <a:buNone/>
              <a:defRPr sz="2800"/>
            </a:lvl2pPr>
            <a:lvl3pPr lvl="2" algn="ctr" rtl="0">
              <a:lnSpc>
                <a:spcPct val="115000"/>
              </a:lnSpc>
              <a:spcBef>
                <a:spcPts val="0"/>
              </a:spcBef>
              <a:spcAft>
                <a:spcPts val="0"/>
              </a:spcAft>
              <a:buSzPts val="2800"/>
              <a:buNone/>
              <a:defRPr sz="2800"/>
            </a:lvl3pPr>
            <a:lvl4pPr lvl="3" algn="ctr" rtl="0">
              <a:lnSpc>
                <a:spcPct val="115000"/>
              </a:lnSpc>
              <a:spcBef>
                <a:spcPts val="0"/>
              </a:spcBef>
              <a:spcAft>
                <a:spcPts val="0"/>
              </a:spcAft>
              <a:buSzPts val="2800"/>
              <a:buNone/>
              <a:defRPr sz="2800"/>
            </a:lvl4pPr>
            <a:lvl5pPr lvl="4" algn="ctr" rtl="0">
              <a:lnSpc>
                <a:spcPct val="115000"/>
              </a:lnSpc>
              <a:spcBef>
                <a:spcPts val="0"/>
              </a:spcBef>
              <a:spcAft>
                <a:spcPts val="0"/>
              </a:spcAft>
              <a:buSzPts val="2800"/>
              <a:buNone/>
              <a:defRPr sz="2800"/>
            </a:lvl5pPr>
            <a:lvl6pPr lvl="5" algn="ctr" rtl="0">
              <a:lnSpc>
                <a:spcPct val="115000"/>
              </a:lnSpc>
              <a:spcBef>
                <a:spcPts val="0"/>
              </a:spcBef>
              <a:spcAft>
                <a:spcPts val="0"/>
              </a:spcAft>
              <a:buSzPts val="2800"/>
              <a:buNone/>
              <a:defRPr sz="2800"/>
            </a:lvl6pPr>
            <a:lvl7pPr lvl="6" algn="ctr" rtl="0">
              <a:lnSpc>
                <a:spcPct val="115000"/>
              </a:lnSpc>
              <a:spcBef>
                <a:spcPts val="0"/>
              </a:spcBef>
              <a:spcAft>
                <a:spcPts val="0"/>
              </a:spcAft>
              <a:buSzPts val="2800"/>
              <a:buNone/>
              <a:defRPr sz="2800"/>
            </a:lvl7pPr>
            <a:lvl8pPr lvl="7" algn="ctr" rtl="0">
              <a:lnSpc>
                <a:spcPct val="115000"/>
              </a:lnSpc>
              <a:spcBef>
                <a:spcPts val="0"/>
              </a:spcBef>
              <a:spcAft>
                <a:spcPts val="0"/>
              </a:spcAft>
              <a:buSzPts val="2800"/>
              <a:buNone/>
              <a:defRPr sz="2800"/>
            </a:lvl8pPr>
            <a:lvl9pPr lvl="8" algn="ctr" rtl="0">
              <a:lnSpc>
                <a:spcPct val="115000"/>
              </a:lnSpc>
              <a:spcBef>
                <a:spcPts val="0"/>
              </a:spcBef>
              <a:spcAft>
                <a:spcPts val="0"/>
              </a:spcAft>
              <a:buSzPts val="2800"/>
              <a:buNone/>
              <a:defRPr sz="2800"/>
            </a:lvl9pPr>
          </a:lstStyle>
          <a:p>
            <a:endParaRPr/>
          </a:p>
        </p:txBody>
      </p:sp>
      <p:sp>
        <p:nvSpPr>
          <p:cNvPr id="45" name="Google Shape;45;p5"/>
          <p:cNvSpPr txBox="1">
            <a:spLocks noGrp="1"/>
          </p:cNvSpPr>
          <p:nvPr>
            <p:ph type="subTitle" idx="3"/>
          </p:nvPr>
        </p:nvSpPr>
        <p:spPr>
          <a:xfrm>
            <a:off x="5040058" y="2662226"/>
            <a:ext cx="2560500" cy="414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46" name="Google Shape;46;p5"/>
          <p:cNvSpPr txBox="1">
            <a:spLocks noGrp="1"/>
          </p:cNvSpPr>
          <p:nvPr>
            <p:ph type="subTitle" idx="4"/>
          </p:nvPr>
        </p:nvSpPr>
        <p:spPr>
          <a:xfrm>
            <a:off x="1543450" y="2662226"/>
            <a:ext cx="2560500" cy="414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47" name="Google Shape;47;p5"/>
          <p:cNvGrpSpPr/>
          <p:nvPr/>
        </p:nvGrpSpPr>
        <p:grpSpPr>
          <a:xfrm>
            <a:off x="65750" y="123192"/>
            <a:ext cx="9078236" cy="5947020"/>
            <a:chOff x="65750" y="123192"/>
            <a:chExt cx="9078236" cy="5947020"/>
          </a:xfrm>
        </p:grpSpPr>
        <p:cxnSp>
          <p:nvCxnSpPr>
            <p:cNvPr id="48" name="Google Shape;48;p5"/>
            <p:cNvCxnSpPr/>
            <p:nvPr/>
          </p:nvCxnSpPr>
          <p:spPr>
            <a:xfrm rot="-5400000">
              <a:off x="6194650" y="2609525"/>
              <a:ext cx="4686900" cy="546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49" name="Google Shape;49;p5"/>
            <p:cNvCxnSpPr/>
            <p:nvPr/>
          </p:nvCxnSpPr>
          <p:spPr>
            <a:xfrm rot="-5400000">
              <a:off x="6564000" y="2981200"/>
              <a:ext cx="4140000" cy="606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0" name="Google Shape;50;p5"/>
            <p:cNvCxnSpPr/>
            <p:nvPr/>
          </p:nvCxnSpPr>
          <p:spPr>
            <a:xfrm rot="-5400000">
              <a:off x="-2013300" y="3409838"/>
              <a:ext cx="4697700" cy="366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 name="Google Shape;51;p5"/>
            <p:cNvCxnSpPr/>
            <p:nvPr/>
          </p:nvCxnSpPr>
          <p:spPr>
            <a:xfrm rot="-5400000">
              <a:off x="-1700950" y="3696913"/>
              <a:ext cx="41400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nvGrpSpPr>
            <p:cNvPr id="52" name="Google Shape;52;p5"/>
            <p:cNvGrpSpPr/>
            <p:nvPr/>
          </p:nvGrpSpPr>
          <p:grpSpPr>
            <a:xfrm>
              <a:off x="244996" y="123192"/>
              <a:ext cx="8898990" cy="3904742"/>
              <a:chOff x="244996" y="123192"/>
              <a:chExt cx="8898990" cy="3904742"/>
            </a:xfrm>
          </p:grpSpPr>
          <p:sp>
            <p:nvSpPr>
              <p:cNvPr id="53" name="Google Shape;53;p5"/>
              <p:cNvSpPr/>
              <p:nvPr/>
            </p:nvSpPr>
            <p:spPr>
              <a:xfrm>
                <a:off x="8307552" y="123192"/>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5"/>
              <p:cNvSpPr/>
              <p:nvPr/>
            </p:nvSpPr>
            <p:spPr>
              <a:xfrm>
                <a:off x="8554009" y="836635"/>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5"/>
              <p:cNvSpPr/>
              <p:nvPr/>
            </p:nvSpPr>
            <p:spPr>
              <a:xfrm>
                <a:off x="9010993" y="3894941"/>
                <a:ext cx="132993" cy="132993"/>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5"/>
              <p:cNvSpPr/>
              <p:nvPr/>
            </p:nvSpPr>
            <p:spPr>
              <a:xfrm>
                <a:off x="244996" y="1750985"/>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7"/>
        <p:cNvGrpSpPr/>
        <p:nvPr/>
      </p:nvGrpSpPr>
      <p:grpSpPr>
        <a:xfrm>
          <a:off x="0" y="0"/>
          <a:ext cx="0" cy="0"/>
          <a:chOff x="0" y="0"/>
          <a:chExt cx="0" cy="0"/>
        </a:xfrm>
      </p:grpSpPr>
      <p:sp>
        <p:nvSpPr>
          <p:cNvPr id="58" name="Google Shape;58;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59" name="Google Shape;59;p6"/>
          <p:cNvGrpSpPr/>
          <p:nvPr/>
        </p:nvGrpSpPr>
        <p:grpSpPr>
          <a:xfrm>
            <a:off x="8576588" y="4496315"/>
            <a:ext cx="422946" cy="368845"/>
            <a:chOff x="8576588" y="4496315"/>
            <a:chExt cx="422946" cy="368845"/>
          </a:xfrm>
        </p:grpSpPr>
        <p:sp>
          <p:nvSpPr>
            <p:cNvPr id="60" name="Google Shape;60;p6"/>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6"/>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 name="Google Shape;62;p6"/>
          <p:cNvGrpSpPr/>
          <p:nvPr/>
        </p:nvGrpSpPr>
        <p:grpSpPr>
          <a:xfrm>
            <a:off x="67325" y="-592117"/>
            <a:ext cx="8932200" cy="5485500"/>
            <a:chOff x="67325" y="-592117"/>
            <a:chExt cx="8932200" cy="5485500"/>
          </a:xfrm>
        </p:grpSpPr>
        <p:cxnSp>
          <p:nvCxnSpPr>
            <p:cNvPr id="63" name="Google Shape;63;p6"/>
            <p:cNvCxnSpPr/>
            <p:nvPr/>
          </p:nvCxnSpPr>
          <p:spPr>
            <a:xfrm>
              <a:off x="67325" y="-592117"/>
              <a:ext cx="8932200" cy="5485500"/>
            </a:xfrm>
            <a:prstGeom prst="bentConnector3">
              <a:avLst>
                <a:gd name="adj1" fmla="val 814"/>
              </a:avLst>
            </a:prstGeom>
            <a:noFill/>
            <a:ln w="19050" cap="flat" cmpd="sng">
              <a:solidFill>
                <a:schemeClr val="lt2"/>
              </a:solidFill>
              <a:prstDash val="solid"/>
              <a:round/>
              <a:headEnd type="none" w="med" len="med"/>
              <a:tailEnd type="oval" w="med" len="med"/>
            </a:ln>
          </p:spPr>
        </p:cxnSp>
        <p:cxnSp>
          <p:nvCxnSpPr>
            <p:cNvPr id="64" name="Google Shape;64;p6"/>
            <p:cNvCxnSpPr/>
            <p:nvPr/>
          </p:nvCxnSpPr>
          <p:spPr>
            <a:xfrm rot="-5400000" flipH="1">
              <a:off x="-2079325" y="1859333"/>
              <a:ext cx="4747800" cy="1497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5"/>
        <p:cNvGrpSpPr/>
        <p:nvPr/>
      </p:nvGrpSpPr>
      <p:grpSpPr>
        <a:xfrm>
          <a:off x="0" y="0"/>
          <a:ext cx="0" cy="0"/>
          <a:chOff x="0" y="0"/>
          <a:chExt cx="0" cy="0"/>
        </a:xfrm>
      </p:grpSpPr>
      <p:sp>
        <p:nvSpPr>
          <p:cNvPr id="66" name="Google Shape;66;p7"/>
          <p:cNvSpPr txBox="1">
            <a:spLocks noGrp="1"/>
          </p:cNvSpPr>
          <p:nvPr>
            <p:ph type="subTitle" idx="1"/>
          </p:nvPr>
        </p:nvSpPr>
        <p:spPr>
          <a:xfrm>
            <a:off x="2375775" y="2379467"/>
            <a:ext cx="3247500" cy="11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Clr>
                <a:schemeClr val="dk2"/>
              </a:buClr>
              <a:buSzPts val="1400"/>
              <a:buAutoNum type="arabicPeriod"/>
              <a:defRPr sz="1400"/>
            </a:lvl1pPr>
            <a:lvl2pPr lvl="1" algn="ctr" rtl="0">
              <a:lnSpc>
                <a:spcPct val="115000"/>
              </a:lnSpc>
              <a:spcBef>
                <a:spcPts val="0"/>
              </a:spcBef>
              <a:spcAft>
                <a:spcPts val="0"/>
              </a:spcAft>
              <a:buClr>
                <a:srgbClr val="999999"/>
              </a:buClr>
              <a:buSzPts val="800"/>
              <a:buAutoNum type="alphaLcPeriod"/>
              <a:defRPr/>
            </a:lvl2pPr>
            <a:lvl3pPr lvl="2" algn="ctr" rtl="0">
              <a:lnSpc>
                <a:spcPct val="115000"/>
              </a:lnSpc>
              <a:spcBef>
                <a:spcPts val="0"/>
              </a:spcBef>
              <a:spcAft>
                <a:spcPts val="0"/>
              </a:spcAft>
              <a:buClr>
                <a:srgbClr val="999999"/>
              </a:buClr>
              <a:buSzPts val="800"/>
              <a:buAutoNum type="romanLcPeriod"/>
              <a:defRPr/>
            </a:lvl3pPr>
            <a:lvl4pPr lvl="3" algn="ctr" rtl="0">
              <a:lnSpc>
                <a:spcPct val="115000"/>
              </a:lnSpc>
              <a:spcBef>
                <a:spcPts val="0"/>
              </a:spcBef>
              <a:spcAft>
                <a:spcPts val="0"/>
              </a:spcAft>
              <a:buClr>
                <a:srgbClr val="999999"/>
              </a:buClr>
              <a:buSzPts val="800"/>
              <a:buAutoNum type="arabicPeriod"/>
              <a:defRPr/>
            </a:lvl4pPr>
            <a:lvl5pPr lvl="4" algn="ctr" rtl="0">
              <a:lnSpc>
                <a:spcPct val="115000"/>
              </a:lnSpc>
              <a:spcBef>
                <a:spcPts val="0"/>
              </a:spcBef>
              <a:spcAft>
                <a:spcPts val="0"/>
              </a:spcAft>
              <a:buClr>
                <a:srgbClr val="999999"/>
              </a:buClr>
              <a:buSzPts val="1200"/>
              <a:buAutoNum type="alphaLcPeriod"/>
              <a:defRPr/>
            </a:lvl5pPr>
            <a:lvl6pPr lvl="5" algn="ctr" rtl="0">
              <a:lnSpc>
                <a:spcPct val="115000"/>
              </a:lnSpc>
              <a:spcBef>
                <a:spcPts val="0"/>
              </a:spcBef>
              <a:spcAft>
                <a:spcPts val="0"/>
              </a:spcAft>
              <a:buClr>
                <a:srgbClr val="999999"/>
              </a:buClr>
              <a:buSzPts val="1200"/>
              <a:buAutoNum type="romanLcPeriod"/>
              <a:defRPr/>
            </a:lvl6pPr>
            <a:lvl7pPr lvl="6" algn="ctr" rtl="0">
              <a:lnSpc>
                <a:spcPct val="115000"/>
              </a:lnSpc>
              <a:spcBef>
                <a:spcPts val="0"/>
              </a:spcBef>
              <a:spcAft>
                <a:spcPts val="0"/>
              </a:spcAft>
              <a:buClr>
                <a:srgbClr val="999999"/>
              </a:buClr>
              <a:buSzPts val="700"/>
              <a:buAutoNum type="arabicPeriod"/>
              <a:defRPr/>
            </a:lvl7pPr>
            <a:lvl8pPr lvl="7" algn="ctr" rtl="0">
              <a:lnSpc>
                <a:spcPct val="115000"/>
              </a:lnSpc>
              <a:spcBef>
                <a:spcPts val="0"/>
              </a:spcBef>
              <a:spcAft>
                <a:spcPts val="0"/>
              </a:spcAft>
              <a:buClr>
                <a:srgbClr val="999999"/>
              </a:buClr>
              <a:buSzPts val="700"/>
              <a:buAutoNum type="alphaLcPeriod"/>
              <a:defRPr/>
            </a:lvl8pPr>
            <a:lvl9pPr lvl="8" algn="ctr" rtl="0">
              <a:lnSpc>
                <a:spcPct val="115000"/>
              </a:lnSpc>
              <a:spcBef>
                <a:spcPts val="0"/>
              </a:spcBef>
              <a:spcAft>
                <a:spcPts val="0"/>
              </a:spcAft>
              <a:buClr>
                <a:srgbClr val="999999"/>
              </a:buClr>
              <a:buSzPts val="600"/>
              <a:buAutoNum type="romanLcPeriod"/>
              <a:defRPr/>
            </a:lvl9pPr>
          </a:lstStyle>
          <a:p>
            <a:endParaRPr/>
          </a:p>
        </p:txBody>
      </p:sp>
      <p:sp>
        <p:nvSpPr>
          <p:cNvPr id="67" name="Google Shape;67;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8" name="Google Shape;68;p7"/>
          <p:cNvGrpSpPr/>
          <p:nvPr/>
        </p:nvGrpSpPr>
        <p:grpSpPr>
          <a:xfrm>
            <a:off x="144288" y="147077"/>
            <a:ext cx="454046" cy="1101386"/>
            <a:chOff x="144288" y="147077"/>
            <a:chExt cx="454046" cy="1101386"/>
          </a:xfrm>
        </p:grpSpPr>
        <p:sp>
          <p:nvSpPr>
            <p:cNvPr id="69" name="Google Shape;69;p7"/>
            <p:cNvSpPr/>
            <p:nvPr/>
          </p:nvSpPr>
          <p:spPr>
            <a:xfrm rot="-5400000">
              <a:off x="144280" y="147085"/>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7"/>
            <p:cNvSpPr/>
            <p:nvPr/>
          </p:nvSpPr>
          <p:spPr>
            <a:xfrm rot="-5400000">
              <a:off x="193389" y="1068025"/>
              <a:ext cx="180450" cy="180425"/>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7"/>
            <p:cNvSpPr/>
            <p:nvPr/>
          </p:nvSpPr>
          <p:spPr>
            <a:xfrm rot="-5400000">
              <a:off x="211443" y="746585"/>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7"/>
            <p:cNvSpPr/>
            <p:nvPr/>
          </p:nvSpPr>
          <p:spPr>
            <a:xfrm rot="-5400000">
              <a:off x="373819" y="291403"/>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 name="Google Shape;73;p7"/>
          <p:cNvGrpSpPr/>
          <p:nvPr/>
        </p:nvGrpSpPr>
        <p:grpSpPr>
          <a:xfrm>
            <a:off x="569675" y="183250"/>
            <a:ext cx="8764375" cy="5229850"/>
            <a:chOff x="569675" y="183250"/>
            <a:chExt cx="8764375" cy="5229850"/>
          </a:xfrm>
        </p:grpSpPr>
        <p:cxnSp>
          <p:nvCxnSpPr>
            <p:cNvPr id="74" name="Google Shape;74;p7"/>
            <p:cNvCxnSpPr/>
            <p:nvPr/>
          </p:nvCxnSpPr>
          <p:spPr>
            <a:xfrm rot="10800000">
              <a:off x="569675" y="18325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75" name="Google Shape;75;p7"/>
            <p:cNvCxnSpPr/>
            <p:nvPr/>
          </p:nvCxnSpPr>
          <p:spPr>
            <a:xfrm rot="10800000">
              <a:off x="761550" y="29480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8"/>
          <p:cNvSpPr txBox="1">
            <a:spLocks noGrp="1"/>
          </p:cNvSpPr>
          <p:nvPr>
            <p:ph type="title"/>
          </p:nvPr>
        </p:nvSpPr>
        <p:spPr>
          <a:xfrm>
            <a:off x="838650" y="1518450"/>
            <a:ext cx="4151400" cy="2106600"/>
          </a:xfrm>
          <a:prstGeom prst="rect">
            <a:avLst/>
          </a:prstGeom>
        </p:spPr>
        <p:txBody>
          <a:bodyPr spcFirstLastPara="1" wrap="square" lIns="91425" tIns="91425" rIns="91425" bIns="91425" anchor="b" anchorCtr="0">
            <a:noAutofit/>
          </a:bodyPr>
          <a:lstStyle>
            <a:lvl1pPr lvl="0" algn="r">
              <a:lnSpc>
                <a:spcPct val="115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78" name="Google Shape;78;p8"/>
          <p:cNvGrpSpPr/>
          <p:nvPr/>
        </p:nvGrpSpPr>
        <p:grpSpPr>
          <a:xfrm>
            <a:off x="-950200" y="-235500"/>
            <a:ext cx="9904500" cy="5229850"/>
            <a:chOff x="-950200" y="-235500"/>
            <a:chExt cx="9904500" cy="5229850"/>
          </a:xfrm>
        </p:grpSpPr>
        <p:cxnSp>
          <p:nvCxnSpPr>
            <p:cNvPr id="79" name="Google Shape;79;p8"/>
            <p:cNvCxnSpPr/>
            <p:nvPr/>
          </p:nvCxnSpPr>
          <p:spPr>
            <a:xfrm>
              <a:off x="-122100" y="-12395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80" name="Google Shape;80;p8"/>
            <p:cNvCxnSpPr/>
            <p:nvPr/>
          </p:nvCxnSpPr>
          <p:spPr>
            <a:xfrm>
              <a:off x="-313975" y="-23550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81" name="Google Shape;81;p8"/>
            <p:cNvCxnSpPr/>
            <p:nvPr/>
          </p:nvCxnSpPr>
          <p:spPr>
            <a:xfrm>
              <a:off x="-766600" y="2793225"/>
              <a:ext cx="9720900" cy="1699500"/>
            </a:xfrm>
            <a:prstGeom prst="bentConnector3">
              <a:avLst>
                <a:gd name="adj1" fmla="val 5194"/>
              </a:avLst>
            </a:prstGeom>
            <a:noFill/>
            <a:ln w="19050" cap="flat" cmpd="sng">
              <a:solidFill>
                <a:schemeClr val="lt2"/>
              </a:solidFill>
              <a:prstDash val="solid"/>
              <a:round/>
              <a:headEnd type="none" w="med" len="med"/>
              <a:tailEnd type="oval" w="med" len="med"/>
            </a:ln>
          </p:spPr>
        </p:cxnSp>
        <p:cxnSp>
          <p:nvCxnSpPr>
            <p:cNvPr id="82" name="Google Shape;82;p8"/>
            <p:cNvCxnSpPr/>
            <p:nvPr/>
          </p:nvCxnSpPr>
          <p:spPr>
            <a:xfrm>
              <a:off x="-950200" y="2976850"/>
              <a:ext cx="9712500" cy="1404300"/>
            </a:xfrm>
            <a:prstGeom prst="bentConnector3">
              <a:avLst>
                <a:gd name="adj1" fmla="val 14297"/>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9"/>
          <p:cNvSpPr txBox="1">
            <a:spLocks noGrp="1"/>
          </p:cNvSpPr>
          <p:nvPr>
            <p:ph type="title"/>
          </p:nvPr>
        </p:nvSpPr>
        <p:spPr>
          <a:xfrm>
            <a:off x="4906675" y="1132975"/>
            <a:ext cx="3524100" cy="1403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5" name="Google Shape;85;p9"/>
          <p:cNvSpPr txBox="1">
            <a:spLocks noGrp="1"/>
          </p:cNvSpPr>
          <p:nvPr>
            <p:ph type="subTitle" idx="1"/>
          </p:nvPr>
        </p:nvSpPr>
        <p:spPr>
          <a:xfrm>
            <a:off x="4906675" y="2724350"/>
            <a:ext cx="3524100" cy="1403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Clr>
                <a:srgbClr val="999999"/>
              </a:buClr>
              <a:buSzPts val="800"/>
              <a:buFont typeface="Open Sans"/>
              <a:buChar char="●"/>
              <a:defRPr/>
            </a:lvl1pPr>
            <a:lvl2pPr lvl="1" algn="ctr" rtl="0">
              <a:lnSpc>
                <a:spcPct val="115000"/>
              </a:lnSpc>
              <a:spcBef>
                <a:spcPts val="0"/>
              </a:spcBef>
              <a:spcAft>
                <a:spcPts val="0"/>
              </a:spcAft>
              <a:buClr>
                <a:srgbClr val="999999"/>
              </a:buClr>
              <a:buSzPts val="800"/>
              <a:buFont typeface="Open Sans"/>
              <a:buChar char="○"/>
              <a:defRPr/>
            </a:lvl2pPr>
            <a:lvl3pPr lvl="2" algn="ctr" rtl="0">
              <a:lnSpc>
                <a:spcPct val="115000"/>
              </a:lnSpc>
              <a:spcBef>
                <a:spcPts val="0"/>
              </a:spcBef>
              <a:spcAft>
                <a:spcPts val="0"/>
              </a:spcAft>
              <a:buClr>
                <a:srgbClr val="999999"/>
              </a:buClr>
              <a:buSzPts val="800"/>
              <a:buFont typeface="Open Sans"/>
              <a:buChar char="■"/>
              <a:defRPr/>
            </a:lvl3pPr>
            <a:lvl4pPr lvl="3" algn="ctr" rtl="0">
              <a:lnSpc>
                <a:spcPct val="115000"/>
              </a:lnSpc>
              <a:spcBef>
                <a:spcPts val="0"/>
              </a:spcBef>
              <a:spcAft>
                <a:spcPts val="0"/>
              </a:spcAft>
              <a:buClr>
                <a:srgbClr val="999999"/>
              </a:buClr>
              <a:buSzPts val="800"/>
              <a:buFont typeface="Open Sans"/>
              <a:buChar char="●"/>
              <a:defRPr/>
            </a:lvl4pPr>
            <a:lvl5pPr lvl="4" algn="ctr" rtl="0">
              <a:lnSpc>
                <a:spcPct val="115000"/>
              </a:lnSpc>
              <a:spcBef>
                <a:spcPts val="0"/>
              </a:spcBef>
              <a:spcAft>
                <a:spcPts val="0"/>
              </a:spcAft>
              <a:buClr>
                <a:srgbClr val="999999"/>
              </a:buClr>
              <a:buSzPts val="1200"/>
              <a:buFont typeface="Open Sans"/>
              <a:buChar char="○"/>
              <a:defRPr/>
            </a:lvl5pPr>
            <a:lvl6pPr lvl="5" algn="ctr" rtl="0">
              <a:lnSpc>
                <a:spcPct val="115000"/>
              </a:lnSpc>
              <a:spcBef>
                <a:spcPts val="0"/>
              </a:spcBef>
              <a:spcAft>
                <a:spcPts val="0"/>
              </a:spcAft>
              <a:buClr>
                <a:srgbClr val="999999"/>
              </a:buClr>
              <a:buSzPts val="1200"/>
              <a:buFont typeface="Open Sans"/>
              <a:buChar char="■"/>
              <a:defRPr/>
            </a:lvl6pPr>
            <a:lvl7pPr lvl="6" algn="ctr" rtl="0">
              <a:lnSpc>
                <a:spcPct val="115000"/>
              </a:lnSpc>
              <a:spcBef>
                <a:spcPts val="0"/>
              </a:spcBef>
              <a:spcAft>
                <a:spcPts val="0"/>
              </a:spcAft>
              <a:buClr>
                <a:srgbClr val="999999"/>
              </a:buClr>
              <a:buSzPts val="700"/>
              <a:buFont typeface="Open Sans"/>
              <a:buChar char="●"/>
              <a:defRPr/>
            </a:lvl7pPr>
            <a:lvl8pPr lvl="7" algn="ctr" rtl="0">
              <a:lnSpc>
                <a:spcPct val="115000"/>
              </a:lnSpc>
              <a:spcBef>
                <a:spcPts val="0"/>
              </a:spcBef>
              <a:spcAft>
                <a:spcPts val="0"/>
              </a:spcAft>
              <a:buClr>
                <a:srgbClr val="999999"/>
              </a:buClr>
              <a:buSzPts val="700"/>
              <a:buFont typeface="Open Sans"/>
              <a:buChar char="○"/>
              <a:defRPr/>
            </a:lvl8pPr>
            <a:lvl9pPr lvl="8" algn="ctr" rtl="0">
              <a:lnSpc>
                <a:spcPct val="115000"/>
              </a:lnSpc>
              <a:spcBef>
                <a:spcPts val="0"/>
              </a:spcBef>
              <a:spcAft>
                <a:spcPts val="0"/>
              </a:spcAft>
              <a:buClr>
                <a:srgbClr val="999999"/>
              </a:buClr>
              <a:buSzPts val="600"/>
              <a:buFont typeface="Open Sans"/>
              <a:buChar char="■"/>
              <a:defRPr/>
            </a:lvl9pPr>
          </a:lstStyle>
          <a:p>
            <a:endParaRPr/>
          </a:p>
        </p:txBody>
      </p:sp>
      <p:sp>
        <p:nvSpPr>
          <p:cNvPr id="86" name="Google Shape;86;p9"/>
          <p:cNvSpPr>
            <a:spLocks noGrp="1"/>
          </p:cNvSpPr>
          <p:nvPr>
            <p:ph type="pic" idx="2"/>
          </p:nvPr>
        </p:nvSpPr>
        <p:spPr>
          <a:xfrm>
            <a:off x="202954" y="388500"/>
            <a:ext cx="4379700" cy="4379700"/>
          </a:xfrm>
          <a:prstGeom prst="ellipse">
            <a:avLst/>
          </a:prstGeom>
          <a:noFill/>
          <a:ln>
            <a:noFill/>
          </a:ln>
        </p:spPr>
        <p:txBody>
          <a:bodyPr/>
          <a:lstStyle/>
          <a:p>
            <a:endParaRPr lang="en-US"/>
          </a:p>
        </p:txBody>
      </p:sp>
      <p:grpSp>
        <p:nvGrpSpPr>
          <p:cNvPr id="87" name="Google Shape;87;p9"/>
          <p:cNvGrpSpPr/>
          <p:nvPr/>
        </p:nvGrpSpPr>
        <p:grpSpPr>
          <a:xfrm rot="-1395165">
            <a:off x="172631" y="490168"/>
            <a:ext cx="882626" cy="403567"/>
            <a:chOff x="7884075" y="238975"/>
            <a:chExt cx="882599" cy="403555"/>
          </a:xfrm>
        </p:grpSpPr>
        <p:sp>
          <p:nvSpPr>
            <p:cNvPr id="88" name="Google Shape;88;p9"/>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9"/>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9"/>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9"/>
          <p:cNvGrpSpPr/>
          <p:nvPr/>
        </p:nvGrpSpPr>
        <p:grpSpPr>
          <a:xfrm>
            <a:off x="2422725" y="4313625"/>
            <a:ext cx="7035600" cy="513300"/>
            <a:chOff x="2422725" y="4313625"/>
            <a:chExt cx="7035600" cy="513300"/>
          </a:xfrm>
        </p:grpSpPr>
        <p:cxnSp>
          <p:nvCxnSpPr>
            <p:cNvPr id="92" name="Google Shape;92;p9"/>
            <p:cNvCxnSpPr/>
            <p:nvPr/>
          </p:nvCxnSpPr>
          <p:spPr>
            <a:xfrm rot="10800000">
              <a:off x="3750275" y="4313625"/>
              <a:ext cx="5590200" cy="513300"/>
            </a:xfrm>
            <a:prstGeom prst="bentConnector3">
              <a:avLst>
                <a:gd name="adj1" fmla="val 64140"/>
              </a:avLst>
            </a:prstGeom>
            <a:noFill/>
            <a:ln w="19050" cap="flat" cmpd="sng">
              <a:solidFill>
                <a:schemeClr val="lt2"/>
              </a:solidFill>
              <a:prstDash val="solid"/>
              <a:round/>
              <a:headEnd type="none" w="med" len="med"/>
              <a:tailEnd type="oval" w="med" len="med"/>
            </a:ln>
          </p:spPr>
        </p:cxnSp>
        <p:cxnSp>
          <p:nvCxnSpPr>
            <p:cNvPr id="93" name="Google Shape;93;p9"/>
            <p:cNvCxnSpPr/>
            <p:nvPr/>
          </p:nvCxnSpPr>
          <p:spPr>
            <a:xfrm flipH="1">
              <a:off x="2422725" y="4652400"/>
              <a:ext cx="7035600" cy="115800"/>
            </a:xfrm>
            <a:prstGeom prst="bentConnector4">
              <a:avLst>
                <a:gd name="adj1" fmla="val 34437"/>
                <a:gd name="adj2" fmla="val 305635"/>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4"/>
        <p:cNvGrpSpPr/>
        <p:nvPr/>
      </p:nvGrpSpPr>
      <p:grpSpPr>
        <a:xfrm>
          <a:off x="0" y="0"/>
          <a:ext cx="0" cy="0"/>
          <a:chOff x="0" y="0"/>
          <a:chExt cx="0" cy="0"/>
        </a:xfrm>
      </p:grpSpPr>
      <p:sp>
        <p:nvSpPr>
          <p:cNvPr id="95" name="Google Shape;95;p10"/>
          <p:cNvSpPr>
            <a:spLocks noGrp="1"/>
          </p:cNvSpPr>
          <p:nvPr>
            <p:ph type="pic" idx="2"/>
          </p:nvPr>
        </p:nvSpPr>
        <p:spPr>
          <a:xfrm>
            <a:off x="0" y="0"/>
            <a:ext cx="9144000" cy="5143500"/>
          </a:xfrm>
          <a:prstGeom prst="rect">
            <a:avLst/>
          </a:prstGeom>
          <a:noFill/>
          <a:ln>
            <a:noFill/>
          </a:ln>
        </p:spPr>
        <p:txBody>
          <a:bodyPr/>
          <a:lstStyle/>
          <a:p>
            <a:endParaRPr lang="en-US"/>
          </a:p>
        </p:txBody>
      </p:sp>
      <p:sp>
        <p:nvSpPr>
          <p:cNvPr id="96" name="Google Shape;96;p10"/>
          <p:cNvSpPr txBox="1">
            <a:spLocks noGrp="1"/>
          </p:cNvSpPr>
          <p:nvPr>
            <p:ph type="title"/>
          </p:nvPr>
        </p:nvSpPr>
        <p:spPr>
          <a:xfrm>
            <a:off x="5403175" y="3859175"/>
            <a:ext cx="3027600" cy="7494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5"/>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7"/>
        <p:cNvGrpSpPr/>
        <p:nvPr/>
      </p:nvGrpSpPr>
      <p:grpSpPr>
        <a:xfrm>
          <a:off x="0" y="0"/>
          <a:ext cx="0" cy="0"/>
          <a:chOff x="0" y="0"/>
          <a:chExt cx="0" cy="0"/>
        </a:xfrm>
      </p:grpSpPr>
      <p:sp>
        <p:nvSpPr>
          <p:cNvPr id="98" name="Google Shape;98;p11"/>
          <p:cNvSpPr txBox="1">
            <a:spLocks noGrp="1"/>
          </p:cNvSpPr>
          <p:nvPr>
            <p:ph type="title" hasCustomPrompt="1"/>
          </p:nvPr>
        </p:nvSpPr>
        <p:spPr>
          <a:xfrm>
            <a:off x="1284000" y="1555613"/>
            <a:ext cx="6576000" cy="1360200"/>
          </a:xfrm>
          <a:prstGeom prst="rect">
            <a:avLst/>
          </a:prstGeom>
          <a:solidFill>
            <a:schemeClr val="lt2"/>
          </a:solidFill>
        </p:spPr>
        <p:txBody>
          <a:bodyPr spcFirstLastPara="1" wrap="square" lIns="91425" tIns="91425" rIns="91425" bIns="91425" anchor="ctr" anchorCtr="0">
            <a:noAutofit/>
          </a:bodyPr>
          <a:lstStyle>
            <a:lvl1pPr lvl="0" algn="ctr">
              <a:spcBef>
                <a:spcPts val="0"/>
              </a:spcBef>
              <a:spcAft>
                <a:spcPts val="0"/>
              </a:spcAft>
              <a:buSzPts val="9600"/>
              <a:buNone/>
              <a:defRPr sz="6000">
                <a:solidFill>
                  <a:schemeClr val="accent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99" name="Google Shape;99;p11"/>
          <p:cNvSpPr txBox="1">
            <a:spLocks noGrp="1"/>
          </p:cNvSpPr>
          <p:nvPr>
            <p:ph type="subTitle" idx="1"/>
          </p:nvPr>
        </p:nvSpPr>
        <p:spPr>
          <a:xfrm>
            <a:off x="1284000" y="3090788"/>
            <a:ext cx="65760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600"/>
              <a:buNone/>
              <a:defRPr sz="1600">
                <a:solidFill>
                  <a:schemeClr val="accent5"/>
                </a:solidFill>
              </a:defRPr>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100" name="Google Shape;100;p11"/>
          <p:cNvGrpSpPr/>
          <p:nvPr/>
        </p:nvGrpSpPr>
        <p:grpSpPr>
          <a:xfrm>
            <a:off x="-135425" y="-190387"/>
            <a:ext cx="9421725" cy="5232813"/>
            <a:chOff x="-135425" y="-190387"/>
            <a:chExt cx="9421725" cy="5232813"/>
          </a:xfrm>
        </p:grpSpPr>
        <p:cxnSp>
          <p:nvCxnSpPr>
            <p:cNvPr id="101" name="Google Shape;101;p11"/>
            <p:cNvCxnSpPr/>
            <p:nvPr/>
          </p:nvCxnSpPr>
          <p:spPr>
            <a:xfrm rot="-5400000" flipH="1">
              <a:off x="-380550" y="571163"/>
              <a:ext cx="2426100" cy="903000"/>
            </a:xfrm>
            <a:prstGeom prst="bentConnector2">
              <a:avLst/>
            </a:prstGeom>
            <a:noFill/>
            <a:ln w="19050" cap="flat" cmpd="sng">
              <a:solidFill>
                <a:schemeClr val="lt2"/>
              </a:solidFill>
              <a:prstDash val="solid"/>
              <a:round/>
              <a:headEnd type="none" w="med" len="med"/>
              <a:tailEnd type="oval" w="med" len="med"/>
            </a:ln>
          </p:spPr>
        </p:cxnSp>
        <p:cxnSp>
          <p:nvCxnSpPr>
            <p:cNvPr id="102" name="Google Shape;102;p11"/>
            <p:cNvCxnSpPr/>
            <p:nvPr/>
          </p:nvCxnSpPr>
          <p:spPr>
            <a:xfrm rot="-5400000" flipH="1">
              <a:off x="-924000" y="1419413"/>
              <a:ext cx="3439500" cy="5247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03" name="Google Shape;103;p11"/>
            <p:cNvCxnSpPr/>
            <p:nvPr/>
          </p:nvCxnSpPr>
          <p:spPr>
            <a:xfrm rot="5400000">
              <a:off x="7914850" y="2156275"/>
              <a:ext cx="1491900" cy="12510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04" name="Google Shape;104;p11"/>
            <p:cNvCxnSpPr/>
            <p:nvPr/>
          </p:nvCxnSpPr>
          <p:spPr>
            <a:xfrm>
              <a:off x="-123950" y="4755625"/>
              <a:ext cx="9146400" cy="286800"/>
            </a:xfrm>
            <a:prstGeom prst="bentConnector3">
              <a:avLst>
                <a:gd name="adj1" fmla="val 51191"/>
              </a:avLst>
            </a:prstGeom>
            <a:noFill/>
            <a:ln w="19050" cap="flat" cmpd="sng">
              <a:solidFill>
                <a:schemeClr val="lt2"/>
              </a:solidFill>
              <a:prstDash val="solid"/>
              <a:round/>
              <a:headEnd type="none" w="med" len="med"/>
              <a:tailEnd type="oval" w="med" len="med"/>
            </a:ln>
          </p:spPr>
        </p:cxnSp>
        <p:cxnSp>
          <p:nvCxnSpPr>
            <p:cNvPr id="105" name="Google Shape;105;p11"/>
            <p:cNvCxnSpPr/>
            <p:nvPr/>
          </p:nvCxnSpPr>
          <p:spPr>
            <a:xfrm rot="10800000" flipH="1">
              <a:off x="-135425" y="4399725"/>
              <a:ext cx="8882400" cy="252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06" name="Google Shape;106;p11"/>
          <p:cNvGrpSpPr/>
          <p:nvPr/>
        </p:nvGrpSpPr>
        <p:grpSpPr>
          <a:xfrm rot="-5400000">
            <a:off x="8438575" y="4204225"/>
            <a:ext cx="882599" cy="403555"/>
            <a:chOff x="7884075" y="238975"/>
            <a:chExt cx="882599" cy="403555"/>
          </a:xfrm>
        </p:grpSpPr>
        <p:sp>
          <p:nvSpPr>
            <p:cNvPr id="107" name="Google Shape;107;p11"/>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1"/>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1"/>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0"/>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111"/>
        <p:cNvGrpSpPr/>
        <p:nvPr/>
      </p:nvGrpSpPr>
      <p:grpSpPr>
        <a:xfrm>
          <a:off x="0" y="0"/>
          <a:ext cx="0" cy="0"/>
          <a:chOff x="0" y="0"/>
          <a:chExt cx="0" cy="0"/>
        </a:xfrm>
      </p:grpSpPr>
      <p:sp>
        <p:nvSpPr>
          <p:cNvPr id="112" name="Google Shape;112;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13" name="Google Shape;113;p13"/>
          <p:cNvSpPr txBox="1">
            <a:spLocks noGrp="1"/>
          </p:cNvSpPr>
          <p:nvPr>
            <p:ph type="subTitle" idx="1"/>
          </p:nvPr>
        </p:nvSpPr>
        <p:spPr>
          <a:xfrm>
            <a:off x="2917223" y="1661100"/>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4" name="Google Shape;114;p13"/>
          <p:cNvSpPr txBox="1">
            <a:spLocks noGrp="1"/>
          </p:cNvSpPr>
          <p:nvPr>
            <p:ph type="subTitle" idx="2"/>
          </p:nvPr>
        </p:nvSpPr>
        <p:spPr>
          <a:xfrm>
            <a:off x="2917223" y="2479450"/>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5" name="Google Shape;115;p13"/>
          <p:cNvSpPr txBox="1">
            <a:spLocks noGrp="1"/>
          </p:cNvSpPr>
          <p:nvPr>
            <p:ph type="subTitle" idx="3"/>
          </p:nvPr>
        </p:nvSpPr>
        <p:spPr>
          <a:xfrm>
            <a:off x="2917223" y="3297775"/>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6" name="Google Shape;116;p13"/>
          <p:cNvSpPr txBox="1">
            <a:spLocks noGrp="1"/>
          </p:cNvSpPr>
          <p:nvPr>
            <p:ph type="subTitle" idx="4"/>
          </p:nvPr>
        </p:nvSpPr>
        <p:spPr>
          <a:xfrm>
            <a:off x="2917223" y="4116100"/>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7" name="Google Shape;117;p13"/>
          <p:cNvSpPr txBox="1">
            <a:spLocks noGrp="1"/>
          </p:cNvSpPr>
          <p:nvPr>
            <p:ph type="title" idx="5" hasCustomPrompt="1"/>
          </p:nvPr>
        </p:nvSpPr>
        <p:spPr>
          <a:xfrm>
            <a:off x="1986273" y="1401350"/>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8" name="Google Shape;118;p13"/>
          <p:cNvSpPr txBox="1">
            <a:spLocks noGrp="1"/>
          </p:cNvSpPr>
          <p:nvPr>
            <p:ph type="title" idx="6" hasCustomPrompt="1"/>
          </p:nvPr>
        </p:nvSpPr>
        <p:spPr>
          <a:xfrm>
            <a:off x="1986273" y="3037983"/>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9" name="Google Shape;119;p13"/>
          <p:cNvSpPr txBox="1">
            <a:spLocks noGrp="1"/>
          </p:cNvSpPr>
          <p:nvPr>
            <p:ph type="title" idx="7" hasCustomPrompt="1"/>
          </p:nvPr>
        </p:nvSpPr>
        <p:spPr>
          <a:xfrm>
            <a:off x="1986273" y="2219667"/>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20" name="Google Shape;120;p13"/>
          <p:cNvSpPr txBox="1">
            <a:spLocks noGrp="1"/>
          </p:cNvSpPr>
          <p:nvPr>
            <p:ph type="title" idx="8" hasCustomPrompt="1"/>
          </p:nvPr>
        </p:nvSpPr>
        <p:spPr>
          <a:xfrm>
            <a:off x="1986273" y="3856300"/>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21" name="Google Shape;121;p13"/>
          <p:cNvSpPr txBox="1">
            <a:spLocks noGrp="1"/>
          </p:cNvSpPr>
          <p:nvPr>
            <p:ph type="subTitle" idx="9"/>
          </p:nvPr>
        </p:nvSpPr>
        <p:spPr>
          <a:xfrm>
            <a:off x="2917223" y="1401350"/>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122" name="Google Shape;122;p13"/>
          <p:cNvSpPr txBox="1">
            <a:spLocks noGrp="1"/>
          </p:cNvSpPr>
          <p:nvPr>
            <p:ph type="subTitle" idx="13"/>
          </p:nvPr>
        </p:nvSpPr>
        <p:spPr>
          <a:xfrm>
            <a:off x="2917227" y="2219700"/>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123" name="Google Shape;123;p13"/>
          <p:cNvSpPr txBox="1">
            <a:spLocks noGrp="1"/>
          </p:cNvSpPr>
          <p:nvPr>
            <p:ph type="subTitle" idx="14"/>
          </p:nvPr>
        </p:nvSpPr>
        <p:spPr>
          <a:xfrm>
            <a:off x="2917223" y="3037976"/>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124" name="Google Shape;124;p13"/>
          <p:cNvSpPr txBox="1">
            <a:spLocks noGrp="1"/>
          </p:cNvSpPr>
          <p:nvPr>
            <p:ph type="subTitle" idx="15"/>
          </p:nvPr>
        </p:nvSpPr>
        <p:spPr>
          <a:xfrm>
            <a:off x="2917227" y="3856301"/>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125" name="Google Shape;125;p13"/>
          <p:cNvGrpSpPr/>
          <p:nvPr/>
        </p:nvGrpSpPr>
        <p:grpSpPr>
          <a:xfrm>
            <a:off x="8113600" y="227500"/>
            <a:ext cx="882599" cy="403555"/>
            <a:chOff x="7884075" y="238975"/>
            <a:chExt cx="882599" cy="403555"/>
          </a:xfrm>
        </p:grpSpPr>
        <p:sp>
          <p:nvSpPr>
            <p:cNvPr id="126" name="Google Shape;126;p13"/>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3"/>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13"/>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 name="Google Shape;129;p13"/>
          <p:cNvGrpSpPr/>
          <p:nvPr/>
        </p:nvGrpSpPr>
        <p:grpSpPr>
          <a:xfrm>
            <a:off x="378100" y="-216500"/>
            <a:ext cx="8131200" cy="5239200"/>
            <a:chOff x="378100" y="-216500"/>
            <a:chExt cx="8131200" cy="5239200"/>
          </a:xfrm>
        </p:grpSpPr>
        <p:cxnSp>
          <p:nvCxnSpPr>
            <p:cNvPr id="130" name="Google Shape;130;p13"/>
            <p:cNvCxnSpPr/>
            <p:nvPr/>
          </p:nvCxnSpPr>
          <p:spPr>
            <a:xfrm>
              <a:off x="378100" y="-216500"/>
              <a:ext cx="7978800" cy="5086800"/>
            </a:xfrm>
            <a:prstGeom prst="bentConnector3">
              <a:avLst>
                <a:gd name="adj1" fmla="val -970"/>
              </a:avLst>
            </a:prstGeom>
            <a:noFill/>
            <a:ln w="19050" cap="flat" cmpd="sng">
              <a:solidFill>
                <a:schemeClr val="lt2"/>
              </a:solidFill>
              <a:prstDash val="solid"/>
              <a:round/>
              <a:headEnd type="none" w="med" len="med"/>
              <a:tailEnd type="oval" w="med" len="med"/>
            </a:ln>
          </p:spPr>
        </p:cxnSp>
        <p:cxnSp>
          <p:nvCxnSpPr>
            <p:cNvPr id="131" name="Google Shape;131;p13"/>
            <p:cNvCxnSpPr/>
            <p:nvPr/>
          </p:nvCxnSpPr>
          <p:spPr>
            <a:xfrm>
              <a:off x="530500" y="-64100"/>
              <a:ext cx="7978800" cy="5086800"/>
            </a:xfrm>
            <a:prstGeom prst="bentConnector3">
              <a:avLst>
                <a:gd name="adj1" fmla="val -97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132"/>
        <p:cNvGrpSpPr/>
        <p:nvPr/>
      </p:nvGrpSpPr>
      <p:grpSpPr>
        <a:xfrm>
          <a:off x="0" y="0"/>
          <a:ext cx="0" cy="0"/>
          <a:chOff x="0" y="0"/>
          <a:chExt cx="0" cy="0"/>
        </a:xfrm>
      </p:grpSpPr>
      <p:sp>
        <p:nvSpPr>
          <p:cNvPr id="133" name="Google Shape;133;p1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134" name="Google Shape;134;p14"/>
          <p:cNvGrpSpPr/>
          <p:nvPr/>
        </p:nvGrpSpPr>
        <p:grpSpPr>
          <a:xfrm>
            <a:off x="199188" y="123990"/>
            <a:ext cx="422946" cy="368845"/>
            <a:chOff x="8576588" y="4496315"/>
            <a:chExt cx="422946" cy="368845"/>
          </a:xfrm>
        </p:grpSpPr>
        <p:sp>
          <p:nvSpPr>
            <p:cNvPr id="135" name="Google Shape;135;p14"/>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14"/>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 name="Google Shape;137;p14"/>
          <p:cNvGrpSpPr/>
          <p:nvPr/>
        </p:nvGrpSpPr>
        <p:grpSpPr>
          <a:xfrm rot="10800000">
            <a:off x="25225" y="282300"/>
            <a:ext cx="9157800" cy="5003500"/>
            <a:chOff x="-116175" y="-984534"/>
            <a:chExt cx="9157800" cy="5003500"/>
          </a:xfrm>
        </p:grpSpPr>
        <p:cxnSp>
          <p:nvCxnSpPr>
            <p:cNvPr id="138" name="Google Shape;138;p14"/>
            <p:cNvCxnSpPr/>
            <p:nvPr/>
          </p:nvCxnSpPr>
          <p:spPr>
            <a:xfrm>
              <a:off x="-116175" y="-605834"/>
              <a:ext cx="9157800" cy="4624800"/>
            </a:xfrm>
            <a:prstGeom prst="bentConnector3">
              <a:avLst>
                <a:gd name="adj1" fmla="val 3258"/>
              </a:avLst>
            </a:prstGeom>
            <a:noFill/>
            <a:ln w="19050" cap="flat" cmpd="sng">
              <a:solidFill>
                <a:schemeClr val="lt2"/>
              </a:solidFill>
              <a:prstDash val="solid"/>
              <a:round/>
              <a:headEnd type="none" w="med" len="med"/>
              <a:tailEnd type="oval" w="med" len="med"/>
            </a:ln>
          </p:spPr>
        </p:cxnSp>
        <p:cxnSp>
          <p:nvCxnSpPr>
            <p:cNvPr id="139" name="Google Shape;139;p14"/>
            <p:cNvCxnSpPr/>
            <p:nvPr/>
          </p:nvCxnSpPr>
          <p:spPr>
            <a:xfrm rot="-5400000" flipH="1">
              <a:off x="-2164550" y="1408116"/>
              <a:ext cx="4877100" cy="918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140"/>
        <p:cNvGrpSpPr/>
        <p:nvPr/>
      </p:nvGrpSpPr>
      <p:grpSpPr>
        <a:xfrm>
          <a:off x="0" y="0"/>
          <a:ext cx="0" cy="0"/>
          <a:chOff x="0" y="0"/>
          <a:chExt cx="0" cy="0"/>
        </a:xfrm>
      </p:grpSpPr>
      <p:sp>
        <p:nvSpPr>
          <p:cNvPr id="141" name="Google Shape;141;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142" name="Google Shape;142;p15"/>
          <p:cNvGrpSpPr/>
          <p:nvPr/>
        </p:nvGrpSpPr>
        <p:grpSpPr>
          <a:xfrm>
            <a:off x="8430763" y="-10"/>
            <a:ext cx="422946" cy="368845"/>
            <a:chOff x="8576588" y="4496315"/>
            <a:chExt cx="422946" cy="368845"/>
          </a:xfrm>
        </p:grpSpPr>
        <p:sp>
          <p:nvSpPr>
            <p:cNvPr id="143" name="Google Shape;143;p15"/>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5"/>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 name="Google Shape;145;p15"/>
          <p:cNvGrpSpPr/>
          <p:nvPr/>
        </p:nvGrpSpPr>
        <p:grpSpPr>
          <a:xfrm rot="10800000" flipH="1">
            <a:off x="25325" y="282383"/>
            <a:ext cx="8974200" cy="5003417"/>
            <a:chOff x="67325" y="-984534"/>
            <a:chExt cx="8974200" cy="5003417"/>
          </a:xfrm>
        </p:grpSpPr>
        <p:cxnSp>
          <p:nvCxnSpPr>
            <p:cNvPr id="146" name="Google Shape;146;p15"/>
            <p:cNvCxnSpPr/>
            <p:nvPr/>
          </p:nvCxnSpPr>
          <p:spPr>
            <a:xfrm>
              <a:off x="67325" y="-592117"/>
              <a:ext cx="8974200" cy="4611000"/>
            </a:xfrm>
            <a:prstGeom prst="bentConnector3">
              <a:avLst>
                <a:gd name="adj1" fmla="val 4347"/>
              </a:avLst>
            </a:prstGeom>
            <a:noFill/>
            <a:ln w="19050" cap="flat" cmpd="sng">
              <a:solidFill>
                <a:schemeClr val="lt2"/>
              </a:solidFill>
              <a:prstDash val="solid"/>
              <a:round/>
              <a:headEnd type="none" w="med" len="med"/>
              <a:tailEnd type="oval" w="med" len="med"/>
            </a:ln>
          </p:spPr>
        </p:cxnSp>
        <p:cxnSp>
          <p:nvCxnSpPr>
            <p:cNvPr id="147" name="Google Shape;147;p15"/>
            <p:cNvCxnSpPr/>
            <p:nvPr/>
          </p:nvCxnSpPr>
          <p:spPr>
            <a:xfrm rot="-5400000" flipH="1">
              <a:off x="-2164550" y="1408116"/>
              <a:ext cx="4877100" cy="918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48"/>
        <p:cNvGrpSpPr/>
        <p:nvPr/>
      </p:nvGrpSpPr>
      <p:grpSpPr>
        <a:xfrm>
          <a:off x="0" y="0"/>
          <a:ext cx="0" cy="0"/>
          <a:chOff x="0" y="0"/>
          <a:chExt cx="0" cy="0"/>
        </a:xfrm>
      </p:grpSpPr>
      <p:sp>
        <p:nvSpPr>
          <p:cNvPr id="149" name="Google Shape;149;p16"/>
          <p:cNvSpPr txBox="1">
            <a:spLocks noGrp="1"/>
          </p:cNvSpPr>
          <p:nvPr>
            <p:ph type="title"/>
          </p:nvPr>
        </p:nvSpPr>
        <p:spPr>
          <a:xfrm>
            <a:off x="1851163" y="3797875"/>
            <a:ext cx="3233100" cy="365700"/>
          </a:xfrm>
          <a:prstGeom prst="rect">
            <a:avLst/>
          </a:prstGeom>
          <a:solidFill>
            <a:schemeClr val="lt2"/>
          </a:solidFill>
        </p:spPr>
        <p:txBody>
          <a:bodyPr spcFirstLastPara="1" wrap="square" lIns="91425" tIns="91425" rIns="91425" bIns="91425" anchor="ctr" anchorCtr="0">
            <a:noAutofit/>
          </a:bodyPr>
          <a:lstStyle>
            <a:lvl1pPr lvl="0" algn="r" rtl="0">
              <a:spcBef>
                <a:spcPts val="0"/>
              </a:spcBef>
              <a:spcAft>
                <a:spcPts val="0"/>
              </a:spcAft>
              <a:buSzPts val="2000"/>
              <a:buNone/>
              <a:defRPr sz="2000">
                <a:solidFill>
                  <a:schemeClr val="accent5"/>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50" name="Google Shape;150;p16"/>
          <p:cNvSpPr txBox="1">
            <a:spLocks noGrp="1"/>
          </p:cNvSpPr>
          <p:nvPr>
            <p:ph type="subTitle" idx="1"/>
          </p:nvPr>
        </p:nvSpPr>
        <p:spPr>
          <a:xfrm>
            <a:off x="713225" y="945625"/>
            <a:ext cx="4371300" cy="2741700"/>
          </a:xfrm>
          <a:prstGeom prst="rect">
            <a:avLst/>
          </a:prstGeom>
        </p:spPr>
        <p:txBody>
          <a:bodyPr spcFirstLastPara="1" wrap="square" lIns="91425" tIns="91425" rIns="91425" bIns="91425" anchor="b" anchorCtr="0">
            <a:noAutofit/>
          </a:bodyPr>
          <a:lstStyle>
            <a:lvl1pPr lvl="0" algn="r" rtl="0">
              <a:lnSpc>
                <a:spcPct val="115000"/>
              </a:lnSpc>
              <a:spcBef>
                <a:spcPts val="0"/>
              </a:spcBef>
              <a:spcAft>
                <a:spcPts val="0"/>
              </a:spcAft>
              <a:buSzPts val="3000"/>
              <a:buNone/>
              <a:defRPr sz="3000"/>
            </a:lvl1pPr>
            <a:lvl2pPr lvl="1" algn="ctr" rtl="0">
              <a:lnSpc>
                <a:spcPct val="115000"/>
              </a:lnSpc>
              <a:spcBef>
                <a:spcPts val="0"/>
              </a:spcBef>
              <a:spcAft>
                <a:spcPts val="0"/>
              </a:spcAft>
              <a:buSzPts val="3000"/>
              <a:buNone/>
              <a:defRPr sz="3000"/>
            </a:lvl2pPr>
            <a:lvl3pPr lvl="2" algn="ctr" rtl="0">
              <a:lnSpc>
                <a:spcPct val="115000"/>
              </a:lnSpc>
              <a:spcBef>
                <a:spcPts val="0"/>
              </a:spcBef>
              <a:spcAft>
                <a:spcPts val="0"/>
              </a:spcAft>
              <a:buSzPts val="3000"/>
              <a:buNone/>
              <a:defRPr sz="3000"/>
            </a:lvl3pPr>
            <a:lvl4pPr lvl="3" algn="ctr" rtl="0">
              <a:lnSpc>
                <a:spcPct val="115000"/>
              </a:lnSpc>
              <a:spcBef>
                <a:spcPts val="0"/>
              </a:spcBef>
              <a:spcAft>
                <a:spcPts val="0"/>
              </a:spcAft>
              <a:buSzPts val="3000"/>
              <a:buNone/>
              <a:defRPr sz="3000"/>
            </a:lvl4pPr>
            <a:lvl5pPr lvl="4" algn="ctr" rtl="0">
              <a:lnSpc>
                <a:spcPct val="115000"/>
              </a:lnSpc>
              <a:spcBef>
                <a:spcPts val="0"/>
              </a:spcBef>
              <a:spcAft>
                <a:spcPts val="0"/>
              </a:spcAft>
              <a:buSzPts val="3000"/>
              <a:buNone/>
              <a:defRPr sz="3000"/>
            </a:lvl5pPr>
            <a:lvl6pPr lvl="5" algn="ctr" rtl="0">
              <a:lnSpc>
                <a:spcPct val="115000"/>
              </a:lnSpc>
              <a:spcBef>
                <a:spcPts val="0"/>
              </a:spcBef>
              <a:spcAft>
                <a:spcPts val="0"/>
              </a:spcAft>
              <a:buSzPts val="3000"/>
              <a:buNone/>
              <a:defRPr sz="3000"/>
            </a:lvl6pPr>
            <a:lvl7pPr lvl="6" algn="ctr" rtl="0">
              <a:lnSpc>
                <a:spcPct val="115000"/>
              </a:lnSpc>
              <a:spcBef>
                <a:spcPts val="0"/>
              </a:spcBef>
              <a:spcAft>
                <a:spcPts val="0"/>
              </a:spcAft>
              <a:buSzPts val="3000"/>
              <a:buNone/>
              <a:defRPr sz="3000"/>
            </a:lvl7pPr>
            <a:lvl8pPr lvl="7" algn="ctr" rtl="0">
              <a:lnSpc>
                <a:spcPct val="115000"/>
              </a:lnSpc>
              <a:spcBef>
                <a:spcPts val="0"/>
              </a:spcBef>
              <a:spcAft>
                <a:spcPts val="0"/>
              </a:spcAft>
              <a:buSzPts val="3000"/>
              <a:buNone/>
              <a:defRPr sz="3000"/>
            </a:lvl8pPr>
            <a:lvl9pPr lvl="8" algn="ctr" rtl="0">
              <a:lnSpc>
                <a:spcPct val="115000"/>
              </a:lnSpc>
              <a:spcBef>
                <a:spcPts val="0"/>
              </a:spcBef>
              <a:spcAft>
                <a:spcPts val="0"/>
              </a:spcAft>
              <a:buSzPts val="3000"/>
              <a:buNone/>
              <a:defRPr sz="3000"/>
            </a:lvl9pPr>
          </a:lstStyle>
          <a:p>
            <a:endParaRPr/>
          </a:p>
        </p:txBody>
      </p:sp>
      <p:grpSp>
        <p:nvGrpSpPr>
          <p:cNvPr id="151" name="Google Shape;151;p16"/>
          <p:cNvGrpSpPr/>
          <p:nvPr/>
        </p:nvGrpSpPr>
        <p:grpSpPr>
          <a:xfrm>
            <a:off x="259568" y="1973966"/>
            <a:ext cx="6622142" cy="3013471"/>
            <a:chOff x="7553711" y="-2334286"/>
            <a:chExt cx="7534579" cy="3428684"/>
          </a:xfrm>
        </p:grpSpPr>
        <p:sp>
          <p:nvSpPr>
            <p:cNvPr id="152" name="Google Shape;152;p16"/>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6"/>
            <p:cNvSpPr/>
            <p:nvPr/>
          </p:nvSpPr>
          <p:spPr>
            <a:xfrm>
              <a:off x="14882235" y="888343"/>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16"/>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 name="Google Shape;155;p16"/>
          <p:cNvGrpSpPr/>
          <p:nvPr/>
        </p:nvGrpSpPr>
        <p:grpSpPr>
          <a:xfrm>
            <a:off x="458900" y="-674125"/>
            <a:ext cx="10001150" cy="5624875"/>
            <a:chOff x="458900" y="-674125"/>
            <a:chExt cx="10001150" cy="5624875"/>
          </a:xfrm>
        </p:grpSpPr>
        <p:cxnSp>
          <p:nvCxnSpPr>
            <p:cNvPr id="156" name="Google Shape;156;p16"/>
            <p:cNvCxnSpPr/>
            <p:nvPr/>
          </p:nvCxnSpPr>
          <p:spPr>
            <a:xfrm rot="5400000">
              <a:off x="-510550" y="295325"/>
              <a:ext cx="2648100" cy="709200"/>
            </a:xfrm>
            <a:prstGeom prst="bentConnector3">
              <a:avLst>
                <a:gd name="adj1" fmla="val 40711"/>
              </a:avLst>
            </a:prstGeom>
            <a:noFill/>
            <a:ln w="19050" cap="flat" cmpd="sng">
              <a:solidFill>
                <a:schemeClr val="lt2"/>
              </a:solidFill>
              <a:prstDash val="solid"/>
              <a:round/>
              <a:headEnd type="none" w="med" len="med"/>
              <a:tailEnd type="oval" w="med" len="med"/>
            </a:ln>
          </p:spPr>
        </p:cxnSp>
        <p:cxnSp>
          <p:nvCxnSpPr>
            <p:cNvPr id="157" name="Google Shape;157;p16"/>
            <p:cNvCxnSpPr/>
            <p:nvPr/>
          </p:nvCxnSpPr>
          <p:spPr>
            <a:xfrm rot="5400000">
              <a:off x="-358150" y="447725"/>
              <a:ext cx="2648100" cy="709200"/>
            </a:xfrm>
            <a:prstGeom prst="bentConnector3">
              <a:avLst>
                <a:gd name="adj1" fmla="val 40711"/>
              </a:avLst>
            </a:prstGeom>
            <a:noFill/>
            <a:ln w="19050" cap="flat" cmpd="sng">
              <a:solidFill>
                <a:schemeClr val="lt2"/>
              </a:solidFill>
              <a:prstDash val="solid"/>
              <a:round/>
              <a:headEnd type="none" w="med" len="med"/>
              <a:tailEnd type="oval" w="med" len="med"/>
            </a:ln>
          </p:spPr>
        </p:cxnSp>
        <p:cxnSp>
          <p:nvCxnSpPr>
            <p:cNvPr id="158" name="Google Shape;158;p16"/>
            <p:cNvCxnSpPr/>
            <p:nvPr/>
          </p:nvCxnSpPr>
          <p:spPr>
            <a:xfrm flipH="1">
              <a:off x="6956600" y="3734250"/>
              <a:ext cx="3431400" cy="987000"/>
            </a:xfrm>
            <a:prstGeom prst="bentConnector3">
              <a:avLst>
                <a:gd name="adj1" fmla="val 45484"/>
              </a:avLst>
            </a:prstGeom>
            <a:noFill/>
            <a:ln w="19050" cap="flat" cmpd="sng">
              <a:solidFill>
                <a:schemeClr val="lt2"/>
              </a:solidFill>
              <a:prstDash val="solid"/>
              <a:round/>
              <a:headEnd type="none" w="med" len="med"/>
              <a:tailEnd type="oval" w="med" len="med"/>
            </a:ln>
          </p:spPr>
        </p:cxnSp>
        <p:cxnSp>
          <p:nvCxnSpPr>
            <p:cNvPr id="159" name="Google Shape;159;p16"/>
            <p:cNvCxnSpPr/>
            <p:nvPr/>
          </p:nvCxnSpPr>
          <p:spPr>
            <a:xfrm flipH="1">
              <a:off x="7656850" y="3932550"/>
              <a:ext cx="2803200" cy="10182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1" name="Shape 160"/>
        <p:cNvGrpSpPr/>
        <p:nvPr/>
      </p:nvGrpSpPr>
      <p:grpSpPr>
        <a:xfrm>
          <a:off x="0" y="0"/>
          <a:ext cx="0" cy="0"/>
          <a:chOff x="0" y="0"/>
          <a:chExt cx="0" cy="0"/>
        </a:xfrm>
      </p:grpSpPr>
      <p:sp>
        <p:nvSpPr>
          <p:cNvPr id="161" name="Google Shape;16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62" name="Google Shape;162;p17"/>
          <p:cNvSpPr txBox="1">
            <a:spLocks noGrp="1"/>
          </p:cNvSpPr>
          <p:nvPr>
            <p:ph type="subTitle" idx="1"/>
          </p:nvPr>
        </p:nvSpPr>
        <p:spPr>
          <a:xfrm>
            <a:off x="4827974" y="1602925"/>
            <a:ext cx="3318600" cy="19215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63" name="Google Shape;163;p17"/>
          <p:cNvSpPr txBox="1">
            <a:spLocks noGrp="1"/>
          </p:cNvSpPr>
          <p:nvPr>
            <p:ph type="subTitle" idx="2"/>
          </p:nvPr>
        </p:nvSpPr>
        <p:spPr>
          <a:xfrm>
            <a:off x="997425" y="1602925"/>
            <a:ext cx="3318600" cy="19215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grpSp>
        <p:nvGrpSpPr>
          <p:cNvPr id="164" name="Google Shape;164;p17"/>
          <p:cNvGrpSpPr/>
          <p:nvPr/>
        </p:nvGrpSpPr>
        <p:grpSpPr>
          <a:xfrm>
            <a:off x="-320650" y="-762725"/>
            <a:ext cx="9327075" cy="7125850"/>
            <a:chOff x="-320650" y="-762725"/>
            <a:chExt cx="9327075" cy="7125850"/>
          </a:xfrm>
        </p:grpSpPr>
        <p:cxnSp>
          <p:nvCxnSpPr>
            <p:cNvPr id="165" name="Google Shape;165;p17"/>
            <p:cNvCxnSpPr/>
            <p:nvPr/>
          </p:nvCxnSpPr>
          <p:spPr>
            <a:xfrm rot="-5400000" flipH="1">
              <a:off x="6857075" y="1775500"/>
              <a:ext cx="4097100" cy="187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66" name="Google Shape;166;p17"/>
            <p:cNvCxnSpPr/>
            <p:nvPr/>
          </p:nvCxnSpPr>
          <p:spPr>
            <a:xfrm rot="10800000" flipH="1">
              <a:off x="667900" y="4271400"/>
              <a:ext cx="2765700" cy="963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67" name="Google Shape;167;p17"/>
            <p:cNvCxnSpPr/>
            <p:nvPr/>
          </p:nvCxnSpPr>
          <p:spPr>
            <a:xfrm rot="5400000" flipH="1">
              <a:off x="7318025" y="3907700"/>
              <a:ext cx="3045000" cy="331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68" name="Google Shape;168;p17"/>
            <p:cNvCxnSpPr/>
            <p:nvPr/>
          </p:nvCxnSpPr>
          <p:spPr>
            <a:xfrm rot="5400000" flipH="1">
              <a:off x="7083950" y="4541675"/>
              <a:ext cx="3325500" cy="317400"/>
            </a:xfrm>
            <a:prstGeom prst="bentConnector3">
              <a:avLst>
                <a:gd name="adj1" fmla="val 64575"/>
              </a:avLst>
            </a:prstGeom>
            <a:noFill/>
            <a:ln w="19050" cap="flat" cmpd="sng">
              <a:solidFill>
                <a:schemeClr val="lt2"/>
              </a:solidFill>
              <a:prstDash val="solid"/>
              <a:round/>
              <a:headEnd type="none" w="med" len="med"/>
              <a:tailEnd type="oval" w="med" len="med"/>
            </a:ln>
          </p:spPr>
        </p:cxnSp>
        <p:cxnSp>
          <p:nvCxnSpPr>
            <p:cNvPr id="169" name="Google Shape;169;p17"/>
            <p:cNvCxnSpPr/>
            <p:nvPr/>
          </p:nvCxnSpPr>
          <p:spPr>
            <a:xfrm rot="10800000" flipH="1">
              <a:off x="-320650" y="4087825"/>
              <a:ext cx="5808300" cy="8787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70" name="Google Shape;170;p17"/>
            <p:cNvCxnSpPr/>
            <p:nvPr/>
          </p:nvCxnSpPr>
          <p:spPr>
            <a:xfrm rot="5400000">
              <a:off x="-237850" y="22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171" name="Google Shape;171;p17"/>
            <p:cNvCxnSpPr/>
            <p:nvPr/>
          </p:nvCxnSpPr>
          <p:spPr>
            <a:xfrm rot="5400000">
              <a:off x="-317750" y="-1327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72" name="Google Shape;172;p17"/>
          <p:cNvGrpSpPr/>
          <p:nvPr/>
        </p:nvGrpSpPr>
        <p:grpSpPr>
          <a:xfrm>
            <a:off x="179243" y="1771891"/>
            <a:ext cx="400449" cy="2933146"/>
            <a:chOff x="7553711" y="-2334286"/>
            <a:chExt cx="455625" cy="3337292"/>
          </a:xfrm>
        </p:grpSpPr>
        <p:sp>
          <p:nvSpPr>
            <p:cNvPr id="173" name="Google Shape;173;p17"/>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7"/>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7"/>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176"/>
        <p:cNvGrpSpPr/>
        <p:nvPr/>
      </p:nvGrpSpPr>
      <p:grpSpPr>
        <a:xfrm>
          <a:off x="0" y="0"/>
          <a:ext cx="0" cy="0"/>
          <a:chOff x="0" y="0"/>
          <a:chExt cx="0" cy="0"/>
        </a:xfrm>
      </p:grpSpPr>
      <p:sp>
        <p:nvSpPr>
          <p:cNvPr id="177" name="Google Shape;177;p18"/>
          <p:cNvSpPr txBox="1">
            <a:spLocks noGrp="1"/>
          </p:cNvSpPr>
          <p:nvPr>
            <p:ph type="title"/>
          </p:nvPr>
        </p:nvSpPr>
        <p:spPr>
          <a:xfrm>
            <a:off x="720000" y="1784150"/>
            <a:ext cx="3597900" cy="665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8" name="Google Shape;178;p18"/>
          <p:cNvSpPr txBox="1">
            <a:spLocks noGrp="1"/>
          </p:cNvSpPr>
          <p:nvPr>
            <p:ph type="subTitle" idx="1"/>
          </p:nvPr>
        </p:nvSpPr>
        <p:spPr>
          <a:xfrm>
            <a:off x="720000" y="2449450"/>
            <a:ext cx="3597900" cy="909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79" name="Google Shape;179;p18"/>
          <p:cNvGrpSpPr/>
          <p:nvPr/>
        </p:nvGrpSpPr>
        <p:grpSpPr>
          <a:xfrm>
            <a:off x="-313975" y="-235500"/>
            <a:ext cx="8764375" cy="5229850"/>
            <a:chOff x="-313975" y="-235500"/>
            <a:chExt cx="8764375" cy="5229850"/>
          </a:xfrm>
        </p:grpSpPr>
        <p:cxnSp>
          <p:nvCxnSpPr>
            <p:cNvPr id="180" name="Google Shape;180;p18"/>
            <p:cNvCxnSpPr/>
            <p:nvPr/>
          </p:nvCxnSpPr>
          <p:spPr>
            <a:xfrm>
              <a:off x="-122100" y="-12395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181" name="Google Shape;181;p18"/>
            <p:cNvCxnSpPr/>
            <p:nvPr/>
          </p:nvCxnSpPr>
          <p:spPr>
            <a:xfrm>
              <a:off x="-313975" y="-23550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grpSp>
      <p:grpSp>
        <p:nvGrpSpPr>
          <p:cNvPr id="182" name="Google Shape;182;p18"/>
          <p:cNvGrpSpPr/>
          <p:nvPr/>
        </p:nvGrpSpPr>
        <p:grpSpPr>
          <a:xfrm>
            <a:off x="8576588" y="4496315"/>
            <a:ext cx="422946" cy="368845"/>
            <a:chOff x="8576588" y="4496315"/>
            <a:chExt cx="422946" cy="368845"/>
          </a:xfrm>
        </p:grpSpPr>
        <p:sp>
          <p:nvSpPr>
            <p:cNvPr id="183" name="Google Shape;183;p18"/>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18"/>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185"/>
        <p:cNvGrpSpPr/>
        <p:nvPr/>
      </p:nvGrpSpPr>
      <p:grpSpPr>
        <a:xfrm>
          <a:off x="0" y="0"/>
          <a:ext cx="0" cy="0"/>
          <a:chOff x="0" y="0"/>
          <a:chExt cx="0" cy="0"/>
        </a:xfrm>
      </p:grpSpPr>
      <p:sp>
        <p:nvSpPr>
          <p:cNvPr id="186" name="Google Shape;186;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87" name="Google Shape;187;p19"/>
          <p:cNvSpPr txBox="1">
            <a:spLocks noGrp="1"/>
          </p:cNvSpPr>
          <p:nvPr>
            <p:ph type="subTitle" idx="1"/>
          </p:nvPr>
        </p:nvSpPr>
        <p:spPr>
          <a:xfrm>
            <a:off x="720000" y="1268825"/>
            <a:ext cx="7704000" cy="803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88" name="Google Shape;188;p19"/>
          <p:cNvGrpSpPr/>
          <p:nvPr/>
        </p:nvGrpSpPr>
        <p:grpSpPr>
          <a:xfrm>
            <a:off x="8217450" y="-781975"/>
            <a:ext cx="1124700" cy="6431700"/>
            <a:chOff x="8217450" y="-781975"/>
            <a:chExt cx="1124700" cy="6431700"/>
          </a:xfrm>
        </p:grpSpPr>
        <p:cxnSp>
          <p:nvCxnSpPr>
            <p:cNvPr id="189" name="Google Shape;189;p19"/>
            <p:cNvCxnSpPr/>
            <p:nvPr/>
          </p:nvCxnSpPr>
          <p:spPr>
            <a:xfrm rot="5400000">
              <a:off x="7864150" y="-1056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190" name="Google Shape;190;p19"/>
            <p:cNvCxnSpPr/>
            <p:nvPr/>
          </p:nvCxnSpPr>
          <p:spPr>
            <a:xfrm rot="5400000">
              <a:off x="8105550" y="-441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91" name="Google Shape;191;p19"/>
            <p:cNvCxnSpPr/>
            <p:nvPr/>
          </p:nvCxnSpPr>
          <p:spPr>
            <a:xfrm rot="-5400000">
              <a:off x="7613150" y="424377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192" name="Google Shape;192;p19"/>
            <p:cNvCxnSpPr/>
            <p:nvPr/>
          </p:nvCxnSpPr>
          <p:spPr>
            <a:xfrm rot="-5400000">
              <a:off x="7587450" y="430527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93" name="Google Shape;193;p19"/>
          <p:cNvGrpSpPr/>
          <p:nvPr/>
        </p:nvGrpSpPr>
        <p:grpSpPr>
          <a:xfrm>
            <a:off x="8618643" y="1192466"/>
            <a:ext cx="400449" cy="2933146"/>
            <a:chOff x="7553711" y="-2334286"/>
            <a:chExt cx="455625" cy="3337292"/>
          </a:xfrm>
        </p:grpSpPr>
        <p:sp>
          <p:nvSpPr>
            <p:cNvPr id="194" name="Google Shape;194;p19"/>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9"/>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9"/>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197"/>
        <p:cNvGrpSpPr/>
        <p:nvPr/>
      </p:nvGrpSpPr>
      <p:grpSpPr>
        <a:xfrm>
          <a:off x="0" y="0"/>
          <a:ext cx="0" cy="0"/>
          <a:chOff x="0" y="0"/>
          <a:chExt cx="0" cy="0"/>
        </a:xfrm>
      </p:grpSpPr>
      <p:sp>
        <p:nvSpPr>
          <p:cNvPr id="198" name="Google Shape;198;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99" name="Google Shape;199;p20"/>
          <p:cNvSpPr txBox="1">
            <a:spLocks noGrp="1"/>
          </p:cNvSpPr>
          <p:nvPr>
            <p:ph type="subTitle" idx="1"/>
          </p:nvPr>
        </p:nvSpPr>
        <p:spPr>
          <a:xfrm>
            <a:off x="2185575" y="2009825"/>
            <a:ext cx="5249100" cy="606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rtl="0">
              <a:lnSpc>
                <a:spcPct val="115000"/>
              </a:lnSpc>
              <a:spcBef>
                <a:spcPts val="0"/>
              </a:spcBef>
              <a:spcAft>
                <a:spcPts val="0"/>
              </a:spcAft>
              <a:buSzPts val="2800"/>
              <a:buNone/>
              <a:defRPr sz="2800"/>
            </a:lvl2pPr>
            <a:lvl3pPr lvl="2" rtl="0">
              <a:lnSpc>
                <a:spcPct val="115000"/>
              </a:lnSpc>
              <a:spcBef>
                <a:spcPts val="0"/>
              </a:spcBef>
              <a:spcAft>
                <a:spcPts val="0"/>
              </a:spcAft>
              <a:buSzPts val="2800"/>
              <a:buNone/>
              <a:defRPr sz="2800"/>
            </a:lvl3pPr>
            <a:lvl4pPr lvl="3" rtl="0">
              <a:lnSpc>
                <a:spcPct val="115000"/>
              </a:lnSpc>
              <a:spcBef>
                <a:spcPts val="0"/>
              </a:spcBef>
              <a:spcAft>
                <a:spcPts val="0"/>
              </a:spcAft>
              <a:buSzPts val="2800"/>
              <a:buNone/>
              <a:defRPr sz="2800"/>
            </a:lvl4pPr>
            <a:lvl5pPr lvl="4" rtl="0">
              <a:lnSpc>
                <a:spcPct val="115000"/>
              </a:lnSpc>
              <a:spcBef>
                <a:spcPts val="0"/>
              </a:spcBef>
              <a:spcAft>
                <a:spcPts val="0"/>
              </a:spcAft>
              <a:buSzPts val="2800"/>
              <a:buNone/>
              <a:defRPr sz="2800"/>
            </a:lvl5pPr>
            <a:lvl6pPr lvl="5" rtl="0">
              <a:lnSpc>
                <a:spcPct val="115000"/>
              </a:lnSpc>
              <a:spcBef>
                <a:spcPts val="0"/>
              </a:spcBef>
              <a:spcAft>
                <a:spcPts val="0"/>
              </a:spcAft>
              <a:buSzPts val="2800"/>
              <a:buNone/>
              <a:defRPr sz="2800"/>
            </a:lvl6pPr>
            <a:lvl7pPr lvl="6" rtl="0">
              <a:lnSpc>
                <a:spcPct val="115000"/>
              </a:lnSpc>
              <a:spcBef>
                <a:spcPts val="0"/>
              </a:spcBef>
              <a:spcAft>
                <a:spcPts val="0"/>
              </a:spcAft>
              <a:buSzPts val="2800"/>
              <a:buNone/>
              <a:defRPr sz="2800"/>
            </a:lvl7pPr>
            <a:lvl8pPr lvl="7" rtl="0">
              <a:lnSpc>
                <a:spcPct val="115000"/>
              </a:lnSpc>
              <a:spcBef>
                <a:spcPts val="0"/>
              </a:spcBef>
              <a:spcAft>
                <a:spcPts val="0"/>
              </a:spcAft>
              <a:buSzPts val="2800"/>
              <a:buNone/>
              <a:defRPr sz="2800"/>
            </a:lvl8pPr>
            <a:lvl9pPr lvl="8" rtl="0">
              <a:lnSpc>
                <a:spcPct val="115000"/>
              </a:lnSpc>
              <a:spcBef>
                <a:spcPts val="0"/>
              </a:spcBef>
              <a:spcAft>
                <a:spcPts val="0"/>
              </a:spcAft>
              <a:buSzPts val="2800"/>
              <a:buNone/>
              <a:defRPr sz="2800"/>
            </a:lvl9pPr>
          </a:lstStyle>
          <a:p>
            <a:endParaRPr/>
          </a:p>
        </p:txBody>
      </p:sp>
      <p:sp>
        <p:nvSpPr>
          <p:cNvPr id="200" name="Google Shape;200;p20"/>
          <p:cNvSpPr txBox="1">
            <a:spLocks noGrp="1"/>
          </p:cNvSpPr>
          <p:nvPr>
            <p:ph type="subTitle" idx="2"/>
          </p:nvPr>
        </p:nvSpPr>
        <p:spPr>
          <a:xfrm>
            <a:off x="2185575" y="3459225"/>
            <a:ext cx="5249100" cy="642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rtl="0">
              <a:lnSpc>
                <a:spcPct val="115000"/>
              </a:lnSpc>
              <a:spcBef>
                <a:spcPts val="0"/>
              </a:spcBef>
              <a:spcAft>
                <a:spcPts val="0"/>
              </a:spcAft>
              <a:buSzPts val="2800"/>
              <a:buNone/>
              <a:defRPr sz="2800"/>
            </a:lvl2pPr>
            <a:lvl3pPr lvl="2" rtl="0">
              <a:lnSpc>
                <a:spcPct val="115000"/>
              </a:lnSpc>
              <a:spcBef>
                <a:spcPts val="0"/>
              </a:spcBef>
              <a:spcAft>
                <a:spcPts val="0"/>
              </a:spcAft>
              <a:buSzPts val="2800"/>
              <a:buNone/>
              <a:defRPr sz="2800"/>
            </a:lvl3pPr>
            <a:lvl4pPr lvl="3" rtl="0">
              <a:lnSpc>
                <a:spcPct val="115000"/>
              </a:lnSpc>
              <a:spcBef>
                <a:spcPts val="0"/>
              </a:spcBef>
              <a:spcAft>
                <a:spcPts val="0"/>
              </a:spcAft>
              <a:buSzPts val="2800"/>
              <a:buNone/>
              <a:defRPr sz="2800"/>
            </a:lvl4pPr>
            <a:lvl5pPr lvl="4" rtl="0">
              <a:lnSpc>
                <a:spcPct val="115000"/>
              </a:lnSpc>
              <a:spcBef>
                <a:spcPts val="0"/>
              </a:spcBef>
              <a:spcAft>
                <a:spcPts val="0"/>
              </a:spcAft>
              <a:buSzPts val="2800"/>
              <a:buNone/>
              <a:defRPr sz="2800"/>
            </a:lvl5pPr>
            <a:lvl6pPr lvl="5" rtl="0">
              <a:lnSpc>
                <a:spcPct val="115000"/>
              </a:lnSpc>
              <a:spcBef>
                <a:spcPts val="0"/>
              </a:spcBef>
              <a:spcAft>
                <a:spcPts val="0"/>
              </a:spcAft>
              <a:buSzPts val="2800"/>
              <a:buNone/>
              <a:defRPr sz="2800"/>
            </a:lvl6pPr>
            <a:lvl7pPr lvl="6" rtl="0">
              <a:lnSpc>
                <a:spcPct val="115000"/>
              </a:lnSpc>
              <a:spcBef>
                <a:spcPts val="0"/>
              </a:spcBef>
              <a:spcAft>
                <a:spcPts val="0"/>
              </a:spcAft>
              <a:buSzPts val="2800"/>
              <a:buNone/>
              <a:defRPr sz="2800"/>
            </a:lvl7pPr>
            <a:lvl8pPr lvl="7" rtl="0">
              <a:lnSpc>
                <a:spcPct val="115000"/>
              </a:lnSpc>
              <a:spcBef>
                <a:spcPts val="0"/>
              </a:spcBef>
              <a:spcAft>
                <a:spcPts val="0"/>
              </a:spcAft>
              <a:buSzPts val="2800"/>
              <a:buNone/>
              <a:defRPr sz="2800"/>
            </a:lvl8pPr>
            <a:lvl9pPr lvl="8" rtl="0">
              <a:lnSpc>
                <a:spcPct val="115000"/>
              </a:lnSpc>
              <a:spcBef>
                <a:spcPts val="0"/>
              </a:spcBef>
              <a:spcAft>
                <a:spcPts val="0"/>
              </a:spcAft>
              <a:buSzPts val="2800"/>
              <a:buNone/>
              <a:defRPr sz="2800"/>
            </a:lvl9pPr>
          </a:lstStyle>
          <a:p>
            <a:endParaRPr/>
          </a:p>
        </p:txBody>
      </p:sp>
      <p:sp>
        <p:nvSpPr>
          <p:cNvPr id="201" name="Google Shape;201;p20"/>
          <p:cNvSpPr txBox="1">
            <a:spLocks noGrp="1"/>
          </p:cNvSpPr>
          <p:nvPr>
            <p:ph type="subTitle" idx="3"/>
          </p:nvPr>
        </p:nvSpPr>
        <p:spPr>
          <a:xfrm>
            <a:off x="2185575" y="1636925"/>
            <a:ext cx="5249100" cy="369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02" name="Google Shape;202;p20"/>
          <p:cNvSpPr txBox="1">
            <a:spLocks noGrp="1"/>
          </p:cNvSpPr>
          <p:nvPr>
            <p:ph type="subTitle" idx="4"/>
          </p:nvPr>
        </p:nvSpPr>
        <p:spPr>
          <a:xfrm>
            <a:off x="2185575" y="3089325"/>
            <a:ext cx="5249100" cy="369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03" name="Google Shape;203;p20"/>
          <p:cNvGrpSpPr/>
          <p:nvPr/>
        </p:nvGrpSpPr>
        <p:grpSpPr>
          <a:xfrm>
            <a:off x="-215750" y="-592117"/>
            <a:ext cx="9367675" cy="5637900"/>
            <a:chOff x="-215750" y="-592117"/>
            <a:chExt cx="9367675" cy="5637900"/>
          </a:xfrm>
        </p:grpSpPr>
        <p:grpSp>
          <p:nvGrpSpPr>
            <p:cNvPr id="204" name="Google Shape;204;p20"/>
            <p:cNvGrpSpPr/>
            <p:nvPr/>
          </p:nvGrpSpPr>
          <p:grpSpPr>
            <a:xfrm>
              <a:off x="-215750" y="-592117"/>
              <a:ext cx="9215275" cy="5485500"/>
              <a:chOff x="-215750" y="-592117"/>
              <a:chExt cx="9215275" cy="5485500"/>
            </a:xfrm>
          </p:grpSpPr>
          <p:cxnSp>
            <p:nvCxnSpPr>
              <p:cNvPr id="205" name="Google Shape;205;p20"/>
              <p:cNvCxnSpPr/>
              <p:nvPr/>
            </p:nvCxnSpPr>
            <p:spPr>
              <a:xfrm>
                <a:off x="67325" y="-592117"/>
                <a:ext cx="8932200" cy="5485500"/>
              </a:xfrm>
              <a:prstGeom prst="bentConnector3">
                <a:avLst>
                  <a:gd name="adj1" fmla="val 814"/>
                </a:avLst>
              </a:prstGeom>
              <a:noFill/>
              <a:ln w="19050" cap="flat" cmpd="sng">
                <a:solidFill>
                  <a:schemeClr val="lt2"/>
                </a:solidFill>
                <a:prstDash val="solid"/>
                <a:round/>
                <a:headEnd type="none" w="med" len="med"/>
                <a:tailEnd type="oval" w="med" len="med"/>
              </a:ln>
            </p:spPr>
          </p:cxnSp>
          <p:cxnSp>
            <p:nvCxnSpPr>
              <p:cNvPr id="206" name="Google Shape;206;p20"/>
              <p:cNvCxnSpPr/>
              <p:nvPr/>
            </p:nvCxnSpPr>
            <p:spPr>
              <a:xfrm>
                <a:off x="-215750" y="165250"/>
                <a:ext cx="9111900" cy="126000"/>
              </a:xfrm>
              <a:prstGeom prst="bentConnector3">
                <a:avLst>
                  <a:gd name="adj1" fmla="val 50000"/>
                </a:avLst>
              </a:prstGeom>
              <a:noFill/>
              <a:ln w="19050" cap="flat" cmpd="sng">
                <a:solidFill>
                  <a:schemeClr val="lt2"/>
                </a:solidFill>
                <a:prstDash val="solid"/>
                <a:round/>
                <a:headEnd type="none" w="med" len="med"/>
                <a:tailEnd type="oval" w="med" len="med"/>
              </a:ln>
            </p:spPr>
          </p:cxnSp>
        </p:grpSp>
        <p:cxnSp>
          <p:nvCxnSpPr>
            <p:cNvPr id="207" name="Google Shape;207;p20"/>
            <p:cNvCxnSpPr/>
            <p:nvPr/>
          </p:nvCxnSpPr>
          <p:spPr>
            <a:xfrm>
              <a:off x="-63350" y="317650"/>
              <a:ext cx="9111900" cy="126000"/>
            </a:xfrm>
            <a:prstGeom prst="bentConnector3">
              <a:avLst>
                <a:gd name="adj1" fmla="val 46942"/>
              </a:avLst>
            </a:prstGeom>
            <a:noFill/>
            <a:ln w="19050" cap="flat" cmpd="sng">
              <a:solidFill>
                <a:schemeClr val="lt2"/>
              </a:solidFill>
              <a:prstDash val="solid"/>
              <a:round/>
              <a:headEnd type="none" w="med" len="med"/>
              <a:tailEnd type="oval" w="med" len="med"/>
            </a:ln>
          </p:spPr>
        </p:cxnSp>
        <p:cxnSp>
          <p:nvCxnSpPr>
            <p:cNvPr id="208" name="Google Shape;208;p20"/>
            <p:cNvCxnSpPr/>
            <p:nvPr/>
          </p:nvCxnSpPr>
          <p:spPr>
            <a:xfrm>
              <a:off x="219725" y="-439717"/>
              <a:ext cx="8932200" cy="5485500"/>
            </a:xfrm>
            <a:prstGeom prst="bentConnector3">
              <a:avLst>
                <a:gd name="adj1" fmla="val 814"/>
              </a:avLst>
            </a:prstGeom>
            <a:noFill/>
            <a:ln w="19050" cap="flat" cmpd="sng">
              <a:solidFill>
                <a:schemeClr val="lt2"/>
              </a:solidFill>
              <a:prstDash val="solid"/>
              <a:round/>
              <a:headEnd type="none" w="med" len="med"/>
              <a:tailEnd type="oval" w="med" len="med"/>
            </a:ln>
          </p:spPr>
        </p:cxnSp>
      </p:grpSp>
      <p:grpSp>
        <p:nvGrpSpPr>
          <p:cNvPr id="209" name="Google Shape;209;p20"/>
          <p:cNvGrpSpPr/>
          <p:nvPr/>
        </p:nvGrpSpPr>
        <p:grpSpPr>
          <a:xfrm>
            <a:off x="8430781" y="-10172"/>
            <a:ext cx="568753" cy="4875332"/>
            <a:chOff x="8430781" y="-10172"/>
            <a:chExt cx="568753" cy="4875332"/>
          </a:xfrm>
        </p:grpSpPr>
        <p:grpSp>
          <p:nvGrpSpPr>
            <p:cNvPr id="210" name="Google Shape;210;p20"/>
            <p:cNvGrpSpPr/>
            <p:nvPr/>
          </p:nvGrpSpPr>
          <p:grpSpPr>
            <a:xfrm>
              <a:off x="8576588" y="4496315"/>
              <a:ext cx="422946" cy="368845"/>
              <a:chOff x="8576588" y="4496315"/>
              <a:chExt cx="422946" cy="368845"/>
            </a:xfrm>
          </p:grpSpPr>
          <p:sp>
            <p:nvSpPr>
              <p:cNvPr id="211" name="Google Shape;211;p20"/>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0"/>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 name="Google Shape;213;p20"/>
            <p:cNvGrpSpPr/>
            <p:nvPr/>
          </p:nvGrpSpPr>
          <p:grpSpPr>
            <a:xfrm>
              <a:off x="8430781" y="-10172"/>
              <a:ext cx="290111" cy="925970"/>
              <a:chOff x="8430781" y="3939190"/>
              <a:chExt cx="290111" cy="925970"/>
            </a:xfrm>
          </p:grpSpPr>
          <p:sp>
            <p:nvSpPr>
              <p:cNvPr id="214" name="Google Shape;214;p20"/>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0"/>
              <p:cNvSpPr/>
              <p:nvPr/>
            </p:nvSpPr>
            <p:spPr>
              <a:xfrm rot="-5400000">
                <a:off x="8430769" y="3939203"/>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216"/>
        <p:cNvGrpSpPr/>
        <p:nvPr/>
      </p:nvGrpSpPr>
      <p:grpSpPr>
        <a:xfrm>
          <a:off x="0" y="0"/>
          <a:ext cx="0" cy="0"/>
          <a:chOff x="0" y="0"/>
          <a:chExt cx="0" cy="0"/>
        </a:xfrm>
      </p:grpSpPr>
      <p:sp>
        <p:nvSpPr>
          <p:cNvPr id="217" name="Google Shape;217;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18" name="Google Shape;218;p21"/>
          <p:cNvSpPr txBox="1">
            <a:spLocks noGrp="1"/>
          </p:cNvSpPr>
          <p:nvPr>
            <p:ph type="subTitle" idx="1"/>
          </p:nvPr>
        </p:nvSpPr>
        <p:spPr>
          <a:xfrm>
            <a:off x="946900" y="1391225"/>
            <a:ext cx="3655800" cy="2788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
        <p:nvSpPr>
          <p:cNvPr id="219" name="Google Shape;219;p21"/>
          <p:cNvSpPr txBox="1">
            <a:spLocks noGrp="1"/>
          </p:cNvSpPr>
          <p:nvPr>
            <p:ph type="subTitle" idx="2"/>
          </p:nvPr>
        </p:nvSpPr>
        <p:spPr>
          <a:xfrm>
            <a:off x="4768200" y="1391225"/>
            <a:ext cx="3655800" cy="2788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Char char="●"/>
              <a:defRPr b="1"/>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grpSp>
        <p:nvGrpSpPr>
          <p:cNvPr id="220" name="Google Shape;220;p21"/>
          <p:cNvGrpSpPr/>
          <p:nvPr/>
        </p:nvGrpSpPr>
        <p:grpSpPr>
          <a:xfrm>
            <a:off x="151350" y="-3269025"/>
            <a:ext cx="9343200" cy="7939700"/>
            <a:chOff x="151350" y="-3269025"/>
            <a:chExt cx="9343200" cy="7939700"/>
          </a:xfrm>
        </p:grpSpPr>
        <p:cxnSp>
          <p:nvCxnSpPr>
            <p:cNvPr id="221" name="Google Shape;221;p21"/>
            <p:cNvCxnSpPr/>
            <p:nvPr/>
          </p:nvCxnSpPr>
          <p:spPr>
            <a:xfrm rot="5400000">
              <a:off x="7864150" y="-1056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222" name="Google Shape;222;p21"/>
            <p:cNvCxnSpPr/>
            <p:nvPr/>
          </p:nvCxnSpPr>
          <p:spPr>
            <a:xfrm rot="5400000">
              <a:off x="8105550" y="-441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3" name="Google Shape;223;p21"/>
            <p:cNvCxnSpPr/>
            <p:nvPr/>
          </p:nvCxnSpPr>
          <p:spPr>
            <a:xfrm rot="-5400000" flipH="1">
              <a:off x="6680600" y="1389250"/>
              <a:ext cx="3956400" cy="30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4" name="Google Shape;224;p21"/>
            <p:cNvCxnSpPr/>
            <p:nvPr/>
          </p:nvCxnSpPr>
          <p:spPr>
            <a:xfrm rot="5400000">
              <a:off x="6559050" y="1735175"/>
              <a:ext cx="5192400" cy="678600"/>
            </a:xfrm>
            <a:prstGeom prst="bentConnector3">
              <a:avLst>
                <a:gd name="adj1" fmla="val 35464"/>
              </a:avLst>
            </a:prstGeom>
            <a:noFill/>
            <a:ln w="19050" cap="flat" cmpd="sng">
              <a:solidFill>
                <a:schemeClr val="lt2"/>
              </a:solidFill>
              <a:prstDash val="solid"/>
              <a:round/>
              <a:headEnd type="none" w="med" len="med"/>
              <a:tailEnd type="oval" w="med" len="med"/>
            </a:ln>
          </p:spPr>
        </p:cxnSp>
        <p:cxnSp>
          <p:nvCxnSpPr>
            <p:cNvPr id="225" name="Google Shape;225;p21"/>
            <p:cNvCxnSpPr/>
            <p:nvPr/>
          </p:nvCxnSpPr>
          <p:spPr>
            <a:xfrm rot="5400000">
              <a:off x="-1267400" y="-1712325"/>
              <a:ext cx="3789900" cy="6765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6" name="Google Shape;226;p21"/>
            <p:cNvCxnSpPr/>
            <p:nvPr/>
          </p:nvCxnSpPr>
          <p:spPr>
            <a:xfrm rot="5400000">
              <a:off x="-1476000" y="-1533825"/>
              <a:ext cx="4141200" cy="8865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7" name="Google Shape;227;p21"/>
            <p:cNvCxnSpPr/>
            <p:nvPr/>
          </p:nvCxnSpPr>
          <p:spPr>
            <a:xfrm rot="-5400000" flipH="1">
              <a:off x="-1623700" y="-1097800"/>
              <a:ext cx="3956400" cy="30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8" name="Google Shape;228;p21"/>
            <p:cNvCxnSpPr/>
            <p:nvPr/>
          </p:nvCxnSpPr>
          <p:spPr>
            <a:xfrm rot="5400000">
              <a:off x="-1745250" y="-751875"/>
              <a:ext cx="5192400" cy="678600"/>
            </a:xfrm>
            <a:prstGeom prst="bentConnector3">
              <a:avLst>
                <a:gd name="adj1" fmla="val 35464"/>
              </a:avLst>
            </a:prstGeom>
            <a:noFill/>
            <a:ln w="19050" cap="flat" cmpd="sng">
              <a:solidFill>
                <a:schemeClr val="lt2"/>
              </a:solidFill>
              <a:prstDash val="solid"/>
              <a:round/>
              <a:headEnd type="none" w="med" len="med"/>
              <a:tailEnd type="oval" w="med" len="med"/>
            </a:ln>
          </p:spPr>
        </p:cxnSp>
      </p:grpSp>
      <p:grpSp>
        <p:nvGrpSpPr>
          <p:cNvPr id="229" name="Google Shape;229;p21"/>
          <p:cNvGrpSpPr/>
          <p:nvPr/>
        </p:nvGrpSpPr>
        <p:grpSpPr>
          <a:xfrm>
            <a:off x="151475" y="1703025"/>
            <a:ext cx="8644525" cy="3344075"/>
            <a:chOff x="151475" y="1703025"/>
            <a:chExt cx="8644525" cy="3344075"/>
          </a:xfrm>
        </p:grpSpPr>
        <p:sp>
          <p:nvSpPr>
            <p:cNvPr id="230" name="Google Shape;230;p21"/>
            <p:cNvSpPr/>
            <p:nvPr/>
          </p:nvSpPr>
          <p:spPr>
            <a:xfrm>
              <a:off x="151475" y="1703025"/>
              <a:ext cx="183600" cy="1836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1" name="Google Shape;231;p21"/>
            <p:cNvSpPr/>
            <p:nvPr/>
          </p:nvSpPr>
          <p:spPr>
            <a:xfrm>
              <a:off x="335075" y="2612825"/>
              <a:ext cx="83400" cy="834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2" name="Google Shape;232;p21"/>
            <p:cNvSpPr/>
            <p:nvPr/>
          </p:nvSpPr>
          <p:spPr>
            <a:xfrm>
              <a:off x="235000" y="2880000"/>
              <a:ext cx="183600" cy="183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3" name="Google Shape;233;p21"/>
            <p:cNvSpPr/>
            <p:nvPr/>
          </p:nvSpPr>
          <p:spPr>
            <a:xfrm>
              <a:off x="335075" y="3371175"/>
              <a:ext cx="83400" cy="834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4" name="Google Shape;234;p21"/>
            <p:cNvSpPr/>
            <p:nvPr/>
          </p:nvSpPr>
          <p:spPr>
            <a:xfrm>
              <a:off x="8612400" y="4863500"/>
              <a:ext cx="183600" cy="183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235"/>
        <p:cNvGrpSpPr/>
        <p:nvPr/>
      </p:nvGrpSpPr>
      <p:grpSpPr>
        <a:xfrm>
          <a:off x="0" y="0"/>
          <a:ext cx="0" cy="0"/>
          <a:chOff x="0" y="0"/>
          <a:chExt cx="0" cy="0"/>
        </a:xfrm>
      </p:grpSpPr>
      <p:sp>
        <p:nvSpPr>
          <p:cNvPr id="236" name="Google Shape;236;p22"/>
          <p:cNvSpPr txBox="1">
            <a:spLocks noGrp="1"/>
          </p:cNvSpPr>
          <p:nvPr>
            <p:ph type="subTitle" idx="1"/>
          </p:nvPr>
        </p:nvSpPr>
        <p:spPr>
          <a:xfrm>
            <a:off x="937700" y="3138773"/>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37" name="Google Shape;237;p22"/>
          <p:cNvSpPr txBox="1">
            <a:spLocks noGrp="1"/>
          </p:cNvSpPr>
          <p:nvPr>
            <p:ph type="subTitle" idx="2"/>
          </p:nvPr>
        </p:nvSpPr>
        <p:spPr>
          <a:xfrm>
            <a:off x="3484422" y="3138773"/>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38" name="Google Shape;238;p22"/>
          <p:cNvSpPr txBox="1">
            <a:spLocks noGrp="1"/>
          </p:cNvSpPr>
          <p:nvPr>
            <p:ph type="subTitle" idx="3"/>
          </p:nvPr>
        </p:nvSpPr>
        <p:spPr>
          <a:xfrm>
            <a:off x="6031150" y="3138773"/>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39" name="Google Shape;239;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0" name="Google Shape;240;p22"/>
          <p:cNvSpPr txBox="1">
            <a:spLocks noGrp="1"/>
          </p:cNvSpPr>
          <p:nvPr>
            <p:ph type="subTitle" idx="4"/>
          </p:nvPr>
        </p:nvSpPr>
        <p:spPr>
          <a:xfrm>
            <a:off x="937700" y="2828225"/>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41" name="Google Shape;241;p22"/>
          <p:cNvSpPr txBox="1">
            <a:spLocks noGrp="1"/>
          </p:cNvSpPr>
          <p:nvPr>
            <p:ph type="subTitle" idx="5"/>
          </p:nvPr>
        </p:nvSpPr>
        <p:spPr>
          <a:xfrm>
            <a:off x="3484422" y="2828225"/>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42" name="Google Shape;242;p22"/>
          <p:cNvSpPr txBox="1">
            <a:spLocks noGrp="1"/>
          </p:cNvSpPr>
          <p:nvPr>
            <p:ph type="subTitle" idx="6"/>
          </p:nvPr>
        </p:nvSpPr>
        <p:spPr>
          <a:xfrm>
            <a:off x="6031150" y="2828225"/>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43" name="Google Shape;243;p22"/>
          <p:cNvGrpSpPr/>
          <p:nvPr/>
        </p:nvGrpSpPr>
        <p:grpSpPr>
          <a:xfrm>
            <a:off x="4047014" y="42573"/>
            <a:ext cx="4967892" cy="427565"/>
            <a:chOff x="4047014" y="42573"/>
            <a:chExt cx="4967892" cy="427565"/>
          </a:xfrm>
        </p:grpSpPr>
        <p:sp>
          <p:nvSpPr>
            <p:cNvPr id="244" name="Google Shape;244;p22"/>
            <p:cNvSpPr/>
            <p:nvPr/>
          </p:nvSpPr>
          <p:spPr>
            <a:xfrm rot="-5400000">
              <a:off x="4047014" y="223696"/>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2"/>
            <p:cNvSpPr/>
            <p:nvPr/>
          </p:nvSpPr>
          <p:spPr>
            <a:xfrm rot="-5400000">
              <a:off x="5047357" y="42573"/>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2"/>
            <p:cNvSpPr/>
            <p:nvPr/>
          </p:nvSpPr>
          <p:spPr>
            <a:xfrm rot="-5400000">
              <a:off x="8881913" y="280415"/>
              <a:ext cx="132993" cy="132993"/>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 name="Google Shape;247;p22"/>
          <p:cNvGrpSpPr/>
          <p:nvPr/>
        </p:nvGrpSpPr>
        <p:grpSpPr>
          <a:xfrm>
            <a:off x="-491175" y="145189"/>
            <a:ext cx="10284997" cy="4769636"/>
            <a:chOff x="-491175" y="145189"/>
            <a:chExt cx="10284997" cy="4769636"/>
          </a:xfrm>
        </p:grpSpPr>
        <p:cxnSp>
          <p:nvCxnSpPr>
            <p:cNvPr id="248" name="Google Shape;248;p22"/>
            <p:cNvCxnSpPr/>
            <p:nvPr/>
          </p:nvCxnSpPr>
          <p:spPr>
            <a:xfrm rot="10800000">
              <a:off x="4978547" y="271239"/>
              <a:ext cx="4686900" cy="546300"/>
            </a:xfrm>
            <a:prstGeom prst="bentConnector3">
              <a:avLst>
                <a:gd name="adj1" fmla="val 18882"/>
              </a:avLst>
            </a:prstGeom>
            <a:noFill/>
            <a:ln w="19050" cap="flat" cmpd="sng">
              <a:solidFill>
                <a:schemeClr val="lt2"/>
              </a:solidFill>
              <a:prstDash val="solid"/>
              <a:round/>
              <a:headEnd type="none" w="med" len="med"/>
              <a:tailEnd type="oval" w="med" len="med"/>
            </a:ln>
          </p:spPr>
        </p:cxnSp>
        <p:cxnSp>
          <p:nvCxnSpPr>
            <p:cNvPr id="249" name="Google Shape;249;p22"/>
            <p:cNvCxnSpPr/>
            <p:nvPr/>
          </p:nvCxnSpPr>
          <p:spPr>
            <a:xfrm rot="10800000">
              <a:off x="5653822" y="145189"/>
              <a:ext cx="4140000" cy="606600"/>
            </a:xfrm>
            <a:prstGeom prst="bentConnector3">
              <a:avLst>
                <a:gd name="adj1" fmla="val 32793"/>
              </a:avLst>
            </a:prstGeom>
            <a:noFill/>
            <a:ln w="19050" cap="flat" cmpd="sng">
              <a:solidFill>
                <a:schemeClr val="lt2"/>
              </a:solidFill>
              <a:prstDash val="solid"/>
              <a:round/>
              <a:headEnd type="none" w="med" len="med"/>
              <a:tailEnd type="oval" w="med" len="med"/>
            </a:ln>
          </p:spPr>
        </p:cxnSp>
        <p:cxnSp>
          <p:nvCxnSpPr>
            <p:cNvPr id="250" name="Google Shape;250;p22"/>
            <p:cNvCxnSpPr/>
            <p:nvPr/>
          </p:nvCxnSpPr>
          <p:spPr>
            <a:xfrm>
              <a:off x="-491175" y="4640850"/>
              <a:ext cx="8531100" cy="213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51" name="Google Shape;251;p22"/>
            <p:cNvCxnSpPr/>
            <p:nvPr/>
          </p:nvCxnSpPr>
          <p:spPr>
            <a:xfrm>
              <a:off x="-399350" y="4560525"/>
              <a:ext cx="6630600" cy="3543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252"/>
        <p:cNvGrpSpPr/>
        <p:nvPr/>
      </p:nvGrpSpPr>
      <p:grpSpPr>
        <a:xfrm>
          <a:off x="0" y="0"/>
          <a:ext cx="0" cy="0"/>
          <a:chOff x="0" y="0"/>
          <a:chExt cx="0" cy="0"/>
        </a:xfrm>
      </p:grpSpPr>
      <p:sp>
        <p:nvSpPr>
          <p:cNvPr id="253" name="Google Shape;253;p23"/>
          <p:cNvSpPr txBox="1">
            <a:spLocks noGrp="1"/>
          </p:cNvSpPr>
          <p:nvPr>
            <p:ph type="subTitle" idx="1"/>
          </p:nvPr>
        </p:nvSpPr>
        <p:spPr>
          <a:xfrm>
            <a:off x="937700" y="3701348"/>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54" name="Google Shape;254;p23"/>
          <p:cNvSpPr txBox="1">
            <a:spLocks noGrp="1"/>
          </p:cNvSpPr>
          <p:nvPr>
            <p:ph type="subTitle" idx="2"/>
          </p:nvPr>
        </p:nvSpPr>
        <p:spPr>
          <a:xfrm>
            <a:off x="3484422" y="3701348"/>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55" name="Google Shape;255;p23"/>
          <p:cNvSpPr txBox="1">
            <a:spLocks noGrp="1"/>
          </p:cNvSpPr>
          <p:nvPr>
            <p:ph type="subTitle" idx="3"/>
          </p:nvPr>
        </p:nvSpPr>
        <p:spPr>
          <a:xfrm>
            <a:off x="6031150" y="3701348"/>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56" name="Google Shape;256;p2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57" name="Google Shape;257;p23"/>
          <p:cNvSpPr txBox="1">
            <a:spLocks noGrp="1"/>
          </p:cNvSpPr>
          <p:nvPr>
            <p:ph type="subTitle" idx="4"/>
          </p:nvPr>
        </p:nvSpPr>
        <p:spPr>
          <a:xfrm>
            <a:off x="937700" y="3390800"/>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58" name="Google Shape;258;p23"/>
          <p:cNvSpPr txBox="1">
            <a:spLocks noGrp="1"/>
          </p:cNvSpPr>
          <p:nvPr>
            <p:ph type="subTitle" idx="5"/>
          </p:nvPr>
        </p:nvSpPr>
        <p:spPr>
          <a:xfrm>
            <a:off x="3484422" y="3390800"/>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59" name="Google Shape;259;p23"/>
          <p:cNvSpPr txBox="1">
            <a:spLocks noGrp="1"/>
          </p:cNvSpPr>
          <p:nvPr>
            <p:ph type="subTitle" idx="6"/>
          </p:nvPr>
        </p:nvSpPr>
        <p:spPr>
          <a:xfrm>
            <a:off x="6031150" y="3390800"/>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60" name="Google Shape;260;p23"/>
          <p:cNvGrpSpPr/>
          <p:nvPr/>
        </p:nvGrpSpPr>
        <p:grpSpPr>
          <a:xfrm>
            <a:off x="8577868" y="74717"/>
            <a:ext cx="605875" cy="4412242"/>
            <a:chOff x="8577868" y="74717"/>
            <a:chExt cx="605875" cy="4412242"/>
          </a:xfrm>
        </p:grpSpPr>
        <p:sp>
          <p:nvSpPr>
            <p:cNvPr id="261" name="Google Shape;261;p23"/>
            <p:cNvSpPr/>
            <p:nvPr/>
          </p:nvSpPr>
          <p:spPr>
            <a:xfrm>
              <a:off x="8937302" y="74717"/>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3"/>
            <p:cNvSpPr/>
            <p:nvPr/>
          </p:nvSpPr>
          <p:spPr>
            <a:xfrm>
              <a:off x="8577884" y="2792122"/>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3"/>
            <p:cNvSpPr/>
            <p:nvPr/>
          </p:nvSpPr>
          <p:spPr>
            <a:xfrm>
              <a:off x="8577868" y="4353966"/>
              <a:ext cx="132993" cy="132993"/>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 name="Google Shape;264;p23"/>
          <p:cNvGrpSpPr/>
          <p:nvPr/>
        </p:nvGrpSpPr>
        <p:grpSpPr>
          <a:xfrm>
            <a:off x="8264950" y="539225"/>
            <a:ext cx="672350" cy="4815275"/>
            <a:chOff x="8264950" y="539225"/>
            <a:chExt cx="672350" cy="4815275"/>
          </a:xfrm>
        </p:grpSpPr>
        <p:cxnSp>
          <p:nvCxnSpPr>
            <p:cNvPr id="265" name="Google Shape;265;p23"/>
            <p:cNvCxnSpPr/>
            <p:nvPr/>
          </p:nvCxnSpPr>
          <p:spPr>
            <a:xfrm rot="-5400000">
              <a:off x="6194650" y="2609525"/>
              <a:ext cx="4686900" cy="546300"/>
            </a:xfrm>
            <a:prstGeom prst="bentConnector3">
              <a:avLst>
                <a:gd name="adj1" fmla="val 9059"/>
              </a:avLst>
            </a:prstGeom>
            <a:noFill/>
            <a:ln w="19050" cap="flat" cmpd="sng">
              <a:solidFill>
                <a:schemeClr val="lt2"/>
              </a:solidFill>
              <a:prstDash val="solid"/>
              <a:round/>
              <a:headEnd type="none" w="med" len="med"/>
              <a:tailEnd type="oval" w="med" len="med"/>
            </a:ln>
          </p:spPr>
        </p:cxnSp>
        <p:cxnSp>
          <p:nvCxnSpPr>
            <p:cNvPr id="266" name="Google Shape;266;p23"/>
            <p:cNvCxnSpPr/>
            <p:nvPr/>
          </p:nvCxnSpPr>
          <p:spPr>
            <a:xfrm rot="-5400000">
              <a:off x="6564000" y="2981200"/>
              <a:ext cx="4140000" cy="606600"/>
            </a:xfrm>
            <a:prstGeom prst="bentConnector3">
              <a:avLst>
                <a:gd name="adj1" fmla="val 9476"/>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67"/>
        <p:cNvGrpSpPr/>
        <p:nvPr/>
      </p:nvGrpSpPr>
      <p:grpSpPr>
        <a:xfrm>
          <a:off x="0" y="0"/>
          <a:ext cx="0" cy="0"/>
          <a:chOff x="0" y="0"/>
          <a:chExt cx="0" cy="0"/>
        </a:xfrm>
      </p:grpSpPr>
      <p:sp>
        <p:nvSpPr>
          <p:cNvPr id="268" name="Google Shape;268;p2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69" name="Google Shape;269;p24"/>
          <p:cNvSpPr txBox="1">
            <a:spLocks noGrp="1"/>
          </p:cNvSpPr>
          <p:nvPr>
            <p:ph type="subTitle" idx="1"/>
          </p:nvPr>
        </p:nvSpPr>
        <p:spPr>
          <a:xfrm>
            <a:off x="1967648" y="20846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0" name="Google Shape;270;p24"/>
          <p:cNvSpPr txBox="1">
            <a:spLocks noGrp="1"/>
          </p:cNvSpPr>
          <p:nvPr>
            <p:ph type="subTitle" idx="2"/>
          </p:nvPr>
        </p:nvSpPr>
        <p:spPr>
          <a:xfrm>
            <a:off x="5198152" y="20846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1" name="Google Shape;271;p24"/>
          <p:cNvSpPr txBox="1">
            <a:spLocks noGrp="1"/>
          </p:cNvSpPr>
          <p:nvPr>
            <p:ph type="subTitle" idx="3"/>
          </p:nvPr>
        </p:nvSpPr>
        <p:spPr>
          <a:xfrm>
            <a:off x="1967648" y="35180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2" name="Google Shape;272;p24"/>
          <p:cNvSpPr txBox="1">
            <a:spLocks noGrp="1"/>
          </p:cNvSpPr>
          <p:nvPr>
            <p:ph type="subTitle" idx="4"/>
          </p:nvPr>
        </p:nvSpPr>
        <p:spPr>
          <a:xfrm>
            <a:off x="5198152" y="35180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3" name="Google Shape;273;p24"/>
          <p:cNvSpPr txBox="1">
            <a:spLocks noGrp="1"/>
          </p:cNvSpPr>
          <p:nvPr>
            <p:ph type="subTitle" idx="5"/>
          </p:nvPr>
        </p:nvSpPr>
        <p:spPr>
          <a:xfrm>
            <a:off x="1967648" y="177872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74" name="Google Shape;274;p24"/>
          <p:cNvSpPr txBox="1">
            <a:spLocks noGrp="1"/>
          </p:cNvSpPr>
          <p:nvPr>
            <p:ph type="subTitle" idx="6"/>
          </p:nvPr>
        </p:nvSpPr>
        <p:spPr>
          <a:xfrm>
            <a:off x="5198150" y="177872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75" name="Google Shape;275;p24"/>
          <p:cNvSpPr txBox="1">
            <a:spLocks noGrp="1"/>
          </p:cNvSpPr>
          <p:nvPr>
            <p:ph type="subTitle" idx="7"/>
          </p:nvPr>
        </p:nvSpPr>
        <p:spPr>
          <a:xfrm>
            <a:off x="1967648" y="321217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76" name="Google Shape;276;p24"/>
          <p:cNvSpPr txBox="1">
            <a:spLocks noGrp="1"/>
          </p:cNvSpPr>
          <p:nvPr>
            <p:ph type="subTitle" idx="8"/>
          </p:nvPr>
        </p:nvSpPr>
        <p:spPr>
          <a:xfrm>
            <a:off x="5198150" y="321217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77" name="Google Shape;277;p24"/>
          <p:cNvGrpSpPr/>
          <p:nvPr/>
        </p:nvGrpSpPr>
        <p:grpSpPr>
          <a:xfrm>
            <a:off x="184960" y="-914261"/>
            <a:ext cx="8511650" cy="5875100"/>
            <a:chOff x="184960" y="-914261"/>
            <a:chExt cx="8511650" cy="5875100"/>
          </a:xfrm>
        </p:grpSpPr>
        <p:cxnSp>
          <p:nvCxnSpPr>
            <p:cNvPr id="278" name="Google Shape;278;p24"/>
            <p:cNvCxnSpPr/>
            <p:nvPr/>
          </p:nvCxnSpPr>
          <p:spPr>
            <a:xfrm rot="5400000">
              <a:off x="-1759290" y="1284414"/>
              <a:ext cx="4686900" cy="546300"/>
            </a:xfrm>
            <a:prstGeom prst="bentConnector3">
              <a:avLst>
                <a:gd name="adj1" fmla="val 18882"/>
              </a:avLst>
            </a:prstGeom>
            <a:noFill/>
            <a:ln w="19050" cap="flat" cmpd="sng">
              <a:solidFill>
                <a:schemeClr val="lt2"/>
              </a:solidFill>
              <a:prstDash val="solid"/>
              <a:round/>
              <a:headEnd type="none" w="med" len="med"/>
              <a:tailEnd type="oval" w="med" len="med"/>
            </a:ln>
          </p:spPr>
        </p:cxnSp>
        <p:cxnSp>
          <p:nvCxnSpPr>
            <p:cNvPr id="279" name="Google Shape;279;p24"/>
            <p:cNvCxnSpPr/>
            <p:nvPr/>
          </p:nvCxnSpPr>
          <p:spPr>
            <a:xfrm rot="5400000">
              <a:off x="-1581740" y="852439"/>
              <a:ext cx="4140000" cy="606600"/>
            </a:xfrm>
            <a:prstGeom prst="bentConnector3">
              <a:avLst>
                <a:gd name="adj1" fmla="val 32793"/>
              </a:avLst>
            </a:prstGeom>
            <a:noFill/>
            <a:ln w="19050" cap="flat" cmpd="sng">
              <a:solidFill>
                <a:schemeClr val="lt2"/>
              </a:solidFill>
              <a:prstDash val="solid"/>
              <a:round/>
              <a:headEnd type="none" w="med" len="med"/>
              <a:tailEnd type="oval" w="med" len="med"/>
            </a:ln>
          </p:spPr>
        </p:cxnSp>
        <p:cxnSp>
          <p:nvCxnSpPr>
            <p:cNvPr id="280" name="Google Shape;280;p24"/>
            <p:cNvCxnSpPr/>
            <p:nvPr/>
          </p:nvCxnSpPr>
          <p:spPr>
            <a:xfrm rot="5400000">
              <a:off x="5885760" y="2149989"/>
              <a:ext cx="5112900" cy="508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81" name="Google Shape;281;p24"/>
            <p:cNvCxnSpPr/>
            <p:nvPr/>
          </p:nvCxnSpPr>
          <p:spPr>
            <a:xfrm rot="5400000">
              <a:off x="5659460" y="1671214"/>
              <a:ext cx="5112900" cy="5088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282" name="Google Shape;282;p24"/>
          <p:cNvGrpSpPr/>
          <p:nvPr/>
        </p:nvGrpSpPr>
        <p:grpSpPr>
          <a:xfrm>
            <a:off x="4047014" y="27379"/>
            <a:ext cx="4845881" cy="3896497"/>
            <a:chOff x="4047014" y="27379"/>
            <a:chExt cx="4845881" cy="3896497"/>
          </a:xfrm>
        </p:grpSpPr>
        <p:sp>
          <p:nvSpPr>
            <p:cNvPr id="283" name="Google Shape;283;p24"/>
            <p:cNvSpPr/>
            <p:nvPr/>
          </p:nvSpPr>
          <p:spPr>
            <a:xfrm rot="-5400000">
              <a:off x="4047014" y="223696"/>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4"/>
            <p:cNvSpPr/>
            <p:nvPr/>
          </p:nvSpPr>
          <p:spPr>
            <a:xfrm rot="-5400000">
              <a:off x="8470281" y="3727561"/>
              <a:ext cx="196332" cy="196299"/>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4"/>
            <p:cNvSpPr/>
            <p:nvPr/>
          </p:nvSpPr>
          <p:spPr>
            <a:xfrm rot="-5400000">
              <a:off x="8641534" y="2927466"/>
              <a:ext cx="251378" cy="25134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4"/>
            <p:cNvSpPr/>
            <p:nvPr/>
          </p:nvSpPr>
          <p:spPr>
            <a:xfrm rot="-5400000">
              <a:off x="4391516" y="27388"/>
              <a:ext cx="156245" cy="15622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4"/>
            <p:cNvSpPr/>
            <p:nvPr/>
          </p:nvSpPr>
          <p:spPr>
            <a:xfrm rot="-5400000">
              <a:off x="8470291" y="2624037"/>
              <a:ext cx="161895" cy="161879"/>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288"/>
        <p:cNvGrpSpPr/>
        <p:nvPr/>
      </p:nvGrpSpPr>
      <p:grpSpPr>
        <a:xfrm>
          <a:off x="0" y="0"/>
          <a:ext cx="0" cy="0"/>
          <a:chOff x="0" y="0"/>
          <a:chExt cx="0" cy="0"/>
        </a:xfrm>
      </p:grpSpPr>
      <p:sp>
        <p:nvSpPr>
          <p:cNvPr id="289" name="Google Shape;289;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90" name="Google Shape;290;p25"/>
          <p:cNvSpPr txBox="1">
            <a:spLocks noGrp="1"/>
          </p:cNvSpPr>
          <p:nvPr>
            <p:ph type="subTitle" idx="1"/>
          </p:nvPr>
        </p:nvSpPr>
        <p:spPr>
          <a:xfrm>
            <a:off x="974900" y="21169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1" name="Google Shape;291;p25"/>
          <p:cNvSpPr txBox="1">
            <a:spLocks noGrp="1"/>
          </p:cNvSpPr>
          <p:nvPr>
            <p:ph type="subTitle" idx="2"/>
          </p:nvPr>
        </p:nvSpPr>
        <p:spPr>
          <a:xfrm>
            <a:off x="3578947" y="21169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2" name="Google Shape;292;p25"/>
          <p:cNvSpPr txBox="1">
            <a:spLocks noGrp="1"/>
          </p:cNvSpPr>
          <p:nvPr>
            <p:ph type="subTitle" idx="3"/>
          </p:nvPr>
        </p:nvSpPr>
        <p:spPr>
          <a:xfrm>
            <a:off x="974900" y="39313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3" name="Google Shape;293;p25"/>
          <p:cNvSpPr txBox="1">
            <a:spLocks noGrp="1"/>
          </p:cNvSpPr>
          <p:nvPr>
            <p:ph type="subTitle" idx="4"/>
          </p:nvPr>
        </p:nvSpPr>
        <p:spPr>
          <a:xfrm>
            <a:off x="3578947" y="39313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4" name="Google Shape;294;p25"/>
          <p:cNvSpPr txBox="1">
            <a:spLocks noGrp="1"/>
          </p:cNvSpPr>
          <p:nvPr>
            <p:ph type="subTitle" idx="5"/>
          </p:nvPr>
        </p:nvSpPr>
        <p:spPr>
          <a:xfrm>
            <a:off x="6183000" y="21169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5" name="Google Shape;295;p25"/>
          <p:cNvSpPr txBox="1">
            <a:spLocks noGrp="1"/>
          </p:cNvSpPr>
          <p:nvPr>
            <p:ph type="subTitle" idx="6"/>
          </p:nvPr>
        </p:nvSpPr>
        <p:spPr>
          <a:xfrm>
            <a:off x="6183000" y="39313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6" name="Google Shape;296;p25"/>
          <p:cNvSpPr txBox="1">
            <a:spLocks noGrp="1"/>
          </p:cNvSpPr>
          <p:nvPr>
            <p:ph type="subTitle" idx="7"/>
          </p:nvPr>
        </p:nvSpPr>
        <p:spPr>
          <a:xfrm>
            <a:off x="974900" y="1908247"/>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97" name="Google Shape;297;p25"/>
          <p:cNvSpPr txBox="1">
            <a:spLocks noGrp="1"/>
          </p:cNvSpPr>
          <p:nvPr>
            <p:ph type="subTitle" idx="8"/>
          </p:nvPr>
        </p:nvSpPr>
        <p:spPr>
          <a:xfrm>
            <a:off x="3578947" y="1908247"/>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98" name="Google Shape;298;p25"/>
          <p:cNvSpPr txBox="1">
            <a:spLocks noGrp="1"/>
          </p:cNvSpPr>
          <p:nvPr>
            <p:ph type="subTitle" idx="9"/>
          </p:nvPr>
        </p:nvSpPr>
        <p:spPr>
          <a:xfrm>
            <a:off x="974900" y="3722672"/>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99" name="Google Shape;299;p25"/>
          <p:cNvSpPr txBox="1">
            <a:spLocks noGrp="1"/>
          </p:cNvSpPr>
          <p:nvPr>
            <p:ph type="subTitle" idx="13"/>
          </p:nvPr>
        </p:nvSpPr>
        <p:spPr>
          <a:xfrm>
            <a:off x="3578947" y="3722672"/>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300" name="Google Shape;300;p25"/>
          <p:cNvSpPr txBox="1">
            <a:spLocks noGrp="1"/>
          </p:cNvSpPr>
          <p:nvPr>
            <p:ph type="subTitle" idx="14"/>
          </p:nvPr>
        </p:nvSpPr>
        <p:spPr>
          <a:xfrm>
            <a:off x="6183000" y="1908247"/>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301" name="Google Shape;301;p25"/>
          <p:cNvSpPr txBox="1">
            <a:spLocks noGrp="1"/>
          </p:cNvSpPr>
          <p:nvPr>
            <p:ph type="subTitle" idx="15"/>
          </p:nvPr>
        </p:nvSpPr>
        <p:spPr>
          <a:xfrm>
            <a:off x="6183000" y="3722672"/>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302" name="Google Shape;302;p25"/>
          <p:cNvGrpSpPr/>
          <p:nvPr/>
        </p:nvGrpSpPr>
        <p:grpSpPr>
          <a:xfrm>
            <a:off x="378100" y="-216500"/>
            <a:ext cx="8131200" cy="5239200"/>
            <a:chOff x="378100" y="-216500"/>
            <a:chExt cx="8131200" cy="5239200"/>
          </a:xfrm>
        </p:grpSpPr>
        <p:cxnSp>
          <p:nvCxnSpPr>
            <p:cNvPr id="303" name="Google Shape;303;p25"/>
            <p:cNvCxnSpPr/>
            <p:nvPr/>
          </p:nvCxnSpPr>
          <p:spPr>
            <a:xfrm>
              <a:off x="378100" y="-216500"/>
              <a:ext cx="5878500" cy="5155800"/>
            </a:xfrm>
            <a:prstGeom prst="bentConnector3">
              <a:avLst>
                <a:gd name="adj1" fmla="val -3660"/>
              </a:avLst>
            </a:prstGeom>
            <a:noFill/>
            <a:ln w="19050" cap="flat" cmpd="sng">
              <a:solidFill>
                <a:schemeClr val="lt2"/>
              </a:solidFill>
              <a:prstDash val="solid"/>
              <a:round/>
              <a:headEnd type="none" w="med" len="med"/>
              <a:tailEnd type="oval" w="med" len="med"/>
            </a:ln>
          </p:spPr>
        </p:cxnSp>
        <p:cxnSp>
          <p:nvCxnSpPr>
            <p:cNvPr id="304" name="Google Shape;304;p25"/>
            <p:cNvCxnSpPr/>
            <p:nvPr/>
          </p:nvCxnSpPr>
          <p:spPr>
            <a:xfrm>
              <a:off x="530500" y="-64100"/>
              <a:ext cx="7978800" cy="5086800"/>
            </a:xfrm>
            <a:prstGeom prst="bentConnector3">
              <a:avLst>
                <a:gd name="adj1" fmla="val -970"/>
              </a:avLst>
            </a:prstGeom>
            <a:noFill/>
            <a:ln w="19050" cap="flat" cmpd="sng">
              <a:solidFill>
                <a:schemeClr val="lt2"/>
              </a:solidFill>
              <a:prstDash val="solid"/>
              <a:round/>
              <a:headEnd type="none" w="med" len="med"/>
              <a:tailEnd type="oval" w="med" len="med"/>
            </a:ln>
          </p:spPr>
        </p:cxnSp>
      </p:grpSp>
      <p:grpSp>
        <p:nvGrpSpPr>
          <p:cNvPr id="305" name="Google Shape;305;p25"/>
          <p:cNvGrpSpPr/>
          <p:nvPr/>
        </p:nvGrpSpPr>
        <p:grpSpPr>
          <a:xfrm rot="-5400000">
            <a:off x="8411975" y="4406800"/>
            <a:ext cx="882599" cy="403555"/>
            <a:chOff x="7884075" y="238975"/>
            <a:chExt cx="882599" cy="403555"/>
          </a:xfrm>
        </p:grpSpPr>
        <p:sp>
          <p:nvSpPr>
            <p:cNvPr id="306" name="Google Shape;306;p25"/>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5"/>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5"/>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309"/>
        <p:cNvGrpSpPr/>
        <p:nvPr/>
      </p:nvGrpSpPr>
      <p:grpSpPr>
        <a:xfrm>
          <a:off x="0" y="0"/>
          <a:ext cx="0" cy="0"/>
          <a:chOff x="0" y="0"/>
          <a:chExt cx="0" cy="0"/>
        </a:xfrm>
      </p:grpSpPr>
      <p:sp>
        <p:nvSpPr>
          <p:cNvPr id="310" name="Google Shape;310;p26"/>
          <p:cNvSpPr txBox="1">
            <a:spLocks noGrp="1"/>
          </p:cNvSpPr>
          <p:nvPr>
            <p:ph type="title" hasCustomPrompt="1"/>
          </p:nvPr>
        </p:nvSpPr>
        <p:spPr>
          <a:xfrm>
            <a:off x="2223600" y="748174"/>
            <a:ext cx="4696800" cy="656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accent2"/>
                </a:solidFill>
              </a:defRPr>
            </a:lvl1pPr>
            <a:lvl2pPr lvl="1" rtl="0">
              <a:spcBef>
                <a:spcPts val="0"/>
              </a:spcBef>
              <a:spcAft>
                <a:spcPts val="0"/>
              </a:spcAft>
              <a:buClr>
                <a:schemeClr val="lt1"/>
              </a:buClr>
              <a:buSzPts val="6000"/>
              <a:buNone/>
              <a:defRPr sz="6000">
                <a:solidFill>
                  <a:schemeClr val="lt1"/>
                </a:solidFill>
              </a:defRPr>
            </a:lvl2pPr>
            <a:lvl3pPr lvl="2" rtl="0">
              <a:spcBef>
                <a:spcPts val="0"/>
              </a:spcBef>
              <a:spcAft>
                <a:spcPts val="0"/>
              </a:spcAft>
              <a:buClr>
                <a:schemeClr val="lt1"/>
              </a:buClr>
              <a:buSzPts val="6000"/>
              <a:buNone/>
              <a:defRPr sz="6000">
                <a:solidFill>
                  <a:schemeClr val="lt1"/>
                </a:solidFill>
              </a:defRPr>
            </a:lvl3pPr>
            <a:lvl4pPr lvl="3" rtl="0">
              <a:spcBef>
                <a:spcPts val="0"/>
              </a:spcBef>
              <a:spcAft>
                <a:spcPts val="0"/>
              </a:spcAft>
              <a:buClr>
                <a:schemeClr val="lt1"/>
              </a:buClr>
              <a:buSzPts val="6000"/>
              <a:buNone/>
              <a:defRPr sz="6000">
                <a:solidFill>
                  <a:schemeClr val="lt1"/>
                </a:solidFill>
              </a:defRPr>
            </a:lvl4pPr>
            <a:lvl5pPr lvl="4" rtl="0">
              <a:spcBef>
                <a:spcPts val="0"/>
              </a:spcBef>
              <a:spcAft>
                <a:spcPts val="0"/>
              </a:spcAft>
              <a:buClr>
                <a:schemeClr val="lt1"/>
              </a:buClr>
              <a:buSzPts val="6000"/>
              <a:buNone/>
              <a:defRPr sz="6000">
                <a:solidFill>
                  <a:schemeClr val="lt1"/>
                </a:solidFill>
              </a:defRPr>
            </a:lvl5pPr>
            <a:lvl6pPr lvl="5" rtl="0">
              <a:spcBef>
                <a:spcPts val="0"/>
              </a:spcBef>
              <a:spcAft>
                <a:spcPts val="0"/>
              </a:spcAft>
              <a:buClr>
                <a:schemeClr val="lt1"/>
              </a:buClr>
              <a:buSzPts val="6000"/>
              <a:buNone/>
              <a:defRPr sz="6000">
                <a:solidFill>
                  <a:schemeClr val="lt1"/>
                </a:solidFill>
              </a:defRPr>
            </a:lvl6pPr>
            <a:lvl7pPr lvl="6" rtl="0">
              <a:spcBef>
                <a:spcPts val="0"/>
              </a:spcBef>
              <a:spcAft>
                <a:spcPts val="0"/>
              </a:spcAft>
              <a:buClr>
                <a:schemeClr val="lt1"/>
              </a:buClr>
              <a:buSzPts val="6000"/>
              <a:buNone/>
              <a:defRPr sz="6000">
                <a:solidFill>
                  <a:schemeClr val="lt1"/>
                </a:solidFill>
              </a:defRPr>
            </a:lvl7pPr>
            <a:lvl8pPr lvl="7" rtl="0">
              <a:spcBef>
                <a:spcPts val="0"/>
              </a:spcBef>
              <a:spcAft>
                <a:spcPts val="0"/>
              </a:spcAft>
              <a:buClr>
                <a:schemeClr val="lt1"/>
              </a:buClr>
              <a:buSzPts val="6000"/>
              <a:buNone/>
              <a:defRPr sz="6000">
                <a:solidFill>
                  <a:schemeClr val="lt1"/>
                </a:solidFill>
              </a:defRPr>
            </a:lvl8pPr>
            <a:lvl9pPr lvl="8" rtl="0">
              <a:spcBef>
                <a:spcPts val="0"/>
              </a:spcBef>
              <a:spcAft>
                <a:spcPts val="0"/>
              </a:spcAft>
              <a:buClr>
                <a:schemeClr val="lt1"/>
              </a:buClr>
              <a:buSzPts val="6000"/>
              <a:buNone/>
              <a:defRPr sz="6000">
                <a:solidFill>
                  <a:schemeClr val="lt1"/>
                </a:solidFill>
              </a:defRPr>
            </a:lvl9pPr>
          </a:lstStyle>
          <a:p>
            <a:r>
              <a:t>xx%</a:t>
            </a:r>
          </a:p>
        </p:txBody>
      </p:sp>
      <p:sp>
        <p:nvSpPr>
          <p:cNvPr id="311" name="Google Shape;311;p26"/>
          <p:cNvSpPr txBox="1">
            <a:spLocks noGrp="1"/>
          </p:cNvSpPr>
          <p:nvPr>
            <p:ph type="subTitle" idx="1"/>
          </p:nvPr>
        </p:nvSpPr>
        <p:spPr>
          <a:xfrm>
            <a:off x="2223600" y="1441695"/>
            <a:ext cx="46968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dk1"/>
              </a:buClr>
              <a:buSzPts val="2400"/>
              <a:buNone/>
              <a:defRPr sz="1600">
                <a:solidFill>
                  <a:schemeClr val="accent5"/>
                </a:solidFill>
              </a:defRPr>
            </a:lvl1pPr>
            <a:lvl2pPr lvl="1" rtl="0">
              <a:lnSpc>
                <a:spcPct val="115000"/>
              </a:lnSpc>
              <a:spcBef>
                <a:spcPts val="0"/>
              </a:spcBef>
              <a:spcAft>
                <a:spcPts val="0"/>
              </a:spcAft>
              <a:buClr>
                <a:schemeClr val="dk1"/>
              </a:buClr>
              <a:buSzPts val="2100"/>
              <a:buNone/>
              <a:defRPr sz="2100">
                <a:solidFill>
                  <a:schemeClr val="dk1"/>
                </a:solidFill>
              </a:defRPr>
            </a:lvl2pPr>
            <a:lvl3pPr lvl="2" rtl="0">
              <a:lnSpc>
                <a:spcPct val="115000"/>
              </a:lnSpc>
              <a:spcBef>
                <a:spcPts val="0"/>
              </a:spcBef>
              <a:spcAft>
                <a:spcPts val="0"/>
              </a:spcAft>
              <a:buClr>
                <a:schemeClr val="dk1"/>
              </a:buClr>
              <a:buSzPts val="2100"/>
              <a:buNone/>
              <a:defRPr sz="2100">
                <a:solidFill>
                  <a:schemeClr val="dk1"/>
                </a:solidFill>
              </a:defRPr>
            </a:lvl3pPr>
            <a:lvl4pPr lvl="3" rtl="0">
              <a:lnSpc>
                <a:spcPct val="115000"/>
              </a:lnSpc>
              <a:spcBef>
                <a:spcPts val="0"/>
              </a:spcBef>
              <a:spcAft>
                <a:spcPts val="0"/>
              </a:spcAft>
              <a:buClr>
                <a:schemeClr val="dk1"/>
              </a:buClr>
              <a:buSzPts val="2100"/>
              <a:buNone/>
              <a:defRPr sz="2100">
                <a:solidFill>
                  <a:schemeClr val="dk1"/>
                </a:solidFill>
              </a:defRPr>
            </a:lvl4pPr>
            <a:lvl5pPr lvl="4" rtl="0">
              <a:lnSpc>
                <a:spcPct val="115000"/>
              </a:lnSpc>
              <a:spcBef>
                <a:spcPts val="0"/>
              </a:spcBef>
              <a:spcAft>
                <a:spcPts val="0"/>
              </a:spcAft>
              <a:buClr>
                <a:schemeClr val="dk1"/>
              </a:buClr>
              <a:buSzPts val="2100"/>
              <a:buNone/>
              <a:defRPr sz="2100">
                <a:solidFill>
                  <a:schemeClr val="dk1"/>
                </a:solidFill>
              </a:defRPr>
            </a:lvl5pPr>
            <a:lvl6pPr lvl="5" rtl="0">
              <a:lnSpc>
                <a:spcPct val="115000"/>
              </a:lnSpc>
              <a:spcBef>
                <a:spcPts val="0"/>
              </a:spcBef>
              <a:spcAft>
                <a:spcPts val="0"/>
              </a:spcAft>
              <a:buClr>
                <a:schemeClr val="dk1"/>
              </a:buClr>
              <a:buSzPts val="2100"/>
              <a:buNone/>
              <a:defRPr sz="2100">
                <a:solidFill>
                  <a:schemeClr val="dk1"/>
                </a:solidFill>
              </a:defRPr>
            </a:lvl6pPr>
            <a:lvl7pPr lvl="6" rtl="0">
              <a:lnSpc>
                <a:spcPct val="115000"/>
              </a:lnSpc>
              <a:spcBef>
                <a:spcPts val="0"/>
              </a:spcBef>
              <a:spcAft>
                <a:spcPts val="0"/>
              </a:spcAft>
              <a:buClr>
                <a:schemeClr val="dk1"/>
              </a:buClr>
              <a:buSzPts val="2100"/>
              <a:buNone/>
              <a:defRPr sz="2100">
                <a:solidFill>
                  <a:schemeClr val="dk1"/>
                </a:solidFill>
              </a:defRPr>
            </a:lvl7pPr>
            <a:lvl8pPr lvl="7" rtl="0">
              <a:lnSpc>
                <a:spcPct val="115000"/>
              </a:lnSpc>
              <a:spcBef>
                <a:spcPts val="0"/>
              </a:spcBef>
              <a:spcAft>
                <a:spcPts val="0"/>
              </a:spcAft>
              <a:buClr>
                <a:schemeClr val="dk1"/>
              </a:buClr>
              <a:buSzPts val="2100"/>
              <a:buNone/>
              <a:defRPr sz="2100">
                <a:solidFill>
                  <a:schemeClr val="dk1"/>
                </a:solidFill>
              </a:defRPr>
            </a:lvl8pPr>
            <a:lvl9pPr lvl="8" rtl="0">
              <a:lnSpc>
                <a:spcPct val="115000"/>
              </a:lnSpc>
              <a:spcBef>
                <a:spcPts val="0"/>
              </a:spcBef>
              <a:spcAft>
                <a:spcPts val="0"/>
              </a:spcAft>
              <a:buClr>
                <a:schemeClr val="dk1"/>
              </a:buClr>
              <a:buSzPts val="2100"/>
              <a:buNone/>
              <a:defRPr sz="2100">
                <a:solidFill>
                  <a:schemeClr val="dk1"/>
                </a:solidFill>
              </a:defRPr>
            </a:lvl9pPr>
          </a:lstStyle>
          <a:p>
            <a:endParaRPr/>
          </a:p>
        </p:txBody>
      </p:sp>
      <p:sp>
        <p:nvSpPr>
          <p:cNvPr id="312" name="Google Shape;312;p26"/>
          <p:cNvSpPr txBox="1">
            <a:spLocks noGrp="1"/>
          </p:cNvSpPr>
          <p:nvPr>
            <p:ph type="title" idx="2" hasCustomPrompt="1"/>
          </p:nvPr>
        </p:nvSpPr>
        <p:spPr>
          <a:xfrm>
            <a:off x="2223600" y="2044979"/>
            <a:ext cx="4696800" cy="6585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accent2"/>
                </a:solidFill>
              </a:defRPr>
            </a:lvl1pPr>
            <a:lvl2pPr lvl="1" rtl="0">
              <a:spcBef>
                <a:spcPts val="0"/>
              </a:spcBef>
              <a:spcAft>
                <a:spcPts val="0"/>
              </a:spcAft>
              <a:buClr>
                <a:schemeClr val="lt1"/>
              </a:buClr>
              <a:buSzPts val="6000"/>
              <a:buNone/>
              <a:defRPr sz="6000">
                <a:solidFill>
                  <a:schemeClr val="lt1"/>
                </a:solidFill>
              </a:defRPr>
            </a:lvl2pPr>
            <a:lvl3pPr lvl="2" rtl="0">
              <a:spcBef>
                <a:spcPts val="0"/>
              </a:spcBef>
              <a:spcAft>
                <a:spcPts val="0"/>
              </a:spcAft>
              <a:buClr>
                <a:schemeClr val="lt1"/>
              </a:buClr>
              <a:buSzPts val="6000"/>
              <a:buNone/>
              <a:defRPr sz="6000">
                <a:solidFill>
                  <a:schemeClr val="lt1"/>
                </a:solidFill>
              </a:defRPr>
            </a:lvl3pPr>
            <a:lvl4pPr lvl="3" rtl="0">
              <a:spcBef>
                <a:spcPts val="0"/>
              </a:spcBef>
              <a:spcAft>
                <a:spcPts val="0"/>
              </a:spcAft>
              <a:buClr>
                <a:schemeClr val="lt1"/>
              </a:buClr>
              <a:buSzPts val="6000"/>
              <a:buNone/>
              <a:defRPr sz="6000">
                <a:solidFill>
                  <a:schemeClr val="lt1"/>
                </a:solidFill>
              </a:defRPr>
            </a:lvl4pPr>
            <a:lvl5pPr lvl="4" rtl="0">
              <a:spcBef>
                <a:spcPts val="0"/>
              </a:spcBef>
              <a:spcAft>
                <a:spcPts val="0"/>
              </a:spcAft>
              <a:buClr>
                <a:schemeClr val="lt1"/>
              </a:buClr>
              <a:buSzPts val="6000"/>
              <a:buNone/>
              <a:defRPr sz="6000">
                <a:solidFill>
                  <a:schemeClr val="lt1"/>
                </a:solidFill>
              </a:defRPr>
            </a:lvl5pPr>
            <a:lvl6pPr lvl="5" rtl="0">
              <a:spcBef>
                <a:spcPts val="0"/>
              </a:spcBef>
              <a:spcAft>
                <a:spcPts val="0"/>
              </a:spcAft>
              <a:buClr>
                <a:schemeClr val="lt1"/>
              </a:buClr>
              <a:buSzPts val="6000"/>
              <a:buNone/>
              <a:defRPr sz="6000">
                <a:solidFill>
                  <a:schemeClr val="lt1"/>
                </a:solidFill>
              </a:defRPr>
            </a:lvl6pPr>
            <a:lvl7pPr lvl="6" rtl="0">
              <a:spcBef>
                <a:spcPts val="0"/>
              </a:spcBef>
              <a:spcAft>
                <a:spcPts val="0"/>
              </a:spcAft>
              <a:buClr>
                <a:schemeClr val="lt1"/>
              </a:buClr>
              <a:buSzPts val="6000"/>
              <a:buNone/>
              <a:defRPr sz="6000">
                <a:solidFill>
                  <a:schemeClr val="lt1"/>
                </a:solidFill>
              </a:defRPr>
            </a:lvl7pPr>
            <a:lvl8pPr lvl="7" rtl="0">
              <a:spcBef>
                <a:spcPts val="0"/>
              </a:spcBef>
              <a:spcAft>
                <a:spcPts val="0"/>
              </a:spcAft>
              <a:buClr>
                <a:schemeClr val="lt1"/>
              </a:buClr>
              <a:buSzPts val="6000"/>
              <a:buNone/>
              <a:defRPr sz="6000">
                <a:solidFill>
                  <a:schemeClr val="lt1"/>
                </a:solidFill>
              </a:defRPr>
            </a:lvl8pPr>
            <a:lvl9pPr lvl="8" rtl="0">
              <a:spcBef>
                <a:spcPts val="0"/>
              </a:spcBef>
              <a:spcAft>
                <a:spcPts val="0"/>
              </a:spcAft>
              <a:buClr>
                <a:schemeClr val="lt1"/>
              </a:buClr>
              <a:buSzPts val="6000"/>
              <a:buNone/>
              <a:defRPr sz="6000">
                <a:solidFill>
                  <a:schemeClr val="lt1"/>
                </a:solidFill>
              </a:defRPr>
            </a:lvl9pPr>
          </a:lstStyle>
          <a:p>
            <a:r>
              <a:t>xx%</a:t>
            </a:r>
          </a:p>
        </p:txBody>
      </p:sp>
      <p:sp>
        <p:nvSpPr>
          <p:cNvPr id="313" name="Google Shape;313;p26"/>
          <p:cNvSpPr txBox="1">
            <a:spLocks noGrp="1"/>
          </p:cNvSpPr>
          <p:nvPr>
            <p:ph type="subTitle" idx="3"/>
          </p:nvPr>
        </p:nvSpPr>
        <p:spPr>
          <a:xfrm>
            <a:off x="2223600" y="2740391"/>
            <a:ext cx="46968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dk1"/>
              </a:buClr>
              <a:buSzPts val="2400"/>
              <a:buNone/>
              <a:defRPr sz="1600">
                <a:solidFill>
                  <a:schemeClr val="accent5"/>
                </a:solidFill>
              </a:defRPr>
            </a:lvl1pPr>
            <a:lvl2pPr lvl="1" rtl="0">
              <a:lnSpc>
                <a:spcPct val="115000"/>
              </a:lnSpc>
              <a:spcBef>
                <a:spcPts val="0"/>
              </a:spcBef>
              <a:spcAft>
                <a:spcPts val="0"/>
              </a:spcAft>
              <a:buClr>
                <a:schemeClr val="dk1"/>
              </a:buClr>
              <a:buSzPts val="2100"/>
              <a:buNone/>
              <a:defRPr sz="2100">
                <a:solidFill>
                  <a:schemeClr val="dk1"/>
                </a:solidFill>
              </a:defRPr>
            </a:lvl2pPr>
            <a:lvl3pPr lvl="2" rtl="0">
              <a:lnSpc>
                <a:spcPct val="115000"/>
              </a:lnSpc>
              <a:spcBef>
                <a:spcPts val="0"/>
              </a:spcBef>
              <a:spcAft>
                <a:spcPts val="0"/>
              </a:spcAft>
              <a:buClr>
                <a:schemeClr val="dk1"/>
              </a:buClr>
              <a:buSzPts val="2100"/>
              <a:buNone/>
              <a:defRPr sz="2100">
                <a:solidFill>
                  <a:schemeClr val="dk1"/>
                </a:solidFill>
              </a:defRPr>
            </a:lvl3pPr>
            <a:lvl4pPr lvl="3" rtl="0">
              <a:lnSpc>
                <a:spcPct val="115000"/>
              </a:lnSpc>
              <a:spcBef>
                <a:spcPts val="0"/>
              </a:spcBef>
              <a:spcAft>
                <a:spcPts val="0"/>
              </a:spcAft>
              <a:buClr>
                <a:schemeClr val="dk1"/>
              </a:buClr>
              <a:buSzPts val="2100"/>
              <a:buNone/>
              <a:defRPr sz="2100">
                <a:solidFill>
                  <a:schemeClr val="dk1"/>
                </a:solidFill>
              </a:defRPr>
            </a:lvl4pPr>
            <a:lvl5pPr lvl="4" rtl="0">
              <a:lnSpc>
                <a:spcPct val="115000"/>
              </a:lnSpc>
              <a:spcBef>
                <a:spcPts val="0"/>
              </a:spcBef>
              <a:spcAft>
                <a:spcPts val="0"/>
              </a:spcAft>
              <a:buClr>
                <a:schemeClr val="dk1"/>
              </a:buClr>
              <a:buSzPts val="2100"/>
              <a:buNone/>
              <a:defRPr sz="2100">
                <a:solidFill>
                  <a:schemeClr val="dk1"/>
                </a:solidFill>
              </a:defRPr>
            </a:lvl5pPr>
            <a:lvl6pPr lvl="5" rtl="0">
              <a:lnSpc>
                <a:spcPct val="115000"/>
              </a:lnSpc>
              <a:spcBef>
                <a:spcPts val="0"/>
              </a:spcBef>
              <a:spcAft>
                <a:spcPts val="0"/>
              </a:spcAft>
              <a:buClr>
                <a:schemeClr val="dk1"/>
              </a:buClr>
              <a:buSzPts val="2100"/>
              <a:buNone/>
              <a:defRPr sz="2100">
                <a:solidFill>
                  <a:schemeClr val="dk1"/>
                </a:solidFill>
              </a:defRPr>
            </a:lvl6pPr>
            <a:lvl7pPr lvl="6" rtl="0">
              <a:lnSpc>
                <a:spcPct val="115000"/>
              </a:lnSpc>
              <a:spcBef>
                <a:spcPts val="0"/>
              </a:spcBef>
              <a:spcAft>
                <a:spcPts val="0"/>
              </a:spcAft>
              <a:buClr>
                <a:schemeClr val="dk1"/>
              </a:buClr>
              <a:buSzPts val="2100"/>
              <a:buNone/>
              <a:defRPr sz="2100">
                <a:solidFill>
                  <a:schemeClr val="dk1"/>
                </a:solidFill>
              </a:defRPr>
            </a:lvl7pPr>
            <a:lvl8pPr lvl="7" rtl="0">
              <a:lnSpc>
                <a:spcPct val="115000"/>
              </a:lnSpc>
              <a:spcBef>
                <a:spcPts val="0"/>
              </a:spcBef>
              <a:spcAft>
                <a:spcPts val="0"/>
              </a:spcAft>
              <a:buClr>
                <a:schemeClr val="dk1"/>
              </a:buClr>
              <a:buSzPts val="2100"/>
              <a:buNone/>
              <a:defRPr sz="2100">
                <a:solidFill>
                  <a:schemeClr val="dk1"/>
                </a:solidFill>
              </a:defRPr>
            </a:lvl8pPr>
            <a:lvl9pPr lvl="8" rtl="0">
              <a:lnSpc>
                <a:spcPct val="115000"/>
              </a:lnSpc>
              <a:spcBef>
                <a:spcPts val="0"/>
              </a:spcBef>
              <a:spcAft>
                <a:spcPts val="0"/>
              </a:spcAft>
              <a:buClr>
                <a:schemeClr val="dk1"/>
              </a:buClr>
              <a:buSzPts val="2100"/>
              <a:buNone/>
              <a:defRPr sz="2100">
                <a:solidFill>
                  <a:schemeClr val="dk1"/>
                </a:solidFill>
              </a:defRPr>
            </a:lvl9pPr>
          </a:lstStyle>
          <a:p>
            <a:endParaRPr/>
          </a:p>
        </p:txBody>
      </p:sp>
      <p:sp>
        <p:nvSpPr>
          <p:cNvPr id="314" name="Google Shape;314;p26"/>
          <p:cNvSpPr txBox="1">
            <a:spLocks noGrp="1"/>
          </p:cNvSpPr>
          <p:nvPr>
            <p:ph type="title" idx="4" hasCustomPrompt="1"/>
          </p:nvPr>
        </p:nvSpPr>
        <p:spPr>
          <a:xfrm>
            <a:off x="2223600" y="3343583"/>
            <a:ext cx="4696800" cy="6585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accent2"/>
                </a:solidFill>
              </a:defRPr>
            </a:lvl1pPr>
            <a:lvl2pPr lvl="1" rtl="0">
              <a:spcBef>
                <a:spcPts val="0"/>
              </a:spcBef>
              <a:spcAft>
                <a:spcPts val="0"/>
              </a:spcAft>
              <a:buClr>
                <a:schemeClr val="lt1"/>
              </a:buClr>
              <a:buSzPts val="6000"/>
              <a:buNone/>
              <a:defRPr sz="6000">
                <a:solidFill>
                  <a:schemeClr val="lt1"/>
                </a:solidFill>
              </a:defRPr>
            </a:lvl2pPr>
            <a:lvl3pPr lvl="2" rtl="0">
              <a:spcBef>
                <a:spcPts val="0"/>
              </a:spcBef>
              <a:spcAft>
                <a:spcPts val="0"/>
              </a:spcAft>
              <a:buClr>
                <a:schemeClr val="lt1"/>
              </a:buClr>
              <a:buSzPts val="6000"/>
              <a:buNone/>
              <a:defRPr sz="6000">
                <a:solidFill>
                  <a:schemeClr val="lt1"/>
                </a:solidFill>
              </a:defRPr>
            </a:lvl3pPr>
            <a:lvl4pPr lvl="3" rtl="0">
              <a:spcBef>
                <a:spcPts val="0"/>
              </a:spcBef>
              <a:spcAft>
                <a:spcPts val="0"/>
              </a:spcAft>
              <a:buClr>
                <a:schemeClr val="lt1"/>
              </a:buClr>
              <a:buSzPts val="6000"/>
              <a:buNone/>
              <a:defRPr sz="6000">
                <a:solidFill>
                  <a:schemeClr val="lt1"/>
                </a:solidFill>
              </a:defRPr>
            </a:lvl4pPr>
            <a:lvl5pPr lvl="4" rtl="0">
              <a:spcBef>
                <a:spcPts val="0"/>
              </a:spcBef>
              <a:spcAft>
                <a:spcPts val="0"/>
              </a:spcAft>
              <a:buClr>
                <a:schemeClr val="lt1"/>
              </a:buClr>
              <a:buSzPts val="6000"/>
              <a:buNone/>
              <a:defRPr sz="6000">
                <a:solidFill>
                  <a:schemeClr val="lt1"/>
                </a:solidFill>
              </a:defRPr>
            </a:lvl5pPr>
            <a:lvl6pPr lvl="5" rtl="0">
              <a:spcBef>
                <a:spcPts val="0"/>
              </a:spcBef>
              <a:spcAft>
                <a:spcPts val="0"/>
              </a:spcAft>
              <a:buClr>
                <a:schemeClr val="lt1"/>
              </a:buClr>
              <a:buSzPts val="6000"/>
              <a:buNone/>
              <a:defRPr sz="6000">
                <a:solidFill>
                  <a:schemeClr val="lt1"/>
                </a:solidFill>
              </a:defRPr>
            </a:lvl6pPr>
            <a:lvl7pPr lvl="6" rtl="0">
              <a:spcBef>
                <a:spcPts val="0"/>
              </a:spcBef>
              <a:spcAft>
                <a:spcPts val="0"/>
              </a:spcAft>
              <a:buClr>
                <a:schemeClr val="lt1"/>
              </a:buClr>
              <a:buSzPts val="6000"/>
              <a:buNone/>
              <a:defRPr sz="6000">
                <a:solidFill>
                  <a:schemeClr val="lt1"/>
                </a:solidFill>
              </a:defRPr>
            </a:lvl7pPr>
            <a:lvl8pPr lvl="7" rtl="0">
              <a:spcBef>
                <a:spcPts val="0"/>
              </a:spcBef>
              <a:spcAft>
                <a:spcPts val="0"/>
              </a:spcAft>
              <a:buClr>
                <a:schemeClr val="lt1"/>
              </a:buClr>
              <a:buSzPts val="6000"/>
              <a:buNone/>
              <a:defRPr sz="6000">
                <a:solidFill>
                  <a:schemeClr val="lt1"/>
                </a:solidFill>
              </a:defRPr>
            </a:lvl8pPr>
            <a:lvl9pPr lvl="8" rtl="0">
              <a:spcBef>
                <a:spcPts val="0"/>
              </a:spcBef>
              <a:spcAft>
                <a:spcPts val="0"/>
              </a:spcAft>
              <a:buClr>
                <a:schemeClr val="lt1"/>
              </a:buClr>
              <a:buSzPts val="6000"/>
              <a:buNone/>
              <a:defRPr sz="6000">
                <a:solidFill>
                  <a:schemeClr val="lt1"/>
                </a:solidFill>
              </a:defRPr>
            </a:lvl9pPr>
          </a:lstStyle>
          <a:p>
            <a:r>
              <a:t>xx%</a:t>
            </a:r>
          </a:p>
        </p:txBody>
      </p:sp>
      <p:sp>
        <p:nvSpPr>
          <p:cNvPr id="315" name="Google Shape;315;p26"/>
          <p:cNvSpPr txBox="1">
            <a:spLocks noGrp="1"/>
          </p:cNvSpPr>
          <p:nvPr>
            <p:ph type="subTitle" idx="5"/>
          </p:nvPr>
        </p:nvSpPr>
        <p:spPr>
          <a:xfrm>
            <a:off x="2223600" y="4039087"/>
            <a:ext cx="46968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dk1"/>
              </a:buClr>
              <a:buSzPts val="2400"/>
              <a:buNone/>
              <a:defRPr sz="1600">
                <a:solidFill>
                  <a:schemeClr val="accent5"/>
                </a:solidFill>
              </a:defRPr>
            </a:lvl1pPr>
            <a:lvl2pPr lvl="1" rtl="0">
              <a:lnSpc>
                <a:spcPct val="115000"/>
              </a:lnSpc>
              <a:spcBef>
                <a:spcPts val="0"/>
              </a:spcBef>
              <a:spcAft>
                <a:spcPts val="0"/>
              </a:spcAft>
              <a:buClr>
                <a:schemeClr val="dk1"/>
              </a:buClr>
              <a:buSzPts val="2100"/>
              <a:buNone/>
              <a:defRPr sz="2100">
                <a:solidFill>
                  <a:schemeClr val="dk1"/>
                </a:solidFill>
              </a:defRPr>
            </a:lvl2pPr>
            <a:lvl3pPr lvl="2" rtl="0">
              <a:lnSpc>
                <a:spcPct val="115000"/>
              </a:lnSpc>
              <a:spcBef>
                <a:spcPts val="0"/>
              </a:spcBef>
              <a:spcAft>
                <a:spcPts val="0"/>
              </a:spcAft>
              <a:buClr>
                <a:schemeClr val="dk1"/>
              </a:buClr>
              <a:buSzPts val="2100"/>
              <a:buNone/>
              <a:defRPr sz="2100">
                <a:solidFill>
                  <a:schemeClr val="dk1"/>
                </a:solidFill>
              </a:defRPr>
            </a:lvl3pPr>
            <a:lvl4pPr lvl="3" rtl="0">
              <a:lnSpc>
                <a:spcPct val="115000"/>
              </a:lnSpc>
              <a:spcBef>
                <a:spcPts val="0"/>
              </a:spcBef>
              <a:spcAft>
                <a:spcPts val="0"/>
              </a:spcAft>
              <a:buClr>
                <a:schemeClr val="dk1"/>
              </a:buClr>
              <a:buSzPts val="2100"/>
              <a:buNone/>
              <a:defRPr sz="2100">
                <a:solidFill>
                  <a:schemeClr val="dk1"/>
                </a:solidFill>
              </a:defRPr>
            </a:lvl4pPr>
            <a:lvl5pPr lvl="4" rtl="0">
              <a:lnSpc>
                <a:spcPct val="115000"/>
              </a:lnSpc>
              <a:spcBef>
                <a:spcPts val="0"/>
              </a:spcBef>
              <a:spcAft>
                <a:spcPts val="0"/>
              </a:spcAft>
              <a:buClr>
                <a:schemeClr val="dk1"/>
              </a:buClr>
              <a:buSzPts val="2100"/>
              <a:buNone/>
              <a:defRPr sz="2100">
                <a:solidFill>
                  <a:schemeClr val="dk1"/>
                </a:solidFill>
              </a:defRPr>
            </a:lvl5pPr>
            <a:lvl6pPr lvl="5" rtl="0">
              <a:lnSpc>
                <a:spcPct val="115000"/>
              </a:lnSpc>
              <a:spcBef>
                <a:spcPts val="0"/>
              </a:spcBef>
              <a:spcAft>
                <a:spcPts val="0"/>
              </a:spcAft>
              <a:buClr>
                <a:schemeClr val="dk1"/>
              </a:buClr>
              <a:buSzPts val="2100"/>
              <a:buNone/>
              <a:defRPr sz="2100">
                <a:solidFill>
                  <a:schemeClr val="dk1"/>
                </a:solidFill>
              </a:defRPr>
            </a:lvl6pPr>
            <a:lvl7pPr lvl="6" rtl="0">
              <a:lnSpc>
                <a:spcPct val="115000"/>
              </a:lnSpc>
              <a:spcBef>
                <a:spcPts val="0"/>
              </a:spcBef>
              <a:spcAft>
                <a:spcPts val="0"/>
              </a:spcAft>
              <a:buClr>
                <a:schemeClr val="dk1"/>
              </a:buClr>
              <a:buSzPts val="2100"/>
              <a:buNone/>
              <a:defRPr sz="2100">
                <a:solidFill>
                  <a:schemeClr val="dk1"/>
                </a:solidFill>
              </a:defRPr>
            </a:lvl7pPr>
            <a:lvl8pPr lvl="7" rtl="0">
              <a:lnSpc>
                <a:spcPct val="115000"/>
              </a:lnSpc>
              <a:spcBef>
                <a:spcPts val="0"/>
              </a:spcBef>
              <a:spcAft>
                <a:spcPts val="0"/>
              </a:spcAft>
              <a:buClr>
                <a:schemeClr val="dk1"/>
              </a:buClr>
              <a:buSzPts val="2100"/>
              <a:buNone/>
              <a:defRPr sz="2100">
                <a:solidFill>
                  <a:schemeClr val="dk1"/>
                </a:solidFill>
              </a:defRPr>
            </a:lvl8pPr>
            <a:lvl9pPr lvl="8" rtl="0">
              <a:lnSpc>
                <a:spcPct val="115000"/>
              </a:lnSpc>
              <a:spcBef>
                <a:spcPts val="0"/>
              </a:spcBef>
              <a:spcAft>
                <a:spcPts val="0"/>
              </a:spcAft>
              <a:buClr>
                <a:schemeClr val="dk1"/>
              </a:buClr>
              <a:buSzPts val="2100"/>
              <a:buNone/>
              <a:defRPr sz="2100">
                <a:solidFill>
                  <a:schemeClr val="dk1"/>
                </a:solidFill>
              </a:defRPr>
            </a:lvl9pPr>
          </a:lstStyle>
          <a:p>
            <a:endParaRPr/>
          </a:p>
        </p:txBody>
      </p:sp>
      <p:grpSp>
        <p:nvGrpSpPr>
          <p:cNvPr id="316" name="Google Shape;316;p26"/>
          <p:cNvGrpSpPr/>
          <p:nvPr/>
        </p:nvGrpSpPr>
        <p:grpSpPr>
          <a:xfrm>
            <a:off x="269722" y="1778"/>
            <a:ext cx="8607902" cy="5090199"/>
            <a:chOff x="269722" y="1778"/>
            <a:chExt cx="8607902" cy="5090199"/>
          </a:xfrm>
        </p:grpSpPr>
        <p:grpSp>
          <p:nvGrpSpPr>
            <p:cNvPr id="317" name="Google Shape;317;p26"/>
            <p:cNvGrpSpPr/>
            <p:nvPr/>
          </p:nvGrpSpPr>
          <p:grpSpPr>
            <a:xfrm rot="-5400000">
              <a:off x="8120892" y="4335245"/>
              <a:ext cx="595437" cy="918027"/>
              <a:chOff x="7884075" y="238975"/>
              <a:chExt cx="595437" cy="918027"/>
            </a:xfrm>
          </p:grpSpPr>
          <p:sp>
            <p:nvSpPr>
              <p:cNvPr id="318" name="Google Shape;318;p26"/>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6"/>
              <p:cNvSpPr/>
              <p:nvPr/>
            </p:nvSpPr>
            <p:spPr>
              <a:xfrm>
                <a:off x="8255441" y="918206"/>
                <a:ext cx="224071" cy="2387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 name="Google Shape;320;p26"/>
            <p:cNvGrpSpPr/>
            <p:nvPr/>
          </p:nvGrpSpPr>
          <p:grpSpPr>
            <a:xfrm rot="-5400000">
              <a:off x="816778" y="-545278"/>
              <a:ext cx="511237" cy="1605349"/>
              <a:chOff x="8255437" y="378850"/>
              <a:chExt cx="511237" cy="1605349"/>
            </a:xfrm>
          </p:grpSpPr>
          <p:sp>
            <p:nvSpPr>
              <p:cNvPr id="321" name="Google Shape;321;p26"/>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6"/>
              <p:cNvSpPr/>
              <p:nvPr/>
            </p:nvSpPr>
            <p:spPr>
              <a:xfrm>
                <a:off x="8288525" y="184432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6"/>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 name="Shape 324"/>
        <p:cNvGrpSpPr/>
        <p:nvPr/>
      </p:nvGrpSpPr>
      <p:grpSpPr>
        <a:xfrm>
          <a:off x="0" y="0"/>
          <a:ext cx="0" cy="0"/>
          <a:chOff x="0" y="0"/>
          <a:chExt cx="0" cy="0"/>
        </a:xfrm>
      </p:grpSpPr>
      <p:sp>
        <p:nvSpPr>
          <p:cNvPr id="325" name="Google Shape;325;p27"/>
          <p:cNvSpPr txBox="1">
            <a:spLocks noGrp="1"/>
          </p:cNvSpPr>
          <p:nvPr>
            <p:ph type="title"/>
          </p:nvPr>
        </p:nvSpPr>
        <p:spPr>
          <a:xfrm>
            <a:off x="713264" y="685100"/>
            <a:ext cx="4629300" cy="10587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6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6" name="Google Shape;326;p27"/>
          <p:cNvSpPr txBox="1">
            <a:spLocks noGrp="1"/>
          </p:cNvSpPr>
          <p:nvPr>
            <p:ph type="subTitle" idx="1"/>
          </p:nvPr>
        </p:nvSpPr>
        <p:spPr>
          <a:xfrm>
            <a:off x="713225" y="1722730"/>
            <a:ext cx="4629300" cy="1101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327" name="Google Shape;327;p27"/>
          <p:cNvSpPr txBox="1"/>
          <p:nvPr/>
        </p:nvSpPr>
        <p:spPr>
          <a:xfrm>
            <a:off x="713277" y="3611950"/>
            <a:ext cx="4629300" cy="556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300"/>
              </a:spcBef>
              <a:spcAft>
                <a:spcPts val="0"/>
              </a:spcAft>
              <a:buNone/>
            </a:pPr>
            <a:r>
              <a:rPr lang="en" sz="1200">
                <a:solidFill>
                  <a:schemeClr val="dk1"/>
                </a:solidFill>
                <a:latin typeface="Lato"/>
                <a:ea typeface="Lato"/>
                <a:cs typeface="Lato"/>
                <a:sym typeface="Lato"/>
              </a:rPr>
              <a:t>CREDITS: This presentation template was created by </a:t>
            </a:r>
            <a:r>
              <a:rPr lang="en" sz="1200" b="1" u="sng">
                <a:solidFill>
                  <a:schemeClr val="hlink"/>
                </a:solidFill>
                <a:latin typeface="Lato"/>
                <a:ea typeface="Lato"/>
                <a:cs typeface="Lato"/>
                <a:sym typeface="Lato"/>
                <a:hlinkClick r:id="rId2"/>
              </a:rPr>
              <a:t>Slidesgo</a:t>
            </a:r>
            <a:r>
              <a:rPr lang="en" sz="1200" b="1">
                <a:solidFill>
                  <a:schemeClr val="dk1"/>
                </a:solidFill>
                <a:latin typeface="Lato"/>
                <a:ea typeface="Lato"/>
                <a:cs typeface="Lato"/>
                <a:sym typeface="Lato"/>
              </a:rPr>
              <a:t>,</a:t>
            </a:r>
            <a:r>
              <a:rPr lang="en" sz="1200">
                <a:solidFill>
                  <a:schemeClr val="dk1"/>
                </a:solidFill>
                <a:latin typeface="Lato"/>
                <a:ea typeface="Lato"/>
                <a:cs typeface="Lato"/>
                <a:sym typeface="Lato"/>
              </a:rPr>
              <a:t> and includes icons by </a:t>
            </a:r>
            <a:r>
              <a:rPr lang="en" sz="1200" b="1" u="sng">
                <a:solidFill>
                  <a:schemeClr val="dk1"/>
                </a:solidFill>
                <a:latin typeface="Lato"/>
                <a:ea typeface="Lato"/>
                <a:cs typeface="Lato"/>
                <a:sym typeface="Lato"/>
                <a:hlinkClick r:id="rId3">
                  <a:extLst>
                    <a:ext uri="{A12FA001-AC4F-418D-AE19-62706E023703}">
                      <ahyp:hlinkClr xmlns:ahyp="http://schemas.microsoft.com/office/drawing/2018/hyperlinkcolor" val="tx"/>
                    </a:ext>
                  </a:extLst>
                </a:hlinkClick>
              </a:rPr>
              <a:t>Flaticon</a:t>
            </a:r>
            <a:r>
              <a:rPr lang="en" sz="1200">
                <a:solidFill>
                  <a:schemeClr val="dk1"/>
                </a:solidFill>
                <a:latin typeface="Lato"/>
                <a:ea typeface="Lato"/>
                <a:cs typeface="Lato"/>
                <a:sym typeface="Lato"/>
              </a:rPr>
              <a:t>, and infographics &amp; images by </a:t>
            </a:r>
            <a:r>
              <a:rPr lang="en" sz="1200" b="1" u="sng">
                <a:solidFill>
                  <a:schemeClr val="dk1"/>
                </a:solidFill>
                <a:latin typeface="Lato"/>
                <a:ea typeface="Lato"/>
                <a:cs typeface="Lato"/>
                <a:sym typeface="Lato"/>
                <a:hlinkClick r:id="rId4">
                  <a:extLst>
                    <a:ext uri="{A12FA001-AC4F-418D-AE19-62706E023703}">
                      <ahyp:hlinkClr xmlns:ahyp="http://schemas.microsoft.com/office/drawing/2018/hyperlinkcolor" val="tx"/>
                    </a:ext>
                  </a:extLst>
                </a:hlinkClick>
              </a:rPr>
              <a:t>Freepik</a:t>
            </a:r>
            <a:r>
              <a:rPr lang="en" sz="1200" b="1" u="sng">
                <a:solidFill>
                  <a:schemeClr val="dk1"/>
                </a:solidFill>
                <a:latin typeface="Lato"/>
                <a:ea typeface="Lato"/>
                <a:cs typeface="Lato"/>
                <a:sym typeface="Lato"/>
              </a:rPr>
              <a:t> </a:t>
            </a:r>
            <a:endParaRPr sz="1200" b="1" u="sng">
              <a:solidFill>
                <a:schemeClr val="dk1"/>
              </a:solidFill>
              <a:latin typeface="Lato"/>
              <a:ea typeface="Lato"/>
              <a:cs typeface="Lato"/>
              <a:sym typeface="Lato"/>
            </a:endParaRPr>
          </a:p>
        </p:txBody>
      </p:sp>
      <p:grpSp>
        <p:nvGrpSpPr>
          <p:cNvPr id="328" name="Google Shape;328;p27"/>
          <p:cNvGrpSpPr/>
          <p:nvPr/>
        </p:nvGrpSpPr>
        <p:grpSpPr>
          <a:xfrm>
            <a:off x="179243" y="1771891"/>
            <a:ext cx="400449" cy="2933146"/>
            <a:chOff x="7553711" y="-2334286"/>
            <a:chExt cx="455625" cy="3337292"/>
          </a:xfrm>
        </p:grpSpPr>
        <p:sp>
          <p:nvSpPr>
            <p:cNvPr id="329" name="Google Shape;329;p27"/>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7"/>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7"/>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 name="Google Shape;332;p27"/>
          <p:cNvGrpSpPr/>
          <p:nvPr/>
        </p:nvGrpSpPr>
        <p:grpSpPr>
          <a:xfrm>
            <a:off x="312250" y="-762725"/>
            <a:ext cx="855850" cy="2170900"/>
            <a:chOff x="312250" y="-762725"/>
            <a:chExt cx="855850" cy="2170900"/>
          </a:xfrm>
        </p:grpSpPr>
        <p:cxnSp>
          <p:nvCxnSpPr>
            <p:cNvPr id="333" name="Google Shape;333;p27"/>
            <p:cNvCxnSpPr/>
            <p:nvPr/>
          </p:nvCxnSpPr>
          <p:spPr>
            <a:xfrm rot="5400000">
              <a:off x="-237850" y="22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334" name="Google Shape;334;p27"/>
            <p:cNvCxnSpPr/>
            <p:nvPr/>
          </p:nvCxnSpPr>
          <p:spPr>
            <a:xfrm rot="5400000">
              <a:off x="-317750" y="-1327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335"/>
        <p:cNvGrpSpPr/>
        <p:nvPr/>
      </p:nvGrpSpPr>
      <p:grpSpPr>
        <a:xfrm>
          <a:off x="0" y="0"/>
          <a:ext cx="0" cy="0"/>
          <a:chOff x="0" y="0"/>
          <a:chExt cx="0" cy="0"/>
        </a:xfrm>
      </p:grpSpPr>
      <p:grpSp>
        <p:nvGrpSpPr>
          <p:cNvPr id="336" name="Google Shape;336;p28"/>
          <p:cNvGrpSpPr/>
          <p:nvPr/>
        </p:nvGrpSpPr>
        <p:grpSpPr>
          <a:xfrm>
            <a:off x="-709225" y="2020450"/>
            <a:ext cx="10403925" cy="4250875"/>
            <a:chOff x="-709225" y="2020450"/>
            <a:chExt cx="10403925" cy="4250875"/>
          </a:xfrm>
        </p:grpSpPr>
        <p:grpSp>
          <p:nvGrpSpPr>
            <p:cNvPr id="337" name="Google Shape;337;p28"/>
            <p:cNvGrpSpPr/>
            <p:nvPr/>
          </p:nvGrpSpPr>
          <p:grpSpPr>
            <a:xfrm>
              <a:off x="176175" y="2459300"/>
              <a:ext cx="418425" cy="3812025"/>
              <a:chOff x="176175" y="2459300"/>
              <a:chExt cx="418425" cy="3812025"/>
            </a:xfrm>
          </p:grpSpPr>
          <p:cxnSp>
            <p:nvCxnSpPr>
              <p:cNvPr id="338" name="Google Shape;338;p28"/>
              <p:cNvCxnSpPr/>
              <p:nvPr/>
            </p:nvCxnSpPr>
            <p:spPr>
              <a:xfrm rot="5400000" flipH="1">
                <a:off x="-1093800" y="3815900"/>
                <a:ext cx="3045000" cy="331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339" name="Google Shape;339;p28"/>
              <p:cNvCxnSpPr/>
              <p:nvPr/>
            </p:nvCxnSpPr>
            <p:spPr>
              <a:xfrm rot="5400000" flipH="1">
                <a:off x="-1327875" y="4449875"/>
                <a:ext cx="3325500" cy="317400"/>
              </a:xfrm>
              <a:prstGeom prst="bentConnector3">
                <a:avLst>
                  <a:gd name="adj1" fmla="val 64575"/>
                </a:avLst>
              </a:prstGeom>
              <a:noFill/>
              <a:ln w="19050" cap="flat" cmpd="sng">
                <a:solidFill>
                  <a:schemeClr val="lt2"/>
                </a:solidFill>
                <a:prstDash val="solid"/>
                <a:round/>
                <a:headEnd type="none" w="med" len="med"/>
                <a:tailEnd type="oval" w="med" len="med"/>
              </a:ln>
            </p:spPr>
          </p:cxnSp>
        </p:grpSp>
        <p:grpSp>
          <p:nvGrpSpPr>
            <p:cNvPr id="340" name="Google Shape;340;p28"/>
            <p:cNvGrpSpPr/>
            <p:nvPr/>
          </p:nvGrpSpPr>
          <p:grpSpPr>
            <a:xfrm>
              <a:off x="-709225" y="4185350"/>
              <a:ext cx="7895400" cy="1976375"/>
              <a:chOff x="-709225" y="4185350"/>
              <a:chExt cx="7895400" cy="1976375"/>
            </a:xfrm>
          </p:grpSpPr>
          <p:cxnSp>
            <p:nvCxnSpPr>
              <p:cNvPr id="341" name="Google Shape;341;p28"/>
              <p:cNvCxnSpPr/>
              <p:nvPr/>
            </p:nvCxnSpPr>
            <p:spPr>
              <a:xfrm rot="10800000" flipH="1">
                <a:off x="-709225" y="4185350"/>
                <a:ext cx="7895400" cy="1147500"/>
              </a:xfrm>
              <a:prstGeom prst="bentConnector3">
                <a:avLst>
                  <a:gd name="adj1" fmla="val 71221"/>
                </a:avLst>
              </a:prstGeom>
              <a:noFill/>
              <a:ln w="19050" cap="flat" cmpd="sng">
                <a:solidFill>
                  <a:schemeClr val="lt2"/>
                </a:solidFill>
                <a:prstDash val="solid"/>
                <a:round/>
                <a:headEnd type="none" w="med" len="med"/>
                <a:tailEnd type="oval" w="med" len="med"/>
              </a:ln>
            </p:spPr>
          </p:cxnSp>
          <p:cxnSp>
            <p:nvCxnSpPr>
              <p:cNvPr id="342" name="Google Shape;342;p28"/>
              <p:cNvCxnSpPr/>
              <p:nvPr/>
            </p:nvCxnSpPr>
            <p:spPr>
              <a:xfrm rot="10800000" flipH="1">
                <a:off x="2953025" y="4367125"/>
                <a:ext cx="3567000" cy="1794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343" name="Google Shape;343;p28"/>
            <p:cNvGrpSpPr/>
            <p:nvPr/>
          </p:nvGrpSpPr>
          <p:grpSpPr>
            <a:xfrm>
              <a:off x="8878450" y="2020450"/>
              <a:ext cx="816250" cy="2568900"/>
              <a:chOff x="8878450" y="2020450"/>
              <a:chExt cx="816250" cy="2568900"/>
            </a:xfrm>
          </p:grpSpPr>
          <p:cxnSp>
            <p:nvCxnSpPr>
              <p:cNvPr id="344" name="Google Shape;344;p28"/>
              <p:cNvCxnSpPr/>
              <p:nvPr/>
            </p:nvCxnSpPr>
            <p:spPr>
              <a:xfrm rot="5400000">
                <a:off x="7933150" y="2965750"/>
                <a:ext cx="2568900" cy="678300"/>
              </a:xfrm>
              <a:prstGeom prst="bentConnector3">
                <a:avLst>
                  <a:gd name="adj1" fmla="val 4494"/>
                </a:avLst>
              </a:prstGeom>
              <a:noFill/>
              <a:ln w="19050" cap="flat" cmpd="sng">
                <a:solidFill>
                  <a:schemeClr val="lt2"/>
                </a:solidFill>
                <a:prstDash val="solid"/>
                <a:round/>
                <a:headEnd type="none" w="med" len="med"/>
                <a:tailEnd type="oval" w="med" len="med"/>
              </a:ln>
            </p:spPr>
          </p:cxnSp>
          <p:cxnSp>
            <p:nvCxnSpPr>
              <p:cNvPr id="345" name="Google Shape;345;p28"/>
              <p:cNvCxnSpPr/>
              <p:nvPr/>
            </p:nvCxnSpPr>
            <p:spPr>
              <a:xfrm rot="5400000">
                <a:off x="8288750" y="2779400"/>
                <a:ext cx="2082300" cy="729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grpSp>
        <p:nvGrpSpPr>
          <p:cNvPr id="346" name="Google Shape;346;p28"/>
          <p:cNvGrpSpPr/>
          <p:nvPr/>
        </p:nvGrpSpPr>
        <p:grpSpPr>
          <a:xfrm>
            <a:off x="84278" y="2240873"/>
            <a:ext cx="8837445" cy="2718104"/>
            <a:chOff x="84278" y="2240873"/>
            <a:chExt cx="8837445" cy="2718104"/>
          </a:xfrm>
        </p:grpSpPr>
        <p:sp>
          <p:nvSpPr>
            <p:cNvPr id="347" name="Google Shape;347;p28"/>
            <p:cNvSpPr/>
            <p:nvPr/>
          </p:nvSpPr>
          <p:spPr>
            <a:xfrm>
              <a:off x="84278" y="22408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28"/>
            <p:cNvSpPr/>
            <p:nvPr/>
          </p:nvSpPr>
          <p:spPr>
            <a:xfrm>
              <a:off x="8777403" y="48146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49"/>
        <p:cNvGrpSpPr/>
        <p:nvPr/>
      </p:nvGrpSpPr>
      <p:grpSpPr>
        <a:xfrm>
          <a:off x="0" y="0"/>
          <a:ext cx="0" cy="0"/>
          <a:chOff x="0" y="0"/>
          <a:chExt cx="0" cy="0"/>
        </a:xfrm>
      </p:grpSpPr>
      <p:grpSp>
        <p:nvGrpSpPr>
          <p:cNvPr id="350" name="Google Shape;350;p29"/>
          <p:cNvGrpSpPr/>
          <p:nvPr/>
        </p:nvGrpSpPr>
        <p:grpSpPr>
          <a:xfrm>
            <a:off x="140000" y="188300"/>
            <a:ext cx="580000" cy="6094500"/>
            <a:chOff x="140000" y="188300"/>
            <a:chExt cx="580000" cy="6094500"/>
          </a:xfrm>
        </p:grpSpPr>
        <p:cxnSp>
          <p:nvCxnSpPr>
            <p:cNvPr id="351" name="Google Shape;351;p29"/>
            <p:cNvCxnSpPr/>
            <p:nvPr/>
          </p:nvCxnSpPr>
          <p:spPr>
            <a:xfrm rot="-5400000">
              <a:off x="-522000" y="4271050"/>
              <a:ext cx="2018700" cy="465300"/>
            </a:xfrm>
            <a:prstGeom prst="bentConnector2">
              <a:avLst/>
            </a:prstGeom>
            <a:noFill/>
            <a:ln w="19050" cap="flat" cmpd="sng">
              <a:solidFill>
                <a:schemeClr val="lt2"/>
              </a:solidFill>
              <a:prstDash val="solid"/>
              <a:round/>
              <a:headEnd type="none" w="med" len="med"/>
              <a:tailEnd type="oval" w="med" len="med"/>
            </a:ln>
          </p:spPr>
        </p:cxnSp>
        <p:cxnSp>
          <p:nvCxnSpPr>
            <p:cNvPr id="352" name="Google Shape;352;p29"/>
            <p:cNvCxnSpPr/>
            <p:nvPr/>
          </p:nvCxnSpPr>
          <p:spPr>
            <a:xfrm rot="-5400000">
              <a:off x="-2575525" y="3200000"/>
              <a:ext cx="6094500" cy="711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353" name="Google Shape;353;p29"/>
            <p:cNvCxnSpPr/>
            <p:nvPr/>
          </p:nvCxnSpPr>
          <p:spPr>
            <a:xfrm rot="-5400000">
              <a:off x="-1584400" y="3258800"/>
              <a:ext cx="3657300" cy="2085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354" name="Google Shape;354;p29"/>
          <p:cNvGrpSpPr/>
          <p:nvPr/>
        </p:nvGrpSpPr>
        <p:grpSpPr>
          <a:xfrm>
            <a:off x="64493" y="394791"/>
            <a:ext cx="400449" cy="2933146"/>
            <a:chOff x="7553711" y="-2334286"/>
            <a:chExt cx="455625" cy="3337292"/>
          </a:xfrm>
        </p:grpSpPr>
        <p:sp>
          <p:nvSpPr>
            <p:cNvPr id="355" name="Google Shape;355;p29"/>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29"/>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29"/>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61"/>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362"/>
        <p:cNvGrpSpPr/>
        <p:nvPr/>
      </p:nvGrpSpPr>
      <p:grpSpPr>
        <a:xfrm>
          <a:off x="0" y="0"/>
          <a:ext cx="0" cy="0"/>
          <a:chOff x="0" y="0"/>
          <a:chExt cx="0" cy="0"/>
        </a:xfrm>
      </p:grpSpPr>
      <p:sp>
        <p:nvSpPr>
          <p:cNvPr id="363" name="Google Shape;363;p3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9.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1pPr>
            <a:lvl2pPr lvl="1"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2pPr>
            <a:lvl3pPr lvl="2"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3pPr>
            <a:lvl4pPr lvl="3"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4pPr>
            <a:lvl5pPr lvl="4"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5pPr>
            <a:lvl6pPr lvl="5"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6pPr>
            <a:lvl7pPr lvl="6"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7pPr>
            <a:lvl8pPr lvl="7"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8pPr>
            <a:lvl9pPr lvl="8"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9pPr>
          </a:lstStyle>
          <a:p>
            <a:endParaRPr/>
          </a:p>
        </p:txBody>
      </p:sp>
      <p:sp>
        <p:nvSpPr>
          <p:cNvPr id="7" name="Google Shape;7;p1"/>
          <p:cNvSpPr txBox="1">
            <a:spLocks noGrp="1"/>
          </p:cNvSpPr>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1pPr>
            <a:lvl2pPr marL="914400" lvl="1"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2pPr>
            <a:lvl3pPr marL="1371600" lvl="2"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3pPr>
            <a:lvl4pPr marL="1828800" lvl="3"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4pPr>
            <a:lvl5pPr marL="2286000" lvl="4"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5pPr>
            <a:lvl6pPr marL="2743200" lvl="5"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6pPr>
            <a:lvl7pPr marL="3200400" lvl="6"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7pPr>
            <a:lvl8pPr marL="3657600" lvl="7"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8pPr>
            <a:lvl9pPr marL="4114800" lvl="8"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58"/>
        <p:cNvGrpSpPr/>
        <p:nvPr/>
      </p:nvGrpSpPr>
      <p:grpSpPr>
        <a:xfrm>
          <a:off x="0" y="0"/>
          <a:ext cx="0" cy="0"/>
          <a:chOff x="0" y="0"/>
          <a:chExt cx="0" cy="0"/>
        </a:xfrm>
      </p:grpSpPr>
      <p:sp>
        <p:nvSpPr>
          <p:cNvPr id="359" name="Google Shape;359;p30"/>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60" name="Google Shape;360;p30"/>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6" r:id="rId1"/>
    <p:sldLayoutId id="2147483677"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realities.fh-salzburg.ac.at/projects/gentext/"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32.xml"/><Relationship Id="rId1" Type="http://schemas.openxmlformats.org/officeDocument/2006/relationships/slideLayout" Target="../slideLayouts/slideLayout21.xml"/><Relationship Id="rId5" Type="http://schemas.openxmlformats.org/officeDocument/2006/relationships/image" Target="../media/image10.jpg"/><Relationship Id="rId4" Type="http://schemas.openxmlformats.org/officeDocument/2006/relationships/image" Target="../media/image9.jp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9.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7.xml"/><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8.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48.xml"/><Relationship Id="rId1" Type="http://schemas.openxmlformats.org/officeDocument/2006/relationships/slideLayout" Target="../slideLayouts/slideLayout13.xml"/><Relationship Id="rId5" Type="http://schemas.openxmlformats.org/officeDocument/2006/relationships/image" Target="../media/image13.png"/><Relationship Id="rId4" Type="http://schemas.openxmlformats.org/officeDocument/2006/relationships/hyperlink" Target="https://docs.google.com/spreadsheets/d/1kikyM2-u4XlbAqFdhnWhFYKgPC46WjMD_ge_I6oc554/copy#gid=0"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50.xml"/><Relationship Id="rId1" Type="http://schemas.openxmlformats.org/officeDocument/2006/relationships/slideLayout" Target="../slideLayouts/slideLayout16.xml"/><Relationship Id="rId4" Type="http://schemas.openxmlformats.org/officeDocument/2006/relationships/image" Target="../media/image15.jp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3" Type="http://schemas.openxmlformats.org/officeDocument/2006/relationships/hyperlink" Target="https://www.freepik.com/free-vector/gradient-quantum-illustration_22112086.htm/?utm_source=slidesgo_template&amp;utm_medium=referral-link&amp;utm_campaign=sg_resources&amp;utm_content=freepik" TargetMode="External"/><Relationship Id="rId2" Type="http://schemas.openxmlformats.org/officeDocument/2006/relationships/notesSlide" Target="../notesSlides/notesSlide53.xml"/><Relationship Id="rId1" Type="http://schemas.openxmlformats.org/officeDocument/2006/relationships/slideLayout" Target="../slideLayouts/slideLayout17.xml"/><Relationship Id="rId5" Type="http://schemas.openxmlformats.org/officeDocument/2006/relationships/hyperlink" Target="https://www.freepik.com/free-vector/template-artificial-intelligence-landing-page_5960295.htm/?utm_source=slidesgo_template&amp;utm_medium=referral-link&amp;utm_campaign=sg_resources&amp;utm_content=freepik" TargetMode="External"/><Relationship Id="rId4" Type="http://schemas.openxmlformats.org/officeDocument/2006/relationships/hyperlink" Target="https://www.freepik.com/free-vector/landing-page-artificial-intelligence-template_6207934.htm/?utm_source=slidesgo_template&amp;utm_medium=referral-link&amp;utm_campaign=sg_resources&amp;utm_content=freepik" TargetMode="External"/></Relationships>
</file>

<file path=ppt/slides/_rels/slide57.xml.rels><?xml version="1.0" encoding="UTF-8" standalone="yes"?>
<Relationships xmlns="http://schemas.openxmlformats.org/package/2006/relationships"><Relationship Id="rId8" Type="http://schemas.openxmlformats.org/officeDocument/2006/relationships/hyperlink" Target="https://www.freepik.com/free-vector/gradient-sql-illustration_22112361.htm/?utm_source=slidesgo_template&amp;utm_medium=referral-link&amp;utm_campaign=sg_resources&amp;utm_content=freepik" TargetMode="External"/><Relationship Id="rId13" Type="http://schemas.openxmlformats.org/officeDocument/2006/relationships/hyperlink" Target="https://www.freepik.com/free-photo/view-automatic-recognition-software-analyzing-everyday-subjects-entities_57314205.htm/?utm_source=slidesgo_template&amp;utm_medium=referral-link&amp;utm_campaign=sg_resources&amp;utm_content=freepik" TargetMode="External"/><Relationship Id="rId3" Type="http://schemas.openxmlformats.org/officeDocument/2006/relationships/hyperlink" Target="https://www.freepik.com/free-vector/gradient-npl-illustration_22112074.htm/?utm_source=slidesgo_template&amp;utm_medium=referral-link&amp;utm_campaign=sg_resources&amp;utm_content=freepik" TargetMode="External"/><Relationship Id="rId7" Type="http://schemas.openxmlformats.org/officeDocument/2006/relationships/hyperlink" Target="https://www.freepik.com/free-vector/gradient-sql-illustration_22112359.htm/?utm_source=slidesgo_template&amp;utm_medium=referral-link&amp;utm_campaign=sg_resources&amp;utm_content=freepik" TargetMode="External"/><Relationship Id="rId12" Type="http://schemas.openxmlformats.org/officeDocument/2006/relationships/hyperlink" Target="https://www.freepik.com/free-photo/view-automatic-recognition-software-analyzing-everyday-subjects-entities_57314212.htm/?utm_source=slidesgo_template&amp;utm_medium=referral-link&amp;utm_campaign=sg_resources&amp;utm_content=freepik" TargetMode="External"/><Relationship Id="rId2" Type="http://schemas.openxmlformats.org/officeDocument/2006/relationships/notesSlide" Target="../notesSlides/notesSlide54.xml"/><Relationship Id="rId1" Type="http://schemas.openxmlformats.org/officeDocument/2006/relationships/slideLayout" Target="../slideLayouts/slideLayout19.xml"/><Relationship Id="rId6" Type="http://schemas.openxmlformats.org/officeDocument/2006/relationships/hyperlink" Target="https://www.freepik.com/free-vector/gradient-ssl-illustration_22112338.htm/?utm_source=slidesgo_template&amp;utm_medium=referral-link&amp;utm_campaign=sg_resources&amp;utm_content=freepik" TargetMode="External"/><Relationship Id="rId11" Type="http://schemas.openxmlformats.org/officeDocument/2006/relationships/hyperlink" Target="https://www.freepik.com/free-photo/person-using-ai-tool-job_60357579.htm/?utm_source=slidesgo_template&amp;utm_medium=referral-link&amp;utm_campaign=sg_resources&amp;utm_content=freepik" TargetMode="External"/><Relationship Id="rId5" Type="http://schemas.openxmlformats.org/officeDocument/2006/relationships/hyperlink" Target="https://www.freepik.com/free-vector/gradient-quantum-illustration_22112087.htm/?utm_source=slidesgo_template&amp;utm_medium=referral-link&amp;utm_campaign=sg_resources&amp;utm_content=freepik" TargetMode="External"/><Relationship Id="rId15" Type="http://schemas.openxmlformats.org/officeDocument/2006/relationships/hyperlink" Target="https://www.flaticon.com/packs/artificial-intelligence-166/?utm_source=slidesgo_template&amp;utm_medium=referral-link&amp;utm_campaign=sg_resources&amp;utm_content=flaticon" TargetMode="External"/><Relationship Id="rId10" Type="http://schemas.openxmlformats.org/officeDocument/2006/relationships/hyperlink" Target="https://www.freepik.com/free-photo/woman-with-phone-doing-face-scan_12810823.htm/?utm_source=slidesgo_template&amp;utm_medium=referral-link&amp;utm_campaign=sg_resources&amp;utm_content=freepik" TargetMode="External"/><Relationship Id="rId4" Type="http://schemas.openxmlformats.org/officeDocument/2006/relationships/hyperlink" Target="https://www.freepik.com/free-vector/gradient-quantum-illustration_22112086.htm/?utm_source=slidesgo_template&amp;utm_medium=referral-link&amp;utm_campaign=sg_resources&amp;utm_content=freepik" TargetMode="External"/><Relationship Id="rId9" Type="http://schemas.openxmlformats.org/officeDocument/2006/relationships/hyperlink" Target="https://www.freepik.com/free-vector/gradient-npl-illustration_22380775.htm/?utm_source=slidesgo_template&amp;utm_medium=referral-link&amp;utm_campaign=sg_resources&amp;utm_content=freepik" TargetMode="External"/><Relationship Id="rId14" Type="http://schemas.openxmlformats.org/officeDocument/2006/relationships/hyperlink" Target="https://www.freepik.com/free-photo/person-using-ai-tool-job_60368915.htm/?utm_source=slidesgo_template&amp;utm_medium=referral-link&amp;utm_campaign=sg_resources&amp;utm_content=freepik"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5.xml"/><Relationship Id="rId1" Type="http://schemas.openxmlformats.org/officeDocument/2006/relationships/slideLayout" Target="../slideLayouts/slideLayout29.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54.xml"/></Relationships>
</file>

<file path=ppt/slides/_rels/slide59.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6.xml"/><Relationship Id="rId1" Type="http://schemas.openxmlformats.org/officeDocument/2006/relationships/slideLayout" Target="../slideLayouts/slideLayout29.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54.xml"/></Relationships>
</file>

<file path=ppt/slides/_rels/slide60.xml.rels><?xml version="1.0" encoding="UTF-8" standalone="yes"?>
<Relationships xmlns="http://schemas.openxmlformats.org/package/2006/relationships"><Relationship Id="rId3" Type="http://schemas.openxmlformats.org/officeDocument/2006/relationships/hyperlink" Target="https://fonts.google.com/specimen/Sora" TargetMode="External"/><Relationship Id="rId2" Type="http://schemas.openxmlformats.org/officeDocument/2006/relationships/notesSlide" Target="../notesSlides/notesSlide57.xml"/><Relationship Id="rId1" Type="http://schemas.openxmlformats.org/officeDocument/2006/relationships/slideLayout" Target="../slideLayouts/slideLayout29.xml"/><Relationship Id="rId4" Type="http://schemas.openxmlformats.org/officeDocument/2006/relationships/hyperlink" Target="https://fonts.google.com/specimen/Lato"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20.png"/><Relationship Id="rId2" Type="http://schemas.openxmlformats.org/officeDocument/2006/relationships/notesSlide" Target="../notesSlides/notesSlide58.xml"/><Relationship Id="rId1" Type="http://schemas.openxmlformats.org/officeDocument/2006/relationships/slideLayout" Target="../slideLayouts/slideLayout29.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9.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8.png"/><Relationship Id="rId4" Type="http://schemas.openxmlformats.org/officeDocument/2006/relationships/image" Target="../media/image16.png"/><Relationship Id="rId9" Type="http://schemas.openxmlformats.org/officeDocument/2006/relationships/image" Target="../media/image17.png"/></Relationships>
</file>

<file path=ppt/slides/_rels/slide62.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59.xml"/><Relationship Id="rId1" Type="http://schemas.openxmlformats.org/officeDocument/2006/relationships/slideLayout" Target="../slideLayouts/slideLayout29.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8.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8.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8.xml"/></Relationships>
</file>

<file path=ppt/slides/_rels/slide68.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65.xml"/><Relationship Id="rId1" Type="http://schemas.openxmlformats.org/officeDocument/2006/relationships/slideLayout" Target="../slideLayouts/slideLayout29.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8.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8.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8.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8.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9.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9.xml"/></Relationships>
</file>

<file path=ppt/slides/_rels/slide7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2.xml"/><Relationship Id="rId1" Type="http://schemas.openxmlformats.org/officeDocument/2006/relationships/slideLayout" Target="../slideLayouts/slideLayout28.xml"/><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7"/>
        <p:cNvGrpSpPr/>
        <p:nvPr/>
      </p:nvGrpSpPr>
      <p:grpSpPr>
        <a:xfrm>
          <a:off x="0" y="0"/>
          <a:ext cx="0" cy="0"/>
          <a:chOff x="0" y="0"/>
          <a:chExt cx="0" cy="0"/>
        </a:xfrm>
      </p:grpSpPr>
      <p:sp>
        <p:nvSpPr>
          <p:cNvPr id="368" name="Google Shape;368;p33"/>
          <p:cNvSpPr txBox="1">
            <a:spLocks noGrp="1"/>
          </p:cNvSpPr>
          <p:nvPr>
            <p:ph type="ctrTitle"/>
          </p:nvPr>
        </p:nvSpPr>
        <p:spPr>
          <a:xfrm>
            <a:off x="4157700" y="1061225"/>
            <a:ext cx="4260000" cy="175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err="1"/>
              <a:t>Blusting</a:t>
            </a:r>
            <a:r>
              <a:rPr lang="en-US" noProof="0" dirty="0"/>
              <a:t> </a:t>
            </a:r>
            <a:br>
              <a:rPr lang="en-US" noProof="0"/>
            </a:br>
            <a:r>
              <a:rPr lang="en-US" noProof="0"/>
              <a:t>Confidence</a:t>
            </a:r>
            <a:endParaRPr lang="en-US" noProof="0" dirty="0"/>
          </a:p>
        </p:txBody>
      </p:sp>
      <p:sp>
        <p:nvSpPr>
          <p:cNvPr id="369" name="Google Shape;369;p33"/>
          <p:cNvSpPr txBox="1">
            <a:spLocks noGrp="1"/>
          </p:cNvSpPr>
          <p:nvPr>
            <p:ph type="subTitle" idx="1"/>
          </p:nvPr>
        </p:nvSpPr>
        <p:spPr>
          <a:xfrm>
            <a:off x="4157700" y="2997200"/>
            <a:ext cx="4260000" cy="36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noProof="0" dirty="0"/>
              <a:t>Hello everyone, we will start soon</a:t>
            </a:r>
          </a:p>
        </p:txBody>
      </p:sp>
      <p:cxnSp>
        <p:nvCxnSpPr>
          <p:cNvPr id="370" name="Google Shape;370;p33"/>
          <p:cNvCxnSpPr>
            <a:endCxn id="369" idx="1"/>
          </p:cNvCxnSpPr>
          <p:nvPr/>
        </p:nvCxnSpPr>
        <p:spPr>
          <a:xfrm rot="-5400000" flipH="1">
            <a:off x="1987200" y="1009550"/>
            <a:ext cx="3995700" cy="345300"/>
          </a:xfrm>
          <a:prstGeom prst="bentConnector2">
            <a:avLst/>
          </a:prstGeom>
          <a:noFill/>
          <a:ln w="19050" cap="flat" cmpd="sng">
            <a:solidFill>
              <a:schemeClr val="lt2"/>
            </a:solidFill>
            <a:prstDash val="solid"/>
            <a:round/>
            <a:headEnd type="none" w="med" len="med"/>
            <a:tailEnd type="oval" w="med" len="med"/>
          </a:ln>
        </p:spPr>
      </p:cxnSp>
      <p:grpSp>
        <p:nvGrpSpPr>
          <p:cNvPr id="371" name="Google Shape;371;p33"/>
          <p:cNvGrpSpPr/>
          <p:nvPr/>
        </p:nvGrpSpPr>
        <p:grpSpPr>
          <a:xfrm>
            <a:off x="713228" y="756273"/>
            <a:ext cx="2795593" cy="3610859"/>
            <a:chOff x="713228" y="756273"/>
            <a:chExt cx="2795593" cy="3610859"/>
          </a:xfrm>
        </p:grpSpPr>
        <p:grpSp>
          <p:nvGrpSpPr>
            <p:cNvPr id="372" name="Google Shape;372;p33"/>
            <p:cNvGrpSpPr/>
            <p:nvPr/>
          </p:nvGrpSpPr>
          <p:grpSpPr>
            <a:xfrm>
              <a:off x="713228" y="756273"/>
              <a:ext cx="2795593" cy="3610859"/>
              <a:chOff x="293087" y="273641"/>
              <a:chExt cx="3511170" cy="4535116"/>
            </a:xfrm>
          </p:grpSpPr>
          <p:sp>
            <p:nvSpPr>
              <p:cNvPr id="373" name="Google Shape;373;p33"/>
              <p:cNvSpPr/>
              <p:nvPr/>
            </p:nvSpPr>
            <p:spPr>
              <a:xfrm>
                <a:off x="2601618" y="4214808"/>
                <a:ext cx="324803" cy="324793"/>
              </a:xfrm>
              <a:custGeom>
                <a:avLst/>
                <a:gdLst/>
                <a:ahLst/>
                <a:cxnLst/>
                <a:rect l="l" t="t" r="r" b="b"/>
                <a:pathLst>
                  <a:path w="4231" h="4231" extrusionOk="0">
                    <a:moveTo>
                      <a:pt x="4230" y="2118"/>
                    </a:moveTo>
                    <a:cubicBezTo>
                      <a:pt x="4230" y="3280"/>
                      <a:pt x="3281" y="4230"/>
                      <a:pt x="2113" y="4230"/>
                    </a:cubicBezTo>
                    <a:cubicBezTo>
                      <a:pt x="944" y="4230"/>
                      <a:pt x="1" y="3280"/>
                      <a:pt x="1" y="2118"/>
                    </a:cubicBezTo>
                    <a:cubicBezTo>
                      <a:pt x="1" y="950"/>
                      <a:pt x="944" y="0"/>
                      <a:pt x="2113" y="0"/>
                    </a:cubicBezTo>
                    <a:cubicBezTo>
                      <a:pt x="3281" y="0"/>
                      <a:pt x="4230" y="950"/>
                      <a:pt x="4230" y="211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 name="Google Shape;374;p33"/>
              <p:cNvSpPr/>
              <p:nvPr/>
            </p:nvSpPr>
            <p:spPr>
              <a:xfrm>
                <a:off x="3332150" y="2479887"/>
                <a:ext cx="187378" cy="187402"/>
              </a:xfrm>
              <a:custGeom>
                <a:avLst/>
                <a:gdLst/>
                <a:ahLst/>
                <a:cxnLst/>
                <a:rect l="l" t="t" r="r" b="b"/>
                <a:pathLst>
                  <a:path w="4230" h="4231" extrusionOk="0">
                    <a:moveTo>
                      <a:pt x="4230" y="2119"/>
                    </a:moveTo>
                    <a:cubicBezTo>
                      <a:pt x="4230" y="3287"/>
                      <a:pt x="3280" y="4231"/>
                      <a:pt x="2112" y="4231"/>
                    </a:cubicBezTo>
                    <a:cubicBezTo>
                      <a:pt x="944" y="4231"/>
                      <a:pt x="0" y="3287"/>
                      <a:pt x="0" y="2119"/>
                    </a:cubicBezTo>
                    <a:cubicBezTo>
                      <a:pt x="0" y="950"/>
                      <a:pt x="944" y="1"/>
                      <a:pt x="2112" y="1"/>
                    </a:cubicBezTo>
                    <a:cubicBezTo>
                      <a:pt x="3280" y="1"/>
                      <a:pt x="4230" y="950"/>
                      <a:pt x="4230" y="2119"/>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 name="Google Shape;375;p33"/>
              <p:cNvSpPr/>
              <p:nvPr/>
            </p:nvSpPr>
            <p:spPr>
              <a:xfrm>
                <a:off x="293087" y="273641"/>
                <a:ext cx="181266" cy="181242"/>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 name="Google Shape;376;p33"/>
              <p:cNvSpPr/>
              <p:nvPr/>
            </p:nvSpPr>
            <p:spPr>
              <a:xfrm>
                <a:off x="1038559" y="4453324"/>
                <a:ext cx="192303" cy="192296"/>
              </a:xfrm>
              <a:custGeom>
                <a:avLst/>
                <a:gdLst/>
                <a:ahLst/>
                <a:cxnLst/>
                <a:rect l="l" t="t" r="r" b="b"/>
                <a:pathLst>
                  <a:path w="2505" h="2505" extrusionOk="0">
                    <a:moveTo>
                      <a:pt x="2504" y="1255"/>
                    </a:moveTo>
                    <a:cubicBezTo>
                      <a:pt x="2504" y="1946"/>
                      <a:pt x="1946" y="2504"/>
                      <a:pt x="1256" y="2504"/>
                    </a:cubicBezTo>
                    <a:cubicBezTo>
                      <a:pt x="559" y="2504"/>
                      <a:pt x="1" y="1946"/>
                      <a:pt x="1" y="1255"/>
                    </a:cubicBezTo>
                    <a:cubicBezTo>
                      <a:pt x="1" y="559"/>
                      <a:pt x="559" y="1"/>
                      <a:pt x="1256" y="1"/>
                    </a:cubicBezTo>
                    <a:cubicBezTo>
                      <a:pt x="1946" y="1"/>
                      <a:pt x="2504" y="559"/>
                      <a:pt x="2504" y="1255"/>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 name="Google Shape;377;p33"/>
              <p:cNvSpPr/>
              <p:nvPr/>
            </p:nvSpPr>
            <p:spPr>
              <a:xfrm>
                <a:off x="434250" y="2832705"/>
                <a:ext cx="192226" cy="192220"/>
              </a:xfrm>
              <a:custGeom>
                <a:avLst/>
                <a:gdLst/>
                <a:ahLst/>
                <a:cxnLst/>
                <a:rect l="l" t="t" r="r" b="b"/>
                <a:pathLst>
                  <a:path w="2504" h="2504" extrusionOk="0">
                    <a:moveTo>
                      <a:pt x="2504" y="1249"/>
                    </a:moveTo>
                    <a:cubicBezTo>
                      <a:pt x="2504" y="1940"/>
                      <a:pt x="1945" y="2504"/>
                      <a:pt x="1255" y="2504"/>
                    </a:cubicBezTo>
                    <a:cubicBezTo>
                      <a:pt x="564" y="2504"/>
                      <a:pt x="0" y="1940"/>
                      <a:pt x="0" y="1249"/>
                    </a:cubicBezTo>
                    <a:cubicBezTo>
                      <a:pt x="0" y="558"/>
                      <a:pt x="564" y="0"/>
                      <a:pt x="1255" y="0"/>
                    </a:cubicBezTo>
                    <a:cubicBezTo>
                      <a:pt x="1945" y="0"/>
                      <a:pt x="2504" y="558"/>
                      <a:pt x="2504" y="1249"/>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 name="Google Shape;378;p33"/>
              <p:cNvSpPr/>
              <p:nvPr/>
            </p:nvSpPr>
            <p:spPr>
              <a:xfrm>
                <a:off x="1464919" y="461450"/>
                <a:ext cx="510350" cy="51033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 name="Google Shape;379;p33"/>
              <p:cNvSpPr/>
              <p:nvPr/>
            </p:nvSpPr>
            <p:spPr>
              <a:xfrm>
                <a:off x="627777" y="1786738"/>
                <a:ext cx="324727" cy="324793"/>
              </a:xfrm>
              <a:custGeom>
                <a:avLst/>
                <a:gdLst/>
                <a:ahLst/>
                <a:cxnLst/>
                <a:rect l="l" t="t" r="r" b="b"/>
                <a:pathLst>
                  <a:path w="4230" h="4231" extrusionOk="0">
                    <a:moveTo>
                      <a:pt x="4230" y="2113"/>
                    </a:moveTo>
                    <a:cubicBezTo>
                      <a:pt x="4230" y="3281"/>
                      <a:pt x="3280" y="4231"/>
                      <a:pt x="2112" y="4231"/>
                    </a:cubicBezTo>
                    <a:cubicBezTo>
                      <a:pt x="950" y="4231"/>
                      <a:pt x="0" y="3281"/>
                      <a:pt x="0" y="2113"/>
                    </a:cubicBezTo>
                    <a:cubicBezTo>
                      <a:pt x="0" y="945"/>
                      <a:pt x="950" y="1"/>
                      <a:pt x="2112" y="1"/>
                    </a:cubicBezTo>
                    <a:cubicBezTo>
                      <a:pt x="3280" y="1"/>
                      <a:pt x="4230" y="945"/>
                      <a:pt x="4230" y="211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 name="Google Shape;380;p33"/>
              <p:cNvSpPr/>
              <p:nvPr/>
            </p:nvSpPr>
            <p:spPr>
              <a:xfrm>
                <a:off x="782300" y="4555574"/>
                <a:ext cx="2362761" cy="253182"/>
              </a:xfrm>
              <a:custGeom>
                <a:avLst/>
                <a:gdLst/>
                <a:ahLst/>
                <a:cxnLst/>
                <a:rect l="l" t="t" r="r" b="b"/>
                <a:pathLst>
                  <a:path w="34075" h="8058" extrusionOk="0">
                    <a:moveTo>
                      <a:pt x="34075" y="4029"/>
                    </a:moveTo>
                    <a:cubicBezTo>
                      <a:pt x="34075" y="6256"/>
                      <a:pt x="26444" y="8057"/>
                      <a:pt x="17041" y="8057"/>
                    </a:cubicBezTo>
                    <a:cubicBezTo>
                      <a:pt x="7632" y="8057"/>
                      <a:pt x="1" y="6256"/>
                      <a:pt x="1" y="4029"/>
                    </a:cubicBezTo>
                    <a:cubicBezTo>
                      <a:pt x="1" y="1807"/>
                      <a:pt x="7632" y="0"/>
                      <a:pt x="17041" y="0"/>
                    </a:cubicBezTo>
                    <a:cubicBezTo>
                      <a:pt x="26444" y="0"/>
                      <a:pt x="34075" y="1807"/>
                      <a:pt x="34075" y="4029"/>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 name="Google Shape;381;p33"/>
              <p:cNvSpPr/>
              <p:nvPr/>
            </p:nvSpPr>
            <p:spPr>
              <a:xfrm>
                <a:off x="1535627" y="4051294"/>
                <a:ext cx="926891" cy="682211"/>
              </a:xfrm>
              <a:custGeom>
                <a:avLst/>
                <a:gdLst/>
                <a:ahLst/>
                <a:cxnLst/>
                <a:rect l="l" t="t" r="r" b="b"/>
                <a:pathLst>
                  <a:path w="12074" h="8887" extrusionOk="0">
                    <a:moveTo>
                      <a:pt x="5151" y="8881"/>
                    </a:moveTo>
                    <a:cubicBezTo>
                      <a:pt x="5013" y="8869"/>
                      <a:pt x="4886" y="8840"/>
                      <a:pt x="4754" y="8800"/>
                    </a:cubicBezTo>
                    <a:lnTo>
                      <a:pt x="1600" y="7707"/>
                    </a:lnTo>
                    <a:cubicBezTo>
                      <a:pt x="599" y="7361"/>
                      <a:pt x="0" y="6435"/>
                      <a:pt x="190" y="5549"/>
                    </a:cubicBezTo>
                    <a:lnTo>
                      <a:pt x="1180" y="858"/>
                    </a:lnTo>
                    <a:cubicBezTo>
                      <a:pt x="1197" y="778"/>
                      <a:pt x="1266" y="720"/>
                      <a:pt x="1358" y="715"/>
                    </a:cubicBezTo>
                    <a:lnTo>
                      <a:pt x="8621" y="7"/>
                    </a:lnTo>
                    <a:cubicBezTo>
                      <a:pt x="8696" y="1"/>
                      <a:pt x="8776" y="30"/>
                      <a:pt x="8828" y="82"/>
                    </a:cubicBezTo>
                    <a:cubicBezTo>
                      <a:pt x="8880" y="133"/>
                      <a:pt x="8897" y="202"/>
                      <a:pt x="8886" y="260"/>
                    </a:cubicBezTo>
                    <a:lnTo>
                      <a:pt x="7591" y="4634"/>
                    </a:lnTo>
                    <a:lnTo>
                      <a:pt x="7591" y="4634"/>
                    </a:lnTo>
                    <a:cubicBezTo>
                      <a:pt x="7366" y="5399"/>
                      <a:pt x="7890" y="6210"/>
                      <a:pt x="8799" y="6498"/>
                    </a:cubicBezTo>
                    <a:lnTo>
                      <a:pt x="11803" y="7448"/>
                    </a:lnTo>
                    <a:cubicBezTo>
                      <a:pt x="11964" y="7499"/>
                      <a:pt x="12074" y="7626"/>
                      <a:pt x="12062" y="7764"/>
                    </a:cubicBezTo>
                    <a:cubicBezTo>
                      <a:pt x="12057" y="7902"/>
                      <a:pt x="11947" y="8006"/>
                      <a:pt x="11786" y="8029"/>
                    </a:cubicBezTo>
                    <a:lnTo>
                      <a:pt x="5438" y="8881"/>
                    </a:lnTo>
                    <a:cubicBezTo>
                      <a:pt x="5352" y="8886"/>
                      <a:pt x="5254" y="8886"/>
                      <a:pt x="5151" y="8881"/>
                    </a:cubicBezTo>
                    <a:close/>
                    <a:moveTo>
                      <a:pt x="1583" y="1071"/>
                    </a:moveTo>
                    <a:lnTo>
                      <a:pt x="610" y="5641"/>
                    </a:lnTo>
                    <a:cubicBezTo>
                      <a:pt x="461" y="6349"/>
                      <a:pt x="944" y="7079"/>
                      <a:pt x="1732" y="7356"/>
                    </a:cubicBezTo>
                    <a:lnTo>
                      <a:pt x="4892" y="8438"/>
                    </a:lnTo>
                    <a:cubicBezTo>
                      <a:pt x="5036" y="8489"/>
                      <a:pt x="5197" y="8507"/>
                      <a:pt x="5346" y="8484"/>
                    </a:cubicBezTo>
                    <a:lnTo>
                      <a:pt x="11257" y="7684"/>
                    </a:lnTo>
                    <a:lnTo>
                      <a:pt x="8667" y="6855"/>
                    </a:lnTo>
                    <a:cubicBezTo>
                      <a:pt x="7533" y="6492"/>
                      <a:pt x="6866" y="5462"/>
                      <a:pt x="7153" y="4507"/>
                    </a:cubicBezTo>
                    <a:lnTo>
                      <a:pt x="8350" y="427"/>
                    </a:lnTo>
                    <a:close/>
                    <a:moveTo>
                      <a:pt x="7366" y="4570"/>
                    </a:moveTo>
                    <a:close/>
                  </a:path>
                </a:pathLst>
              </a:custGeom>
              <a:solidFill>
                <a:srgbClr val="D1E0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 name="Google Shape;382;p33"/>
              <p:cNvSpPr/>
              <p:nvPr/>
            </p:nvSpPr>
            <p:spPr>
              <a:xfrm>
                <a:off x="1553284" y="4069027"/>
                <a:ext cx="908390" cy="648971"/>
              </a:xfrm>
              <a:custGeom>
                <a:avLst/>
                <a:gdLst/>
                <a:ahLst/>
                <a:cxnLst/>
                <a:rect l="l" t="t" r="r" b="b"/>
                <a:pathLst>
                  <a:path w="11833" h="8454" extrusionOk="0">
                    <a:moveTo>
                      <a:pt x="11585" y="7153"/>
                    </a:moveTo>
                    <a:lnTo>
                      <a:pt x="8564" y="6233"/>
                    </a:lnTo>
                    <a:cubicBezTo>
                      <a:pt x="7689" y="5956"/>
                      <a:pt x="7188" y="5174"/>
                      <a:pt x="7401" y="4437"/>
                    </a:cubicBezTo>
                    <a:lnTo>
                      <a:pt x="8638" y="248"/>
                    </a:lnTo>
                    <a:cubicBezTo>
                      <a:pt x="8661" y="190"/>
                      <a:pt x="8638" y="115"/>
                      <a:pt x="8592" y="75"/>
                    </a:cubicBezTo>
                    <a:cubicBezTo>
                      <a:pt x="8541" y="23"/>
                      <a:pt x="8466" y="0"/>
                      <a:pt x="8391" y="6"/>
                    </a:cubicBezTo>
                    <a:lnTo>
                      <a:pt x="1307" y="581"/>
                    </a:lnTo>
                    <a:cubicBezTo>
                      <a:pt x="1226" y="587"/>
                      <a:pt x="1151" y="650"/>
                      <a:pt x="1134" y="725"/>
                    </a:cubicBezTo>
                    <a:lnTo>
                      <a:pt x="179" y="5237"/>
                    </a:lnTo>
                    <a:cubicBezTo>
                      <a:pt x="0" y="6095"/>
                      <a:pt x="576" y="6987"/>
                      <a:pt x="1537" y="7315"/>
                    </a:cubicBezTo>
                    <a:lnTo>
                      <a:pt x="4575" y="8368"/>
                    </a:lnTo>
                    <a:cubicBezTo>
                      <a:pt x="4696" y="8408"/>
                      <a:pt x="4829" y="8437"/>
                      <a:pt x="4955" y="8448"/>
                    </a:cubicBezTo>
                    <a:cubicBezTo>
                      <a:pt x="5047" y="8454"/>
                      <a:pt x="5145" y="8448"/>
                      <a:pt x="5237" y="8437"/>
                    </a:cubicBezTo>
                    <a:lnTo>
                      <a:pt x="11568" y="7597"/>
                    </a:lnTo>
                    <a:cubicBezTo>
                      <a:pt x="11723" y="7573"/>
                      <a:pt x="11832" y="7516"/>
                      <a:pt x="11832" y="7412"/>
                    </a:cubicBezTo>
                    <a:cubicBezTo>
                      <a:pt x="11832" y="7326"/>
                      <a:pt x="11740" y="7194"/>
                      <a:pt x="11585" y="71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 name="Google Shape;383;p33"/>
              <p:cNvSpPr/>
              <p:nvPr/>
            </p:nvSpPr>
            <p:spPr>
              <a:xfrm>
                <a:off x="700629" y="2436189"/>
                <a:ext cx="2361445" cy="1971248"/>
              </a:xfrm>
              <a:custGeom>
                <a:avLst/>
                <a:gdLst/>
                <a:ahLst/>
                <a:cxnLst/>
                <a:rect l="l" t="t" r="r" b="b"/>
                <a:pathLst>
                  <a:path w="30761" h="25679" extrusionOk="0">
                    <a:moveTo>
                      <a:pt x="29931" y="23601"/>
                    </a:moveTo>
                    <a:lnTo>
                      <a:pt x="1474" y="25638"/>
                    </a:lnTo>
                    <a:cubicBezTo>
                      <a:pt x="881" y="25678"/>
                      <a:pt x="375" y="25178"/>
                      <a:pt x="369" y="24516"/>
                    </a:cubicBezTo>
                    <a:lnTo>
                      <a:pt x="6" y="1215"/>
                    </a:lnTo>
                    <a:cubicBezTo>
                      <a:pt x="1" y="559"/>
                      <a:pt x="570" y="12"/>
                      <a:pt x="1635" y="0"/>
                    </a:cubicBezTo>
                    <a:lnTo>
                      <a:pt x="29373" y="1059"/>
                    </a:lnTo>
                    <a:cubicBezTo>
                      <a:pt x="29834" y="1071"/>
                      <a:pt x="30219" y="1548"/>
                      <a:pt x="30236" y="2124"/>
                    </a:cubicBezTo>
                    <a:lnTo>
                      <a:pt x="30754" y="22496"/>
                    </a:lnTo>
                    <a:cubicBezTo>
                      <a:pt x="30760" y="23071"/>
                      <a:pt x="30403" y="23566"/>
                      <a:pt x="29931" y="2360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 name="Google Shape;384;p33"/>
              <p:cNvSpPr/>
              <p:nvPr/>
            </p:nvSpPr>
            <p:spPr>
              <a:xfrm>
                <a:off x="754981" y="2433963"/>
                <a:ext cx="2362750" cy="1968178"/>
              </a:xfrm>
              <a:custGeom>
                <a:avLst/>
                <a:gdLst/>
                <a:ahLst/>
                <a:cxnLst/>
                <a:rect l="l" t="t" r="r" b="b"/>
                <a:pathLst>
                  <a:path w="30778" h="25639" extrusionOk="0">
                    <a:moveTo>
                      <a:pt x="29954" y="23572"/>
                    </a:moveTo>
                    <a:lnTo>
                      <a:pt x="1479" y="25592"/>
                    </a:lnTo>
                    <a:cubicBezTo>
                      <a:pt x="875" y="25638"/>
                      <a:pt x="380" y="25132"/>
                      <a:pt x="369" y="24470"/>
                    </a:cubicBezTo>
                    <a:lnTo>
                      <a:pt x="6" y="1163"/>
                    </a:lnTo>
                    <a:cubicBezTo>
                      <a:pt x="0" y="513"/>
                      <a:pt x="472" y="1"/>
                      <a:pt x="1071" y="18"/>
                    </a:cubicBezTo>
                    <a:lnTo>
                      <a:pt x="29385" y="1019"/>
                    </a:lnTo>
                    <a:cubicBezTo>
                      <a:pt x="29845" y="1036"/>
                      <a:pt x="30230" y="1520"/>
                      <a:pt x="30248" y="2084"/>
                    </a:cubicBezTo>
                    <a:lnTo>
                      <a:pt x="30766" y="22462"/>
                    </a:lnTo>
                    <a:cubicBezTo>
                      <a:pt x="30777" y="23049"/>
                      <a:pt x="30415" y="23544"/>
                      <a:pt x="29954" y="2357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 name="Google Shape;385;p33"/>
              <p:cNvSpPr/>
              <p:nvPr/>
            </p:nvSpPr>
            <p:spPr>
              <a:xfrm>
                <a:off x="754059" y="2433963"/>
                <a:ext cx="2359219" cy="1751701"/>
              </a:xfrm>
              <a:custGeom>
                <a:avLst/>
                <a:gdLst/>
                <a:ahLst/>
                <a:cxnLst/>
                <a:rect l="l" t="t" r="r" b="b"/>
                <a:pathLst>
                  <a:path w="30732" h="22819" extrusionOk="0">
                    <a:moveTo>
                      <a:pt x="30732" y="21017"/>
                    </a:moveTo>
                    <a:lnTo>
                      <a:pt x="30254" y="2084"/>
                    </a:lnTo>
                    <a:cubicBezTo>
                      <a:pt x="30237" y="1508"/>
                      <a:pt x="29851" y="1036"/>
                      <a:pt x="29391" y="1019"/>
                    </a:cubicBezTo>
                    <a:lnTo>
                      <a:pt x="1077" y="18"/>
                    </a:lnTo>
                    <a:cubicBezTo>
                      <a:pt x="479" y="1"/>
                      <a:pt x="1" y="507"/>
                      <a:pt x="12" y="1163"/>
                    </a:cubicBezTo>
                    <a:lnTo>
                      <a:pt x="346" y="22818"/>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 name="Google Shape;386;p33"/>
              <p:cNvSpPr/>
              <p:nvPr/>
            </p:nvSpPr>
            <p:spPr>
              <a:xfrm>
                <a:off x="854394" y="2555025"/>
                <a:ext cx="2180274" cy="1505208"/>
              </a:xfrm>
              <a:custGeom>
                <a:avLst/>
                <a:gdLst/>
                <a:ahLst/>
                <a:cxnLst/>
                <a:rect l="l" t="t" r="r" b="b"/>
                <a:pathLst>
                  <a:path w="28401" h="19608" extrusionOk="0">
                    <a:moveTo>
                      <a:pt x="28400" y="18128"/>
                    </a:moveTo>
                    <a:lnTo>
                      <a:pt x="317" y="19607"/>
                    </a:lnTo>
                    <a:lnTo>
                      <a:pt x="0" y="0"/>
                    </a:lnTo>
                    <a:lnTo>
                      <a:pt x="27957" y="806"/>
                    </a:lnTo>
                    <a:close/>
                  </a:path>
                </a:pathLst>
              </a:custGeom>
              <a:solidFill>
                <a:srgbClr val="D1E0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 name="Google Shape;387;p33"/>
              <p:cNvSpPr/>
              <p:nvPr/>
            </p:nvSpPr>
            <p:spPr>
              <a:xfrm>
                <a:off x="861917" y="2562932"/>
                <a:ext cx="2166072" cy="1488013"/>
              </a:xfrm>
              <a:custGeom>
                <a:avLst/>
                <a:gdLst/>
                <a:ahLst/>
                <a:cxnLst/>
                <a:rect l="l" t="t" r="r" b="b"/>
                <a:pathLst>
                  <a:path w="28216" h="19384" extrusionOk="0">
                    <a:moveTo>
                      <a:pt x="317" y="19383"/>
                    </a:moveTo>
                    <a:lnTo>
                      <a:pt x="0" y="1"/>
                    </a:lnTo>
                    <a:lnTo>
                      <a:pt x="27784" y="795"/>
                    </a:lnTo>
                    <a:lnTo>
                      <a:pt x="28216" y="1792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 name="Google Shape;388;p33"/>
              <p:cNvSpPr/>
              <p:nvPr/>
            </p:nvSpPr>
            <p:spPr>
              <a:xfrm>
                <a:off x="946285" y="2963656"/>
                <a:ext cx="1165024" cy="956952"/>
              </a:xfrm>
              <a:custGeom>
                <a:avLst/>
                <a:gdLst/>
                <a:ahLst/>
                <a:cxnLst/>
                <a:rect l="l" t="t" r="r" b="b"/>
                <a:pathLst>
                  <a:path w="15176" h="12466" extrusionOk="0">
                    <a:moveTo>
                      <a:pt x="4621" y="6308"/>
                    </a:moveTo>
                    <a:cubicBezTo>
                      <a:pt x="4621" y="6308"/>
                      <a:pt x="6123" y="12466"/>
                      <a:pt x="10647" y="12132"/>
                    </a:cubicBezTo>
                    <a:cubicBezTo>
                      <a:pt x="15176" y="11804"/>
                      <a:pt x="14698" y="478"/>
                      <a:pt x="14698" y="478"/>
                    </a:cubicBezTo>
                    <a:lnTo>
                      <a:pt x="4829" y="1"/>
                    </a:lnTo>
                    <a:cubicBezTo>
                      <a:pt x="4829" y="1"/>
                      <a:pt x="0" y="5853"/>
                      <a:pt x="892" y="7465"/>
                    </a:cubicBezTo>
                    <a:cubicBezTo>
                      <a:pt x="1784" y="9076"/>
                      <a:pt x="4621" y="6308"/>
                      <a:pt x="4621" y="6308"/>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 name="Google Shape;389;p33"/>
              <p:cNvSpPr/>
              <p:nvPr/>
            </p:nvSpPr>
            <p:spPr>
              <a:xfrm>
                <a:off x="2297236" y="2111003"/>
                <a:ext cx="1038741" cy="893391"/>
              </a:xfrm>
              <a:custGeom>
                <a:avLst/>
                <a:gdLst/>
                <a:ahLst/>
                <a:cxnLst/>
                <a:rect l="l" t="t" r="r" b="b"/>
                <a:pathLst>
                  <a:path w="13531" h="11638" extrusionOk="0">
                    <a:moveTo>
                      <a:pt x="0" y="7137"/>
                    </a:moveTo>
                    <a:cubicBezTo>
                      <a:pt x="0" y="6055"/>
                      <a:pt x="547" y="5048"/>
                      <a:pt x="1445" y="4467"/>
                    </a:cubicBezTo>
                    <a:cubicBezTo>
                      <a:pt x="3827" y="2936"/>
                      <a:pt x="8834" y="1"/>
                      <a:pt x="10848" y="1042"/>
                    </a:cubicBezTo>
                    <a:cubicBezTo>
                      <a:pt x="13530" y="2435"/>
                      <a:pt x="2855" y="11637"/>
                      <a:pt x="1134" y="10348"/>
                    </a:cubicBezTo>
                    <a:cubicBezTo>
                      <a:pt x="225" y="9669"/>
                      <a:pt x="6" y="8276"/>
                      <a:pt x="0" y="713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 name="Google Shape;390;p33"/>
              <p:cNvSpPr/>
              <p:nvPr/>
            </p:nvSpPr>
            <p:spPr>
              <a:xfrm>
                <a:off x="1290433" y="2270065"/>
                <a:ext cx="1332914" cy="1718999"/>
              </a:xfrm>
              <a:custGeom>
                <a:avLst/>
                <a:gdLst/>
                <a:ahLst/>
                <a:cxnLst/>
                <a:rect l="l" t="t" r="r" b="b"/>
                <a:pathLst>
                  <a:path w="17363" h="22393" extrusionOk="0">
                    <a:moveTo>
                      <a:pt x="7890" y="21149"/>
                    </a:moveTo>
                    <a:cubicBezTo>
                      <a:pt x="2331" y="22393"/>
                      <a:pt x="0" y="12563"/>
                      <a:pt x="1577" y="5019"/>
                    </a:cubicBezTo>
                    <a:cubicBezTo>
                      <a:pt x="2049" y="2740"/>
                      <a:pt x="4080" y="1"/>
                      <a:pt x="6647" y="127"/>
                    </a:cubicBezTo>
                    <a:lnTo>
                      <a:pt x="15343" y="1140"/>
                    </a:lnTo>
                    <a:cubicBezTo>
                      <a:pt x="17322" y="2348"/>
                      <a:pt x="17363" y="5353"/>
                      <a:pt x="16747" y="8546"/>
                    </a:cubicBezTo>
                    <a:cubicBezTo>
                      <a:pt x="15768" y="13657"/>
                      <a:pt x="12695" y="20068"/>
                      <a:pt x="7890" y="21149"/>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 name="Google Shape;391;p33"/>
              <p:cNvSpPr/>
              <p:nvPr/>
            </p:nvSpPr>
            <p:spPr>
              <a:xfrm>
                <a:off x="1638956" y="2397268"/>
                <a:ext cx="933109" cy="1358510"/>
              </a:xfrm>
              <a:custGeom>
                <a:avLst/>
                <a:gdLst/>
                <a:ahLst/>
                <a:cxnLst/>
                <a:rect l="l" t="t" r="r" b="b"/>
                <a:pathLst>
                  <a:path w="12155" h="17697" extrusionOk="0">
                    <a:moveTo>
                      <a:pt x="10354" y="628"/>
                    </a:moveTo>
                    <a:cubicBezTo>
                      <a:pt x="9358" y="1313"/>
                      <a:pt x="3005" y="2602"/>
                      <a:pt x="156" y="881"/>
                    </a:cubicBezTo>
                    <a:cubicBezTo>
                      <a:pt x="1" y="2199"/>
                      <a:pt x="1261" y="5198"/>
                      <a:pt x="1854" y="8052"/>
                    </a:cubicBezTo>
                    <a:cubicBezTo>
                      <a:pt x="2775" y="12426"/>
                      <a:pt x="4864" y="17697"/>
                      <a:pt x="6630" y="16114"/>
                    </a:cubicBezTo>
                    <a:cubicBezTo>
                      <a:pt x="10072" y="13036"/>
                      <a:pt x="11608" y="7770"/>
                      <a:pt x="11908" y="4616"/>
                    </a:cubicBezTo>
                    <a:cubicBezTo>
                      <a:pt x="12155" y="1923"/>
                      <a:pt x="11263" y="1"/>
                      <a:pt x="10354" y="628"/>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 name="Google Shape;392;p33"/>
              <p:cNvSpPr/>
              <p:nvPr/>
            </p:nvSpPr>
            <p:spPr>
              <a:xfrm>
                <a:off x="1597121" y="2215241"/>
                <a:ext cx="891876" cy="343381"/>
              </a:xfrm>
              <a:custGeom>
                <a:avLst/>
                <a:gdLst/>
                <a:ahLst/>
                <a:cxnLst/>
                <a:rect l="l" t="t" r="r" b="b"/>
                <a:pathLst>
                  <a:path w="13237" h="4473" extrusionOk="0">
                    <a:moveTo>
                      <a:pt x="13237" y="2539"/>
                    </a:moveTo>
                    <a:cubicBezTo>
                      <a:pt x="13237" y="3609"/>
                      <a:pt x="10676" y="4472"/>
                      <a:pt x="7229" y="4467"/>
                    </a:cubicBezTo>
                    <a:cubicBezTo>
                      <a:pt x="3407" y="4461"/>
                      <a:pt x="1" y="3408"/>
                      <a:pt x="1" y="2124"/>
                    </a:cubicBezTo>
                    <a:cubicBezTo>
                      <a:pt x="1" y="835"/>
                      <a:pt x="3407" y="1"/>
                      <a:pt x="7229" y="231"/>
                    </a:cubicBezTo>
                    <a:cubicBezTo>
                      <a:pt x="10676" y="438"/>
                      <a:pt x="13237" y="1468"/>
                      <a:pt x="13237" y="253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 name="Google Shape;393;p33"/>
              <p:cNvSpPr/>
              <p:nvPr/>
            </p:nvSpPr>
            <p:spPr>
              <a:xfrm>
                <a:off x="1464925" y="1398911"/>
                <a:ext cx="1239718" cy="1054521"/>
              </a:xfrm>
              <a:custGeom>
                <a:avLst/>
                <a:gdLst/>
                <a:ahLst/>
                <a:cxnLst/>
                <a:rect l="l" t="t" r="r" b="b"/>
                <a:pathLst>
                  <a:path w="16149" h="13737" extrusionOk="0">
                    <a:moveTo>
                      <a:pt x="16148" y="8074"/>
                    </a:moveTo>
                    <a:cubicBezTo>
                      <a:pt x="16148" y="11233"/>
                      <a:pt x="13127" y="13737"/>
                      <a:pt x="8978" y="13656"/>
                    </a:cubicBezTo>
                    <a:cubicBezTo>
                      <a:pt x="4282" y="13570"/>
                      <a:pt x="0" y="10272"/>
                      <a:pt x="0" y="6319"/>
                    </a:cubicBezTo>
                    <a:cubicBezTo>
                      <a:pt x="0" y="2359"/>
                      <a:pt x="4288" y="0"/>
                      <a:pt x="8978" y="927"/>
                    </a:cubicBezTo>
                    <a:cubicBezTo>
                      <a:pt x="13121" y="1755"/>
                      <a:pt x="16148" y="4915"/>
                      <a:pt x="16148" y="807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 name="Google Shape;394;p33"/>
              <p:cNvSpPr/>
              <p:nvPr/>
            </p:nvSpPr>
            <p:spPr>
              <a:xfrm>
                <a:off x="1566948" y="1676347"/>
                <a:ext cx="1070523" cy="622487"/>
              </a:xfrm>
              <a:custGeom>
                <a:avLst/>
                <a:gdLst/>
                <a:ahLst/>
                <a:cxnLst/>
                <a:rect l="l" t="t" r="r" b="b"/>
                <a:pathLst>
                  <a:path w="13945" h="8109" extrusionOk="0">
                    <a:moveTo>
                      <a:pt x="12241" y="1634"/>
                    </a:moveTo>
                    <a:lnTo>
                      <a:pt x="2372" y="184"/>
                    </a:lnTo>
                    <a:cubicBezTo>
                      <a:pt x="1083" y="0"/>
                      <a:pt x="1" y="875"/>
                      <a:pt x="1" y="2158"/>
                    </a:cubicBezTo>
                    <a:lnTo>
                      <a:pt x="1" y="3205"/>
                    </a:lnTo>
                    <a:cubicBezTo>
                      <a:pt x="1" y="4489"/>
                      <a:pt x="1083" y="5611"/>
                      <a:pt x="2372" y="5703"/>
                    </a:cubicBezTo>
                    <a:lnTo>
                      <a:pt x="2832" y="5738"/>
                    </a:lnTo>
                    <a:cubicBezTo>
                      <a:pt x="3644" y="5795"/>
                      <a:pt x="4392" y="6209"/>
                      <a:pt x="4875" y="6825"/>
                    </a:cubicBezTo>
                    <a:cubicBezTo>
                      <a:pt x="5405" y="7510"/>
                      <a:pt x="6463" y="8005"/>
                      <a:pt x="7643" y="8057"/>
                    </a:cubicBezTo>
                    <a:cubicBezTo>
                      <a:pt x="8788" y="8109"/>
                      <a:pt x="9744" y="7740"/>
                      <a:pt x="10210" y="7159"/>
                    </a:cubicBezTo>
                    <a:cubicBezTo>
                      <a:pt x="10618" y="6641"/>
                      <a:pt x="11240" y="6365"/>
                      <a:pt x="11879" y="6417"/>
                    </a:cubicBezTo>
                    <a:lnTo>
                      <a:pt x="12230" y="6445"/>
                    </a:lnTo>
                    <a:cubicBezTo>
                      <a:pt x="13179" y="6514"/>
                      <a:pt x="13927" y="5720"/>
                      <a:pt x="13927" y="4661"/>
                    </a:cubicBezTo>
                    <a:lnTo>
                      <a:pt x="13927" y="3798"/>
                    </a:lnTo>
                    <a:cubicBezTo>
                      <a:pt x="13945" y="2739"/>
                      <a:pt x="13191" y="1767"/>
                      <a:pt x="12241" y="1634"/>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 name="Google Shape;395;p33"/>
              <p:cNvSpPr/>
              <p:nvPr/>
            </p:nvSpPr>
            <p:spPr>
              <a:xfrm>
                <a:off x="1659760" y="1744209"/>
                <a:ext cx="912305" cy="381906"/>
              </a:xfrm>
              <a:custGeom>
                <a:avLst/>
                <a:gdLst/>
                <a:ahLst/>
                <a:cxnLst/>
                <a:rect l="l" t="t" r="r" b="b"/>
                <a:pathLst>
                  <a:path w="11884" h="4975" extrusionOk="0">
                    <a:moveTo>
                      <a:pt x="1663" y="1"/>
                    </a:moveTo>
                    <a:cubicBezTo>
                      <a:pt x="732" y="1"/>
                      <a:pt x="0" y="655"/>
                      <a:pt x="0" y="1568"/>
                    </a:cubicBezTo>
                    <a:lnTo>
                      <a:pt x="0" y="2298"/>
                    </a:lnTo>
                    <a:cubicBezTo>
                      <a:pt x="0" y="3300"/>
                      <a:pt x="881" y="4186"/>
                      <a:pt x="1940" y="4272"/>
                    </a:cubicBezTo>
                    <a:lnTo>
                      <a:pt x="10428" y="4969"/>
                    </a:lnTo>
                    <a:cubicBezTo>
                      <a:pt x="10471" y="4973"/>
                      <a:pt x="10514" y="4975"/>
                      <a:pt x="10557" y="4975"/>
                    </a:cubicBezTo>
                    <a:cubicBezTo>
                      <a:pt x="11306" y="4975"/>
                      <a:pt x="11884" y="4359"/>
                      <a:pt x="11878" y="3553"/>
                    </a:cubicBezTo>
                    <a:lnTo>
                      <a:pt x="11878" y="2931"/>
                    </a:lnTo>
                    <a:cubicBezTo>
                      <a:pt x="11878" y="2091"/>
                      <a:pt x="11239" y="1314"/>
                      <a:pt x="10428" y="1199"/>
                    </a:cubicBezTo>
                    <a:lnTo>
                      <a:pt x="1940" y="20"/>
                    </a:lnTo>
                    <a:cubicBezTo>
                      <a:pt x="1846" y="7"/>
                      <a:pt x="1753" y="1"/>
                      <a:pt x="1663"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 name="Google Shape;396;p33"/>
              <p:cNvSpPr/>
              <p:nvPr/>
            </p:nvSpPr>
            <p:spPr>
              <a:xfrm>
                <a:off x="1869181" y="1868649"/>
                <a:ext cx="542977" cy="150920"/>
              </a:xfrm>
              <a:custGeom>
                <a:avLst/>
                <a:gdLst/>
                <a:ahLst/>
                <a:cxnLst/>
                <a:rect l="l" t="t" r="r" b="b"/>
                <a:pathLst>
                  <a:path w="7073" h="1966" extrusionOk="0">
                    <a:moveTo>
                      <a:pt x="816" y="1"/>
                    </a:moveTo>
                    <a:cubicBezTo>
                      <a:pt x="355" y="1"/>
                      <a:pt x="0" y="251"/>
                      <a:pt x="0" y="608"/>
                    </a:cubicBezTo>
                    <a:cubicBezTo>
                      <a:pt x="0" y="1005"/>
                      <a:pt x="437" y="1368"/>
                      <a:pt x="973" y="1420"/>
                    </a:cubicBezTo>
                    <a:cubicBezTo>
                      <a:pt x="1020" y="1425"/>
                      <a:pt x="1067" y="1428"/>
                      <a:pt x="1112" y="1428"/>
                    </a:cubicBezTo>
                    <a:cubicBezTo>
                      <a:pt x="1570" y="1428"/>
                      <a:pt x="1922" y="1173"/>
                      <a:pt x="1922" y="827"/>
                    </a:cubicBezTo>
                    <a:cubicBezTo>
                      <a:pt x="1922" y="442"/>
                      <a:pt x="1502" y="85"/>
                      <a:pt x="973" y="10"/>
                    </a:cubicBezTo>
                    <a:cubicBezTo>
                      <a:pt x="919" y="4"/>
                      <a:pt x="867" y="1"/>
                      <a:pt x="816" y="1"/>
                    </a:cubicBezTo>
                    <a:close/>
                    <a:moveTo>
                      <a:pt x="6129" y="642"/>
                    </a:moveTo>
                    <a:cubicBezTo>
                      <a:pt x="5726" y="642"/>
                      <a:pt x="5415" y="877"/>
                      <a:pt x="5415" y="1213"/>
                    </a:cubicBezTo>
                    <a:cubicBezTo>
                      <a:pt x="5415" y="1581"/>
                      <a:pt x="5789" y="1909"/>
                      <a:pt x="6250" y="1961"/>
                    </a:cubicBezTo>
                    <a:cubicBezTo>
                      <a:pt x="6282" y="1964"/>
                      <a:pt x="6314" y="1965"/>
                      <a:pt x="6346" y="1965"/>
                    </a:cubicBezTo>
                    <a:cubicBezTo>
                      <a:pt x="6755" y="1965"/>
                      <a:pt x="7073" y="1728"/>
                      <a:pt x="7073" y="1403"/>
                    </a:cubicBezTo>
                    <a:cubicBezTo>
                      <a:pt x="7067" y="1040"/>
                      <a:pt x="6704" y="712"/>
                      <a:pt x="6250" y="649"/>
                    </a:cubicBezTo>
                    <a:cubicBezTo>
                      <a:pt x="6209" y="644"/>
                      <a:pt x="6169" y="642"/>
                      <a:pt x="6129" y="64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 name="Google Shape;397;p33"/>
              <p:cNvSpPr/>
              <p:nvPr/>
            </p:nvSpPr>
            <p:spPr>
              <a:xfrm>
                <a:off x="1638572" y="1464239"/>
                <a:ext cx="1018781" cy="568215"/>
              </a:xfrm>
              <a:custGeom>
                <a:avLst/>
                <a:gdLst/>
                <a:ahLst/>
                <a:cxnLst/>
                <a:rect l="l" t="t" r="r" b="b"/>
                <a:pathLst>
                  <a:path w="13271" h="7402" extrusionOk="0">
                    <a:moveTo>
                      <a:pt x="6768" y="524"/>
                    </a:moveTo>
                    <a:cubicBezTo>
                      <a:pt x="4028" y="1"/>
                      <a:pt x="1456" y="732"/>
                      <a:pt x="0" y="2337"/>
                    </a:cubicBezTo>
                    <a:cubicBezTo>
                      <a:pt x="414" y="3655"/>
                      <a:pt x="2503" y="5497"/>
                      <a:pt x="5812" y="6486"/>
                    </a:cubicBezTo>
                    <a:cubicBezTo>
                      <a:pt x="8839" y="7401"/>
                      <a:pt x="10934" y="7355"/>
                      <a:pt x="13271" y="6964"/>
                    </a:cubicBezTo>
                    <a:cubicBezTo>
                      <a:pt x="13271" y="4092"/>
                      <a:pt x="10514" y="1244"/>
                      <a:pt x="6768" y="524"/>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 name="Google Shape;398;p33"/>
              <p:cNvSpPr/>
              <p:nvPr/>
            </p:nvSpPr>
            <p:spPr>
              <a:xfrm>
                <a:off x="1435753" y="1242075"/>
                <a:ext cx="1302054" cy="651197"/>
              </a:xfrm>
              <a:custGeom>
                <a:avLst/>
                <a:gdLst/>
                <a:ahLst/>
                <a:cxnLst/>
                <a:rect l="l" t="t" r="r" b="b"/>
                <a:pathLst>
                  <a:path w="16961" h="8483" extrusionOk="0">
                    <a:moveTo>
                      <a:pt x="16960" y="8483"/>
                    </a:moveTo>
                    <a:lnTo>
                      <a:pt x="16442" y="8414"/>
                    </a:lnTo>
                    <a:cubicBezTo>
                      <a:pt x="16442" y="5594"/>
                      <a:pt x="13501" y="2659"/>
                      <a:pt x="9496" y="1778"/>
                    </a:cubicBezTo>
                    <a:cubicBezTo>
                      <a:pt x="4961" y="788"/>
                      <a:pt x="818" y="2745"/>
                      <a:pt x="818" y="6267"/>
                    </a:cubicBezTo>
                    <a:lnTo>
                      <a:pt x="1" y="6152"/>
                    </a:lnTo>
                    <a:cubicBezTo>
                      <a:pt x="1" y="2187"/>
                      <a:pt x="4558" y="0"/>
                      <a:pt x="9496" y="1122"/>
                    </a:cubicBezTo>
                    <a:cubicBezTo>
                      <a:pt x="13818" y="2118"/>
                      <a:pt x="16960" y="5369"/>
                      <a:pt x="16960" y="848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 name="Google Shape;399;p33"/>
              <p:cNvSpPr/>
              <p:nvPr/>
            </p:nvSpPr>
            <p:spPr>
              <a:xfrm>
                <a:off x="2731048" y="1636121"/>
                <a:ext cx="31014" cy="285412"/>
              </a:xfrm>
              <a:custGeom>
                <a:avLst/>
                <a:gdLst/>
                <a:ahLst/>
                <a:cxnLst/>
                <a:rect l="l" t="t" r="r" b="b"/>
                <a:pathLst>
                  <a:path w="404" h="3718" extrusionOk="0">
                    <a:moveTo>
                      <a:pt x="202" y="3701"/>
                    </a:moveTo>
                    <a:lnTo>
                      <a:pt x="202" y="3701"/>
                    </a:lnTo>
                    <a:cubicBezTo>
                      <a:pt x="99" y="3689"/>
                      <a:pt x="1" y="3580"/>
                      <a:pt x="1" y="3453"/>
                    </a:cubicBezTo>
                    <a:lnTo>
                      <a:pt x="1" y="208"/>
                    </a:lnTo>
                    <a:cubicBezTo>
                      <a:pt x="1" y="87"/>
                      <a:pt x="87" y="0"/>
                      <a:pt x="202" y="18"/>
                    </a:cubicBezTo>
                    <a:lnTo>
                      <a:pt x="202" y="18"/>
                    </a:lnTo>
                    <a:cubicBezTo>
                      <a:pt x="311" y="41"/>
                      <a:pt x="404" y="156"/>
                      <a:pt x="404" y="277"/>
                    </a:cubicBezTo>
                    <a:lnTo>
                      <a:pt x="404" y="3511"/>
                    </a:lnTo>
                    <a:cubicBezTo>
                      <a:pt x="404" y="3626"/>
                      <a:pt x="311" y="3718"/>
                      <a:pt x="202" y="370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 name="Google Shape;400;p33"/>
              <p:cNvSpPr/>
              <p:nvPr/>
            </p:nvSpPr>
            <p:spPr>
              <a:xfrm>
                <a:off x="2356884" y="2088971"/>
                <a:ext cx="391898" cy="288483"/>
              </a:xfrm>
              <a:custGeom>
                <a:avLst/>
                <a:gdLst/>
                <a:ahLst/>
                <a:cxnLst/>
                <a:rect l="l" t="t" r="r" b="b"/>
                <a:pathLst>
                  <a:path w="5105" h="3758" extrusionOk="0">
                    <a:moveTo>
                      <a:pt x="259" y="3758"/>
                    </a:moveTo>
                    <a:cubicBezTo>
                      <a:pt x="127" y="3752"/>
                      <a:pt x="12" y="3643"/>
                      <a:pt x="6" y="3499"/>
                    </a:cubicBezTo>
                    <a:cubicBezTo>
                      <a:pt x="0" y="3355"/>
                      <a:pt x="110" y="3234"/>
                      <a:pt x="242" y="3234"/>
                    </a:cubicBezTo>
                    <a:cubicBezTo>
                      <a:pt x="4155" y="3177"/>
                      <a:pt x="4633" y="328"/>
                      <a:pt x="4656" y="207"/>
                    </a:cubicBezTo>
                    <a:cubicBezTo>
                      <a:pt x="4673" y="75"/>
                      <a:pt x="4783" y="0"/>
                      <a:pt x="4903" y="29"/>
                    </a:cubicBezTo>
                    <a:cubicBezTo>
                      <a:pt x="5019" y="63"/>
                      <a:pt x="5105" y="190"/>
                      <a:pt x="5088" y="322"/>
                    </a:cubicBezTo>
                    <a:cubicBezTo>
                      <a:pt x="5076" y="357"/>
                      <a:pt x="4547" y="3660"/>
                      <a:pt x="271" y="3752"/>
                    </a:cubicBezTo>
                    <a:cubicBezTo>
                      <a:pt x="265" y="3758"/>
                      <a:pt x="265" y="3758"/>
                      <a:pt x="259" y="3758"/>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 name="Google Shape;401;p33"/>
              <p:cNvSpPr/>
              <p:nvPr/>
            </p:nvSpPr>
            <p:spPr>
              <a:xfrm>
                <a:off x="2671016" y="1833566"/>
                <a:ext cx="141406" cy="306676"/>
              </a:xfrm>
              <a:custGeom>
                <a:avLst/>
                <a:gdLst/>
                <a:ahLst/>
                <a:cxnLst/>
                <a:rect l="l" t="t" r="r" b="b"/>
                <a:pathLst>
                  <a:path w="1842" h="3995" extrusionOk="0">
                    <a:moveTo>
                      <a:pt x="1209" y="3972"/>
                    </a:moveTo>
                    <a:lnTo>
                      <a:pt x="345" y="3903"/>
                    </a:lnTo>
                    <a:cubicBezTo>
                      <a:pt x="161" y="3885"/>
                      <a:pt x="259" y="3822"/>
                      <a:pt x="259" y="3621"/>
                    </a:cubicBezTo>
                    <a:cubicBezTo>
                      <a:pt x="259" y="3621"/>
                      <a:pt x="691" y="1837"/>
                      <a:pt x="0" y="306"/>
                    </a:cubicBezTo>
                    <a:cubicBezTo>
                      <a:pt x="0" y="133"/>
                      <a:pt x="52" y="35"/>
                      <a:pt x="150" y="1"/>
                    </a:cubicBezTo>
                    <a:lnTo>
                      <a:pt x="1209" y="81"/>
                    </a:lnTo>
                    <a:cubicBezTo>
                      <a:pt x="1387" y="110"/>
                      <a:pt x="1491" y="294"/>
                      <a:pt x="1531" y="490"/>
                    </a:cubicBezTo>
                    <a:cubicBezTo>
                      <a:pt x="1813" y="1693"/>
                      <a:pt x="1842" y="2809"/>
                      <a:pt x="1531" y="3644"/>
                    </a:cubicBezTo>
                    <a:cubicBezTo>
                      <a:pt x="1462" y="3828"/>
                      <a:pt x="1387" y="3995"/>
                      <a:pt x="1209" y="397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 name="Google Shape;402;p33"/>
              <p:cNvSpPr/>
              <p:nvPr/>
            </p:nvSpPr>
            <p:spPr>
              <a:xfrm>
                <a:off x="2282650" y="2306759"/>
                <a:ext cx="140561" cy="98566"/>
              </a:xfrm>
              <a:custGeom>
                <a:avLst/>
                <a:gdLst/>
                <a:ahLst/>
                <a:cxnLst/>
                <a:rect l="l" t="t" r="r" b="b"/>
                <a:pathLst>
                  <a:path w="1831" h="1284" extrusionOk="0">
                    <a:moveTo>
                      <a:pt x="1" y="616"/>
                    </a:moveTo>
                    <a:lnTo>
                      <a:pt x="1" y="616"/>
                    </a:lnTo>
                    <a:cubicBezTo>
                      <a:pt x="1" y="271"/>
                      <a:pt x="277" y="0"/>
                      <a:pt x="605" y="23"/>
                    </a:cubicBezTo>
                    <a:lnTo>
                      <a:pt x="1249" y="52"/>
                    </a:lnTo>
                    <a:cubicBezTo>
                      <a:pt x="1572" y="69"/>
                      <a:pt x="1831" y="345"/>
                      <a:pt x="1831" y="685"/>
                    </a:cubicBezTo>
                    <a:lnTo>
                      <a:pt x="1831" y="685"/>
                    </a:lnTo>
                    <a:cubicBezTo>
                      <a:pt x="1831" y="1019"/>
                      <a:pt x="1572" y="1283"/>
                      <a:pt x="1249" y="1278"/>
                    </a:cubicBezTo>
                    <a:lnTo>
                      <a:pt x="605" y="1260"/>
                    </a:lnTo>
                    <a:cubicBezTo>
                      <a:pt x="271" y="1249"/>
                      <a:pt x="1" y="961"/>
                      <a:pt x="1" y="61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 name="Google Shape;403;p33"/>
              <p:cNvSpPr/>
              <p:nvPr/>
            </p:nvSpPr>
            <p:spPr>
              <a:xfrm>
                <a:off x="1327972" y="1655083"/>
                <a:ext cx="269147" cy="433953"/>
              </a:xfrm>
              <a:custGeom>
                <a:avLst/>
                <a:gdLst/>
                <a:ahLst/>
                <a:cxnLst/>
                <a:rect l="l" t="t" r="r" b="b"/>
                <a:pathLst>
                  <a:path w="3506" h="5653" extrusionOk="0">
                    <a:moveTo>
                      <a:pt x="3355" y="3080"/>
                    </a:moveTo>
                    <a:cubicBezTo>
                      <a:pt x="3212" y="4570"/>
                      <a:pt x="2492" y="5652"/>
                      <a:pt x="1733" y="5635"/>
                    </a:cubicBezTo>
                    <a:cubicBezTo>
                      <a:pt x="1232" y="5629"/>
                      <a:pt x="426" y="5635"/>
                      <a:pt x="426" y="5635"/>
                    </a:cubicBezTo>
                    <a:cubicBezTo>
                      <a:pt x="0" y="5169"/>
                      <a:pt x="541" y="3903"/>
                      <a:pt x="651" y="2815"/>
                    </a:cubicBezTo>
                    <a:cubicBezTo>
                      <a:pt x="754" y="1739"/>
                      <a:pt x="162" y="335"/>
                      <a:pt x="979" y="1"/>
                    </a:cubicBezTo>
                    <a:cubicBezTo>
                      <a:pt x="979" y="1"/>
                      <a:pt x="1876" y="139"/>
                      <a:pt x="2268" y="260"/>
                    </a:cubicBezTo>
                    <a:cubicBezTo>
                      <a:pt x="2987" y="473"/>
                      <a:pt x="3505" y="1595"/>
                      <a:pt x="3355" y="308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 name="Google Shape;404;p33"/>
              <p:cNvSpPr/>
              <p:nvPr/>
            </p:nvSpPr>
            <p:spPr>
              <a:xfrm>
                <a:off x="1266558" y="1649786"/>
                <a:ext cx="231147" cy="443625"/>
              </a:xfrm>
              <a:custGeom>
                <a:avLst/>
                <a:gdLst/>
                <a:ahLst/>
                <a:cxnLst/>
                <a:rect l="l" t="t" r="r" b="b"/>
                <a:pathLst>
                  <a:path w="3011" h="5779" extrusionOk="0">
                    <a:moveTo>
                      <a:pt x="2861" y="3022"/>
                    </a:moveTo>
                    <a:cubicBezTo>
                      <a:pt x="2705" y="4576"/>
                      <a:pt x="1974" y="5779"/>
                      <a:pt x="1232" y="5704"/>
                    </a:cubicBezTo>
                    <a:cubicBezTo>
                      <a:pt x="484" y="5635"/>
                      <a:pt x="0" y="4311"/>
                      <a:pt x="162" y="2757"/>
                    </a:cubicBezTo>
                    <a:cubicBezTo>
                      <a:pt x="311" y="1204"/>
                      <a:pt x="1048" y="1"/>
                      <a:pt x="1784" y="70"/>
                    </a:cubicBezTo>
                    <a:cubicBezTo>
                      <a:pt x="2527" y="145"/>
                      <a:pt x="3010" y="1462"/>
                      <a:pt x="2861" y="30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 name="Google Shape;405;p33"/>
              <p:cNvSpPr/>
              <p:nvPr/>
            </p:nvSpPr>
            <p:spPr>
              <a:xfrm>
                <a:off x="936535" y="2478564"/>
                <a:ext cx="957444" cy="1122611"/>
              </a:xfrm>
              <a:custGeom>
                <a:avLst/>
                <a:gdLst/>
                <a:ahLst/>
                <a:cxnLst/>
                <a:rect l="l" t="t" r="r" b="b"/>
                <a:pathLst>
                  <a:path w="12472" h="14624" extrusionOk="0">
                    <a:moveTo>
                      <a:pt x="7908" y="47"/>
                    </a:moveTo>
                    <a:cubicBezTo>
                      <a:pt x="6774" y="1"/>
                      <a:pt x="5698" y="565"/>
                      <a:pt x="5042" y="1520"/>
                    </a:cubicBezTo>
                    <a:cubicBezTo>
                      <a:pt x="3321" y="4052"/>
                      <a:pt x="1" y="9404"/>
                      <a:pt x="990" y="11643"/>
                    </a:cubicBezTo>
                    <a:cubicBezTo>
                      <a:pt x="2314" y="14624"/>
                      <a:pt x="12471" y="3333"/>
                      <a:pt x="11211" y="1405"/>
                    </a:cubicBezTo>
                    <a:cubicBezTo>
                      <a:pt x="10543" y="381"/>
                      <a:pt x="9105" y="93"/>
                      <a:pt x="7908" y="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 name="Google Shape;406;p33"/>
              <p:cNvSpPr/>
              <p:nvPr/>
            </p:nvSpPr>
            <p:spPr>
              <a:xfrm>
                <a:off x="2974297" y="4595200"/>
                <a:ext cx="715241" cy="165725"/>
              </a:xfrm>
              <a:custGeom>
                <a:avLst/>
                <a:gdLst/>
                <a:ahLst/>
                <a:cxnLst/>
                <a:rect l="l" t="t" r="r" b="b"/>
                <a:pathLst>
                  <a:path w="18704" h="2159" extrusionOk="0">
                    <a:moveTo>
                      <a:pt x="18704" y="1082"/>
                    </a:moveTo>
                    <a:cubicBezTo>
                      <a:pt x="18704" y="1675"/>
                      <a:pt x="14520" y="2158"/>
                      <a:pt x="9352" y="2158"/>
                    </a:cubicBezTo>
                    <a:cubicBezTo>
                      <a:pt x="4190" y="2158"/>
                      <a:pt x="1" y="1675"/>
                      <a:pt x="1" y="1082"/>
                    </a:cubicBezTo>
                    <a:cubicBezTo>
                      <a:pt x="1" y="484"/>
                      <a:pt x="4190" y="0"/>
                      <a:pt x="9352" y="0"/>
                    </a:cubicBezTo>
                    <a:cubicBezTo>
                      <a:pt x="14520" y="0"/>
                      <a:pt x="18704" y="484"/>
                      <a:pt x="18704" y="1082"/>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 name="Google Shape;407;p33"/>
              <p:cNvSpPr/>
              <p:nvPr/>
            </p:nvSpPr>
            <p:spPr>
              <a:xfrm>
                <a:off x="3386257" y="3189429"/>
                <a:ext cx="41992" cy="47364"/>
              </a:xfrm>
              <a:custGeom>
                <a:avLst/>
                <a:gdLst/>
                <a:ahLst/>
                <a:cxnLst/>
                <a:rect l="l" t="t" r="r" b="b"/>
                <a:pathLst>
                  <a:path w="547" h="617" extrusionOk="0">
                    <a:moveTo>
                      <a:pt x="0" y="311"/>
                    </a:moveTo>
                    <a:cubicBezTo>
                      <a:pt x="0" y="484"/>
                      <a:pt x="121" y="616"/>
                      <a:pt x="271" y="616"/>
                    </a:cubicBezTo>
                    <a:cubicBezTo>
                      <a:pt x="426" y="616"/>
                      <a:pt x="547" y="484"/>
                      <a:pt x="547" y="311"/>
                    </a:cubicBezTo>
                    <a:cubicBezTo>
                      <a:pt x="547" y="138"/>
                      <a:pt x="426" y="0"/>
                      <a:pt x="271" y="0"/>
                    </a:cubicBezTo>
                    <a:cubicBezTo>
                      <a:pt x="121" y="0"/>
                      <a:pt x="0" y="138"/>
                      <a:pt x="0" y="311"/>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 name="Google Shape;408;p33"/>
              <p:cNvSpPr/>
              <p:nvPr/>
            </p:nvSpPr>
            <p:spPr>
              <a:xfrm>
                <a:off x="3298282" y="3187203"/>
                <a:ext cx="108780" cy="291170"/>
              </a:xfrm>
              <a:custGeom>
                <a:avLst/>
                <a:gdLst/>
                <a:ahLst/>
                <a:cxnLst/>
                <a:rect l="l" t="t" r="r" b="b"/>
                <a:pathLst>
                  <a:path w="1417" h="3793" extrusionOk="0">
                    <a:moveTo>
                      <a:pt x="1" y="1951"/>
                    </a:moveTo>
                    <a:cubicBezTo>
                      <a:pt x="1" y="1951"/>
                      <a:pt x="122" y="3684"/>
                      <a:pt x="496" y="3718"/>
                    </a:cubicBezTo>
                    <a:cubicBezTo>
                      <a:pt x="1215" y="3793"/>
                      <a:pt x="1417" y="1951"/>
                      <a:pt x="1417" y="1951"/>
                    </a:cubicBezTo>
                    <a:lnTo>
                      <a:pt x="1417" y="1"/>
                    </a:lnTo>
                    <a:lnTo>
                      <a:pt x="1" y="1"/>
                    </a:lnTo>
                    <a:lnTo>
                      <a:pt x="1" y="1951"/>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 name="Google Shape;409;p33"/>
              <p:cNvSpPr/>
              <p:nvPr/>
            </p:nvSpPr>
            <p:spPr>
              <a:xfrm>
                <a:off x="3298282" y="3185897"/>
                <a:ext cx="109701" cy="129963"/>
              </a:xfrm>
              <a:custGeom>
                <a:avLst/>
                <a:gdLst/>
                <a:ahLst/>
                <a:cxnLst/>
                <a:rect l="l" t="t" r="r" b="b"/>
                <a:pathLst>
                  <a:path w="1429" h="1693" extrusionOk="0">
                    <a:moveTo>
                      <a:pt x="398" y="1692"/>
                    </a:moveTo>
                    <a:lnTo>
                      <a:pt x="398" y="1692"/>
                    </a:lnTo>
                    <a:cubicBezTo>
                      <a:pt x="254" y="1692"/>
                      <a:pt x="122" y="1663"/>
                      <a:pt x="1" y="1606"/>
                    </a:cubicBezTo>
                    <a:lnTo>
                      <a:pt x="1" y="0"/>
                    </a:lnTo>
                    <a:lnTo>
                      <a:pt x="1417" y="0"/>
                    </a:lnTo>
                    <a:lnTo>
                      <a:pt x="1417" y="645"/>
                    </a:lnTo>
                    <a:cubicBezTo>
                      <a:pt x="1428" y="1226"/>
                      <a:pt x="956" y="1692"/>
                      <a:pt x="398" y="1692"/>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 name="Google Shape;410;p33"/>
              <p:cNvSpPr/>
              <p:nvPr/>
            </p:nvSpPr>
            <p:spPr>
              <a:xfrm>
                <a:off x="3254140" y="3084258"/>
                <a:ext cx="153842" cy="216554"/>
              </a:xfrm>
              <a:custGeom>
                <a:avLst/>
                <a:gdLst/>
                <a:ahLst/>
                <a:cxnLst/>
                <a:rect l="l" t="t" r="r" b="b"/>
                <a:pathLst>
                  <a:path w="2004" h="2821" extrusionOk="0">
                    <a:moveTo>
                      <a:pt x="973" y="2821"/>
                    </a:moveTo>
                    <a:lnTo>
                      <a:pt x="973" y="2821"/>
                    </a:lnTo>
                    <a:cubicBezTo>
                      <a:pt x="1531" y="2821"/>
                      <a:pt x="2003" y="2349"/>
                      <a:pt x="2003" y="1779"/>
                    </a:cubicBezTo>
                    <a:lnTo>
                      <a:pt x="2003" y="944"/>
                    </a:lnTo>
                    <a:cubicBezTo>
                      <a:pt x="2003" y="403"/>
                      <a:pt x="1560" y="1"/>
                      <a:pt x="1031" y="29"/>
                    </a:cubicBezTo>
                    <a:lnTo>
                      <a:pt x="1031" y="29"/>
                    </a:lnTo>
                    <a:cubicBezTo>
                      <a:pt x="513" y="58"/>
                      <a:pt x="81" y="490"/>
                      <a:pt x="58" y="1008"/>
                    </a:cubicBezTo>
                    <a:lnTo>
                      <a:pt x="23" y="1813"/>
                    </a:lnTo>
                    <a:cubicBezTo>
                      <a:pt x="0" y="2372"/>
                      <a:pt x="421" y="2821"/>
                      <a:pt x="973" y="2821"/>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 name="Google Shape;411;p33"/>
              <p:cNvSpPr/>
              <p:nvPr/>
            </p:nvSpPr>
            <p:spPr>
              <a:xfrm>
                <a:off x="3247538" y="3022844"/>
                <a:ext cx="193531" cy="195367"/>
              </a:xfrm>
              <a:custGeom>
                <a:avLst/>
                <a:gdLst/>
                <a:ahLst/>
                <a:cxnLst/>
                <a:rect l="l" t="t" r="r" b="b"/>
                <a:pathLst>
                  <a:path w="2521" h="2545" extrusionOk="0">
                    <a:moveTo>
                      <a:pt x="1473" y="1405"/>
                    </a:moveTo>
                    <a:cubicBezTo>
                      <a:pt x="1560" y="1319"/>
                      <a:pt x="1801" y="1911"/>
                      <a:pt x="1893" y="2055"/>
                    </a:cubicBezTo>
                    <a:cubicBezTo>
                      <a:pt x="1986" y="2199"/>
                      <a:pt x="1957" y="2544"/>
                      <a:pt x="1957" y="2544"/>
                    </a:cubicBezTo>
                    <a:lnTo>
                      <a:pt x="2089" y="2544"/>
                    </a:lnTo>
                    <a:lnTo>
                      <a:pt x="2089" y="2170"/>
                    </a:lnTo>
                    <a:cubicBezTo>
                      <a:pt x="2089" y="2170"/>
                      <a:pt x="2181" y="2147"/>
                      <a:pt x="2250" y="2228"/>
                    </a:cubicBezTo>
                    <a:cubicBezTo>
                      <a:pt x="2250" y="2228"/>
                      <a:pt x="2521" y="1652"/>
                      <a:pt x="2452" y="1336"/>
                    </a:cubicBezTo>
                    <a:cubicBezTo>
                      <a:pt x="2377" y="904"/>
                      <a:pt x="2262" y="893"/>
                      <a:pt x="2106" y="617"/>
                    </a:cubicBezTo>
                    <a:cubicBezTo>
                      <a:pt x="1784" y="24"/>
                      <a:pt x="6" y="1"/>
                      <a:pt x="6" y="1687"/>
                    </a:cubicBezTo>
                    <a:cubicBezTo>
                      <a:pt x="0" y="1693"/>
                      <a:pt x="1042" y="1854"/>
                      <a:pt x="1473" y="140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 name="Google Shape;412;p33"/>
              <p:cNvSpPr/>
              <p:nvPr/>
            </p:nvSpPr>
            <p:spPr>
              <a:xfrm>
                <a:off x="2855641" y="3298515"/>
                <a:ext cx="353054" cy="306216"/>
              </a:xfrm>
              <a:custGeom>
                <a:avLst/>
                <a:gdLst/>
                <a:ahLst/>
                <a:cxnLst/>
                <a:rect l="l" t="t" r="r" b="b"/>
                <a:pathLst>
                  <a:path w="4599" h="3989" extrusionOk="0">
                    <a:moveTo>
                      <a:pt x="449" y="329"/>
                    </a:moveTo>
                    <a:cubicBezTo>
                      <a:pt x="996" y="709"/>
                      <a:pt x="1399" y="588"/>
                      <a:pt x="1399" y="588"/>
                    </a:cubicBezTo>
                    <a:cubicBezTo>
                      <a:pt x="1399" y="588"/>
                      <a:pt x="1341" y="444"/>
                      <a:pt x="1313" y="231"/>
                    </a:cubicBezTo>
                    <a:cubicBezTo>
                      <a:pt x="1284" y="1"/>
                      <a:pt x="1577" y="133"/>
                      <a:pt x="1641" y="519"/>
                    </a:cubicBezTo>
                    <a:cubicBezTo>
                      <a:pt x="1681" y="789"/>
                      <a:pt x="2492" y="2360"/>
                      <a:pt x="3125" y="2763"/>
                    </a:cubicBezTo>
                    <a:lnTo>
                      <a:pt x="3586" y="2130"/>
                    </a:lnTo>
                    <a:lnTo>
                      <a:pt x="4599" y="2636"/>
                    </a:lnTo>
                    <a:cubicBezTo>
                      <a:pt x="4599" y="2636"/>
                      <a:pt x="3730" y="3989"/>
                      <a:pt x="3223" y="3960"/>
                    </a:cubicBezTo>
                    <a:cubicBezTo>
                      <a:pt x="2458" y="3914"/>
                      <a:pt x="1324" y="1439"/>
                      <a:pt x="1324" y="1439"/>
                    </a:cubicBezTo>
                    <a:cubicBezTo>
                      <a:pt x="939" y="916"/>
                      <a:pt x="214" y="916"/>
                      <a:pt x="104" y="801"/>
                    </a:cubicBezTo>
                    <a:cubicBezTo>
                      <a:pt x="1" y="674"/>
                      <a:pt x="208" y="156"/>
                      <a:pt x="449" y="329"/>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 name="Google Shape;413;p33"/>
              <p:cNvSpPr/>
              <p:nvPr/>
            </p:nvSpPr>
            <p:spPr>
              <a:xfrm>
                <a:off x="3091087" y="3331678"/>
                <a:ext cx="532459" cy="433876"/>
              </a:xfrm>
              <a:custGeom>
                <a:avLst/>
                <a:gdLst/>
                <a:ahLst/>
                <a:cxnLst/>
                <a:rect l="l" t="t" r="r" b="b"/>
                <a:pathLst>
                  <a:path w="6936" h="5652" extrusionOk="0">
                    <a:moveTo>
                      <a:pt x="6935" y="2492"/>
                    </a:moveTo>
                    <a:lnTo>
                      <a:pt x="5756" y="472"/>
                    </a:lnTo>
                    <a:cubicBezTo>
                      <a:pt x="5727" y="415"/>
                      <a:pt x="5687" y="357"/>
                      <a:pt x="5641" y="305"/>
                    </a:cubicBezTo>
                    <a:cubicBezTo>
                      <a:pt x="5635" y="300"/>
                      <a:pt x="5629" y="288"/>
                      <a:pt x="5629" y="282"/>
                    </a:cubicBezTo>
                    <a:lnTo>
                      <a:pt x="5595" y="248"/>
                    </a:lnTo>
                    <a:lnTo>
                      <a:pt x="5554" y="213"/>
                    </a:lnTo>
                    <a:lnTo>
                      <a:pt x="5543" y="196"/>
                    </a:lnTo>
                    <a:cubicBezTo>
                      <a:pt x="5428" y="104"/>
                      <a:pt x="5249" y="0"/>
                      <a:pt x="4996" y="0"/>
                    </a:cubicBezTo>
                    <a:lnTo>
                      <a:pt x="4087" y="0"/>
                    </a:lnTo>
                    <a:cubicBezTo>
                      <a:pt x="4087" y="0"/>
                      <a:pt x="3972" y="950"/>
                      <a:pt x="3091" y="731"/>
                    </a:cubicBezTo>
                    <a:cubicBezTo>
                      <a:pt x="2671" y="622"/>
                      <a:pt x="2706" y="0"/>
                      <a:pt x="2706" y="0"/>
                    </a:cubicBezTo>
                    <a:lnTo>
                      <a:pt x="2096" y="0"/>
                    </a:lnTo>
                    <a:cubicBezTo>
                      <a:pt x="1796" y="0"/>
                      <a:pt x="1526" y="161"/>
                      <a:pt x="1371" y="392"/>
                    </a:cubicBezTo>
                    <a:lnTo>
                      <a:pt x="53" y="1899"/>
                    </a:lnTo>
                    <a:cubicBezTo>
                      <a:pt x="1" y="2009"/>
                      <a:pt x="904" y="3189"/>
                      <a:pt x="1140" y="2930"/>
                    </a:cubicBezTo>
                    <a:lnTo>
                      <a:pt x="1227" y="2814"/>
                    </a:lnTo>
                    <a:lnTo>
                      <a:pt x="1227" y="5652"/>
                    </a:lnTo>
                    <a:lnTo>
                      <a:pt x="5859" y="5652"/>
                    </a:lnTo>
                    <a:lnTo>
                      <a:pt x="5859" y="3096"/>
                    </a:lnTo>
                    <a:lnTo>
                      <a:pt x="5859" y="3327"/>
                    </a:lnTo>
                    <a:cubicBezTo>
                      <a:pt x="6182" y="3235"/>
                      <a:pt x="6792" y="2907"/>
                      <a:pt x="6935" y="2492"/>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 name="Google Shape;414;p33"/>
              <p:cNvSpPr/>
              <p:nvPr/>
            </p:nvSpPr>
            <p:spPr>
              <a:xfrm>
                <a:off x="3170618" y="3763724"/>
                <a:ext cx="221014" cy="831518"/>
              </a:xfrm>
              <a:custGeom>
                <a:avLst/>
                <a:gdLst/>
                <a:ahLst/>
                <a:cxnLst/>
                <a:rect l="l" t="t" r="r" b="b"/>
                <a:pathLst>
                  <a:path w="2879" h="10832" extrusionOk="0">
                    <a:moveTo>
                      <a:pt x="1" y="10831"/>
                    </a:moveTo>
                    <a:lnTo>
                      <a:pt x="1324" y="10831"/>
                    </a:lnTo>
                    <a:lnTo>
                      <a:pt x="2878" y="1"/>
                    </a:lnTo>
                    <a:lnTo>
                      <a:pt x="2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 name="Google Shape;415;p33"/>
              <p:cNvSpPr/>
              <p:nvPr/>
            </p:nvSpPr>
            <p:spPr>
              <a:xfrm>
                <a:off x="3236484" y="3763724"/>
                <a:ext cx="155147" cy="831518"/>
              </a:xfrm>
              <a:custGeom>
                <a:avLst/>
                <a:gdLst/>
                <a:ahLst/>
                <a:cxnLst/>
                <a:rect l="l" t="t" r="r" b="b"/>
                <a:pathLst>
                  <a:path w="2021" h="10832" extrusionOk="0">
                    <a:moveTo>
                      <a:pt x="1554" y="1"/>
                    </a:moveTo>
                    <a:lnTo>
                      <a:pt x="0" y="10831"/>
                    </a:lnTo>
                    <a:lnTo>
                      <a:pt x="466" y="10831"/>
                    </a:lnTo>
                    <a:lnTo>
                      <a:pt x="2020" y="1"/>
                    </a:ln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 name="Google Shape;416;p33"/>
              <p:cNvSpPr/>
              <p:nvPr/>
            </p:nvSpPr>
            <p:spPr>
              <a:xfrm>
                <a:off x="3316015" y="3763724"/>
                <a:ext cx="222703" cy="831518"/>
              </a:xfrm>
              <a:custGeom>
                <a:avLst/>
                <a:gdLst/>
                <a:ahLst/>
                <a:cxnLst/>
                <a:rect l="l" t="t" r="r" b="b"/>
                <a:pathLst>
                  <a:path w="2901" h="10832" extrusionOk="0">
                    <a:moveTo>
                      <a:pt x="1600" y="10831"/>
                    </a:moveTo>
                    <a:lnTo>
                      <a:pt x="2901" y="10831"/>
                    </a:lnTo>
                    <a:lnTo>
                      <a:pt x="2849" y="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 name="Google Shape;417;p33"/>
              <p:cNvSpPr/>
              <p:nvPr/>
            </p:nvSpPr>
            <p:spPr>
              <a:xfrm>
                <a:off x="3427328" y="3763724"/>
                <a:ext cx="111390" cy="831518"/>
              </a:xfrm>
              <a:custGeom>
                <a:avLst/>
                <a:gdLst/>
                <a:ahLst/>
                <a:cxnLst/>
                <a:rect l="l" t="t" r="r" b="b"/>
                <a:pathLst>
                  <a:path w="1451" h="10832" extrusionOk="0">
                    <a:moveTo>
                      <a:pt x="0" y="1"/>
                    </a:moveTo>
                    <a:cubicBezTo>
                      <a:pt x="0" y="1100"/>
                      <a:pt x="829" y="1129"/>
                      <a:pt x="818" y="2210"/>
                    </a:cubicBezTo>
                    <a:cubicBezTo>
                      <a:pt x="766" y="5531"/>
                      <a:pt x="818" y="10831"/>
                      <a:pt x="818" y="10831"/>
                    </a:cubicBezTo>
                    <a:lnTo>
                      <a:pt x="1451" y="10831"/>
                    </a:lnTo>
                    <a:lnTo>
                      <a:pt x="1399" y="1"/>
                    </a:ln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 name="Google Shape;418;p33"/>
              <p:cNvSpPr/>
              <p:nvPr/>
            </p:nvSpPr>
            <p:spPr>
              <a:xfrm>
                <a:off x="3185203" y="3415201"/>
                <a:ext cx="51357" cy="255858"/>
              </a:xfrm>
              <a:custGeom>
                <a:avLst/>
                <a:gdLst/>
                <a:ahLst/>
                <a:cxnLst/>
                <a:rect l="l" t="t" r="r" b="b"/>
                <a:pathLst>
                  <a:path w="669" h="3333" extrusionOk="0">
                    <a:moveTo>
                      <a:pt x="668" y="0"/>
                    </a:moveTo>
                    <a:lnTo>
                      <a:pt x="668" y="0"/>
                    </a:lnTo>
                    <a:cubicBezTo>
                      <a:pt x="404" y="46"/>
                      <a:pt x="317" y="512"/>
                      <a:pt x="1" y="806"/>
                    </a:cubicBezTo>
                    <a:lnTo>
                      <a:pt x="1" y="3332"/>
                    </a:lnTo>
                    <a:cubicBezTo>
                      <a:pt x="58" y="3102"/>
                      <a:pt x="317" y="1514"/>
                      <a:pt x="668" y="0"/>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 name="Google Shape;419;p33"/>
              <p:cNvSpPr/>
              <p:nvPr/>
            </p:nvSpPr>
            <p:spPr>
              <a:xfrm>
                <a:off x="3450742" y="4594729"/>
                <a:ext cx="213414" cy="86207"/>
              </a:xfrm>
              <a:custGeom>
                <a:avLst/>
                <a:gdLst/>
                <a:ahLst/>
                <a:cxnLst/>
                <a:rect l="l" t="t" r="r" b="b"/>
                <a:pathLst>
                  <a:path w="2780" h="1123" extrusionOk="0">
                    <a:moveTo>
                      <a:pt x="0" y="6"/>
                    </a:moveTo>
                    <a:lnTo>
                      <a:pt x="0" y="1123"/>
                    </a:lnTo>
                    <a:lnTo>
                      <a:pt x="2671" y="1123"/>
                    </a:lnTo>
                    <a:cubicBezTo>
                      <a:pt x="2671" y="1123"/>
                      <a:pt x="2780" y="564"/>
                      <a:pt x="1802" y="518"/>
                    </a:cubicBezTo>
                    <a:cubicBezTo>
                      <a:pt x="1088" y="490"/>
                      <a:pt x="1007" y="0"/>
                      <a:pt x="1007" y="0"/>
                    </a:cubicBez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 name="Google Shape;420;p33"/>
              <p:cNvSpPr/>
              <p:nvPr/>
            </p:nvSpPr>
            <p:spPr>
              <a:xfrm>
                <a:off x="3170618" y="4595190"/>
                <a:ext cx="87592" cy="86207"/>
              </a:xfrm>
              <a:custGeom>
                <a:avLst/>
                <a:gdLst/>
                <a:ahLst/>
                <a:cxnLst/>
                <a:rect l="l" t="t" r="r" b="b"/>
                <a:pathLst>
                  <a:path w="1141" h="1123" extrusionOk="0">
                    <a:moveTo>
                      <a:pt x="1" y="1122"/>
                    </a:moveTo>
                    <a:lnTo>
                      <a:pt x="1140" y="1122"/>
                    </a:lnTo>
                    <a:lnTo>
                      <a:pt x="1140" y="0"/>
                    </a:lnTo>
                    <a:lnTo>
                      <a:pt x="3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 name="Google Shape;421;p33"/>
              <p:cNvSpPr/>
              <p:nvPr/>
            </p:nvSpPr>
            <p:spPr>
              <a:xfrm>
                <a:off x="3132234" y="4622979"/>
                <a:ext cx="113155" cy="58418"/>
              </a:xfrm>
              <a:custGeom>
                <a:avLst/>
                <a:gdLst/>
                <a:ahLst/>
                <a:cxnLst/>
                <a:rect l="l" t="t" r="r" b="b"/>
                <a:pathLst>
                  <a:path w="1474" h="761" extrusionOk="0">
                    <a:moveTo>
                      <a:pt x="0" y="760"/>
                    </a:moveTo>
                    <a:lnTo>
                      <a:pt x="1473" y="760"/>
                    </a:lnTo>
                    <a:lnTo>
                      <a:pt x="1473" y="398"/>
                    </a:lnTo>
                    <a:cubicBezTo>
                      <a:pt x="1473" y="173"/>
                      <a:pt x="1295" y="1"/>
                      <a:pt x="1076" y="1"/>
                    </a:cubicBezTo>
                    <a:lnTo>
                      <a:pt x="397" y="1"/>
                    </a:lnTo>
                    <a:cubicBezTo>
                      <a:pt x="173" y="1"/>
                      <a:pt x="0" y="179"/>
                      <a:pt x="0" y="398"/>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 name="Google Shape;422;p33"/>
              <p:cNvSpPr/>
              <p:nvPr/>
            </p:nvSpPr>
            <p:spPr>
              <a:xfrm>
                <a:off x="3408750" y="3388179"/>
                <a:ext cx="129967" cy="375611"/>
              </a:xfrm>
              <a:custGeom>
                <a:avLst/>
                <a:gdLst/>
                <a:ahLst/>
                <a:cxnLst/>
                <a:rect l="l" t="t" r="r" b="b"/>
                <a:pathLst>
                  <a:path w="1693" h="4893" extrusionOk="0">
                    <a:moveTo>
                      <a:pt x="1290" y="1"/>
                    </a:moveTo>
                    <a:lnTo>
                      <a:pt x="1290" y="1"/>
                    </a:lnTo>
                    <a:cubicBezTo>
                      <a:pt x="1272" y="864"/>
                      <a:pt x="1301" y="2424"/>
                      <a:pt x="1226" y="2907"/>
                    </a:cubicBezTo>
                    <a:cubicBezTo>
                      <a:pt x="985" y="4415"/>
                      <a:pt x="1" y="4893"/>
                      <a:pt x="1" y="4893"/>
                    </a:cubicBezTo>
                    <a:lnTo>
                      <a:pt x="1693" y="4893"/>
                    </a:lnTo>
                    <a:lnTo>
                      <a:pt x="1693" y="1969"/>
                    </a:lnTo>
                    <a:cubicBezTo>
                      <a:pt x="1693" y="1497"/>
                      <a:pt x="1503" y="519"/>
                      <a:pt x="1290"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 name="Google Shape;423;p33"/>
              <p:cNvSpPr/>
              <p:nvPr/>
            </p:nvSpPr>
            <p:spPr>
              <a:xfrm>
                <a:off x="3481679" y="3541099"/>
                <a:ext cx="160828" cy="295622"/>
              </a:xfrm>
              <a:custGeom>
                <a:avLst/>
                <a:gdLst/>
                <a:ahLst/>
                <a:cxnLst/>
                <a:rect l="l" t="t" r="r" b="b"/>
                <a:pathLst>
                  <a:path w="2095" h="3851" extrusionOk="0">
                    <a:moveTo>
                      <a:pt x="1715" y="0"/>
                    </a:moveTo>
                    <a:cubicBezTo>
                      <a:pt x="1715" y="0"/>
                      <a:pt x="1324" y="409"/>
                      <a:pt x="823" y="593"/>
                    </a:cubicBezTo>
                    <a:cubicBezTo>
                      <a:pt x="863" y="639"/>
                      <a:pt x="984" y="863"/>
                      <a:pt x="1042" y="1024"/>
                    </a:cubicBezTo>
                    <a:lnTo>
                      <a:pt x="363" y="2935"/>
                    </a:lnTo>
                    <a:cubicBezTo>
                      <a:pt x="363" y="2935"/>
                      <a:pt x="104" y="2941"/>
                      <a:pt x="0" y="3079"/>
                    </a:cubicBezTo>
                    <a:lnTo>
                      <a:pt x="484" y="3850"/>
                    </a:lnTo>
                    <a:lnTo>
                      <a:pt x="806" y="3229"/>
                    </a:lnTo>
                    <a:lnTo>
                      <a:pt x="1980" y="1347"/>
                    </a:lnTo>
                    <a:cubicBezTo>
                      <a:pt x="2072" y="1157"/>
                      <a:pt x="2095" y="909"/>
                      <a:pt x="1715" y="0"/>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 name="Google Shape;424;p33"/>
              <p:cNvSpPr/>
              <p:nvPr/>
            </p:nvSpPr>
            <p:spPr>
              <a:xfrm>
                <a:off x="2824704" y="1073725"/>
                <a:ext cx="979553" cy="884026"/>
              </a:xfrm>
              <a:custGeom>
                <a:avLst/>
                <a:gdLst/>
                <a:ahLst/>
                <a:cxnLst/>
                <a:rect l="l" t="t" r="r" b="b"/>
                <a:pathLst>
                  <a:path w="12760" h="11516" extrusionOk="0">
                    <a:moveTo>
                      <a:pt x="6377" y="0"/>
                    </a:moveTo>
                    <a:cubicBezTo>
                      <a:pt x="2855" y="0"/>
                      <a:pt x="1" y="2274"/>
                      <a:pt x="1" y="5076"/>
                    </a:cubicBezTo>
                    <a:cubicBezTo>
                      <a:pt x="1" y="6877"/>
                      <a:pt x="1169" y="8460"/>
                      <a:pt x="2947" y="9358"/>
                    </a:cubicBezTo>
                    <a:cubicBezTo>
                      <a:pt x="2717" y="9847"/>
                      <a:pt x="2303" y="10474"/>
                      <a:pt x="1601" y="10739"/>
                    </a:cubicBezTo>
                    <a:cubicBezTo>
                      <a:pt x="852" y="11027"/>
                      <a:pt x="3828" y="11516"/>
                      <a:pt x="5387" y="10094"/>
                    </a:cubicBezTo>
                    <a:cubicBezTo>
                      <a:pt x="5710" y="10135"/>
                      <a:pt x="6043" y="10158"/>
                      <a:pt x="6377" y="10158"/>
                    </a:cubicBezTo>
                    <a:cubicBezTo>
                      <a:pt x="9905" y="10158"/>
                      <a:pt x="12759" y="7885"/>
                      <a:pt x="12759" y="5082"/>
                    </a:cubicBezTo>
                    <a:cubicBezTo>
                      <a:pt x="12759" y="2274"/>
                      <a:pt x="9905" y="0"/>
                      <a:pt x="63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25" name="Google Shape;425;p33"/>
              <p:cNvGrpSpPr/>
              <p:nvPr/>
            </p:nvGrpSpPr>
            <p:grpSpPr>
              <a:xfrm>
                <a:off x="3050673" y="1341842"/>
                <a:ext cx="527533" cy="273512"/>
                <a:chOff x="7999109" y="908965"/>
                <a:chExt cx="502460" cy="260513"/>
              </a:xfrm>
            </p:grpSpPr>
            <p:sp>
              <p:nvSpPr>
                <p:cNvPr id="426" name="Google Shape;426;p33"/>
                <p:cNvSpPr/>
                <p:nvPr/>
              </p:nvSpPr>
              <p:spPr>
                <a:xfrm>
                  <a:off x="7999109" y="908965"/>
                  <a:ext cx="178480" cy="31220"/>
                </a:xfrm>
                <a:custGeom>
                  <a:avLst/>
                  <a:gdLst/>
                  <a:ahLst/>
                  <a:cxnLst/>
                  <a:rect l="l" t="t" r="r" b="b"/>
                  <a:pathLst>
                    <a:path w="2441" h="427" extrusionOk="0">
                      <a:moveTo>
                        <a:pt x="0" y="1"/>
                      </a:moveTo>
                      <a:lnTo>
                        <a:pt x="2440" y="1"/>
                      </a:lnTo>
                      <a:lnTo>
                        <a:pt x="2440" y="426"/>
                      </a:lnTo>
                      <a:lnTo>
                        <a:pt x="0"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 name="Google Shape;427;p33"/>
                <p:cNvSpPr/>
                <p:nvPr/>
              </p:nvSpPr>
              <p:spPr>
                <a:xfrm>
                  <a:off x="7999109" y="1061705"/>
                  <a:ext cx="234853" cy="31220"/>
                </a:xfrm>
                <a:custGeom>
                  <a:avLst/>
                  <a:gdLst/>
                  <a:ahLst/>
                  <a:cxnLst/>
                  <a:rect l="l" t="t" r="r" b="b"/>
                  <a:pathLst>
                    <a:path w="3212" h="427" extrusionOk="0">
                      <a:moveTo>
                        <a:pt x="0" y="1"/>
                      </a:moveTo>
                      <a:lnTo>
                        <a:pt x="3211" y="1"/>
                      </a:lnTo>
                      <a:lnTo>
                        <a:pt x="3211" y="426"/>
                      </a:lnTo>
                      <a:lnTo>
                        <a:pt x="0"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 name="Google Shape;428;p33"/>
                <p:cNvSpPr/>
                <p:nvPr/>
              </p:nvSpPr>
              <p:spPr>
                <a:xfrm>
                  <a:off x="8266715" y="1061705"/>
                  <a:ext cx="234853" cy="31220"/>
                </a:xfrm>
                <a:custGeom>
                  <a:avLst/>
                  <a:gdLst/>
                  <a:ahLst/>
                  <a:cxnLst/>
                  <a:rect l="l" t="t" r="r" b="b"/>
                  <a:pathLst>
                    <a:path w="3212" h="427" extrusionOk="0">
                      <a:moveTo>
                        <a:pt x="0" y="1"/>
                      </a:moveTo>
                      <a:lnTo>
                        <a:pt x="3211" y="1"/>
                      </a:lnTo>
                      <a:lnTo>
                        <a:pt x="3211" y="426"/>
                      </a:lnTo>
                      <a:lnTo>
                        <a:pt x="0"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noProof="0" dirty="0"/>
                    <a:t>    </a:t>
                  </a:r>
                </a:p>
              </p:txBody>
            </p:sp>
            <p:sp>
              <p:nvSpPr>
                <p:cNvPr id="429" name="Google Shape;429;p33"/>
                <p:cNvSpPr/>
                <p:nvPr/>
              </p:nvSpPr>
              <p:spPr>
                <a:xfrm>
                  <a:off x="8216192" y="908965"/>
                  <a:ext cx="285378" cy="31220"/>
                </a:xfrm>
                <a:custGeom>
                  <a:avLst/>
                  <a:gdLst/>
                  <a:ahLst/>
                  <a:cxnLst/>
                  <a:rect l="l" t="t" r="r" b="b"/>
                  <a:pathLst>
                    <a:path w="3903" h="427" extrusionOk="0">
                      <a:moveTo>
                        <a:pt x="1" y="1"/>
                      </a:moveTo>
                      <a:lnTo>
                        <a:pt x="3902" y="1"/>
                      </a:lnTo>
                      <a:lnTo>
                        <a:pt x="3902" y="426"/>
                      </a:lnTo>
                      <a:lnTo>
                        <a:pt x="1"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 name="Google Shape;430;p33"/>
                <p:cNvSpPr/>
                <p:nvPr/>
              </p:nvSpPr>
              <p:spPr>
                <a:xfrm>
                  <a:off x="7999109" y="985591"/>
                  <a:ext cx="104412" cy="30781"/>
                </a:xfrm>
                <a:custGeom>
                  <a:avLst/>
                  <a:gdLst/>
                  <a:ahLst/>
                  <a:cxnLst/>
                  <a:rect l="l" t="t" r="r" b="b"/>
                  <a:pathLst>
                    <a:path w="1428" h="421" extrusionOk="0">
                      <a:moveTo>
                        <a:pt x="0" y="0"/>
                      </a:moveTo>
                      <a:lnTo>
                        <a:pt x="1427" y="0"/>
                      </a:lnTo>
                      <a:lnTo>
                        <a:pt x="1427" y="420"/>
                      </a:lnTo>
                      <a:lnTo>
                        <a:pt x="0" y="42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 name="Google Shape;431;p33"/>
                <p:cNvSpPr/>
                <p:nvPr/>
              </p:nvSpPr>
              <p:spPr>
                <a:xfrm>
                  <a:off x="8141759" y="985591"/>
                  <a:ext cx="144334" cy="30781"/>
                </a:xfrm>
                <a:custGeom>
                  <a:avLst/>
                  <a:gdLst/>
                  <a:ahLst/>
                  <a:cxnLst/>
                  <a:rect l="l" t="t" r="r" b="b"/>
                  <a:pathLst>
                    <a:path w="1974" h="421" extrusionOk="0">
                      <a:moveTo>
                        <a:pt x="0" y="0"/>
                      </a:moveTo>
                      <a:lnTo>
                        <a:pt x="1974" y="0"/>
                      </a:lnTo>
                      <a:lnTo>
                        <a:pt x="1974" y="420"/>
                      </a:lnTo>
                      <a:lnTo>
                        <a:pt x="0" y="42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 name="Google Shape;432;p33"/>
                <p:cNvSpPr/>
                <p:nvPr/>
              </p:nvSpPr>
              <p:spPr>
                <a:xfrm>
                  <a:off x="8328937" y="985591"/>
                  <a:ext cx="172630" cy="30781"/>
                </a:xfrm>
                <a:custGeom>
                  <a:avLst/>
                  <a:gdLst/>
                  <a:ahLst/>
                  <a:cxnLst/>
                  <a:rect l="l" t="t" r="r" b="b"/>
                  <a:pathLst>
                    <a:path w="2361" h="421" extrusionOk="0">
                      <a:moveTo>
                        <a:pt x="1" y="0"/>
                      </a:moveTo>
                      <a:lnTo>
                        <a:pt x="2360" y="0"/>
                      </a:lnTo>
                      <a:lnTo>
                        <a:pt x="2360" y="420"/>
                      </a:lnTo>
                      <a:lnTo>
                        <a:pt x="1" y="42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 name="Google Shape;433;p33"/>
                <p:cNvSpPr/>
                <p:nvPr/>
              </p:nvSpPr>
              <p:spPr>
                <a:xfrm>
                  <a:off x="7999109" y="1138696"/>
                  <a:ext cx="142287" cy="30781"/>
                </a:xfrm>
                <a:custGeom>
                  <a:avLst/>
                  <a:gdLst/>
                  <a:ahLst/>
                  <a:cxnLst/>
                  <a:rect l="l" t="t" r="r" b="b"/>
                  <a:pathLst>
                    <a:path w="1946" h="421" extrusionOk="0">
                      <a:moveTo>
                        <a:pt x="0" y="1"/>
                      </a:moveTo>
                      <a:lnTo>
                        <a:pt x="1945" y="1"/>
                      </a:lnTo>
                      <a:lnTo>
                        <a:pt x="1945" y="421"/>
                      </a:lnTo>
                      <a:lnTo>
                        <a:pt x="0" y="42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
          <p:nvSpPr>
            <p:cNvPr id="434" name="Google Shape;434;p33"/>
            <p:cNvSpPr/>
            <p:nvPr/>
          </p:nvSpPr>
          <p:spPr>
            <a:xfrm>
              <a:off x="1049321" y="900579"/>
              <a:ext cx="136492" cy="136492"/>
            </a:xfrm>
            <a:custGeom>
              <a:avLst/>
              <a:gdLst/>
              <a:ahLst/>
              <a:cxnLst/>
              <a:rect l="l" t="t" r="r" b="b"/>
              <a:pathLst>
                <a:path w="4231" h="4231" extrusionOk="0">
                  <a:moveTo>
                    <a:pt x="4231" y="2118"/>
                  </a:moveTo>
                  <a:cubicBezTo>
                    <a:pt x="4231" y="3287"/>
                    <a:pt x="3287" y="4230"/>
                    <a:pt x="2119" y="4230"/>
                  </a:cubicBezTo>
                  <a:cubicBezTo>
                    <a:pt x="950" y="4230"/>
                    <a:pt x="1" y="3287"/>
                    <a:pt x="1" y="2118"/>
                  </a:cubicBezTo>
                  <a:cubicBezTo>
                    <a:pt x="1" y="950"/>
                    <a:pt x="950" y="1"/>
                    <a:pt x="2119" y="1"/>
                  </a:cubicBezTo>
                  <a:cubicBezTo>
                    <a:pt x="3287" y="1"/>
                    <a:pt x="4231" y="950"/>
                    <a:pt x="4231" y="211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07">
          <a:extLst>
            <a:ext uri="{FF2B5EF4-FFF2-40B4-BE49-F238E27FC236}">
              <a16:creationId xmlns:a16="http://schemas.microsoft.com/office/drawing/2014/main" id="{15B32F97-A2E3-CDA6-6A5F-3220C17EA6C1}"/>
            </a:ext>
          </a:extLst>
        </p:cNvPr>
        <p:cNvGrpSpPr/>
        <p:nvPr/>
      </p:nvGrpSpPr>
      <p:grpSpPr>
        <a:xfrm>
          <a:off x="0" y="0"/>
          <a:ext cx="0" cy="0"/>
          <a:chOff x="0" y="0"/>
          <a:chExt cx="0" cy="0"/>
        </a:xfrm>
      </p:grpSpPr>
      <p:sp>
        <p:nvSpPr>
          <p:cNvPr id="808" name="Google Shape;808;p45">
            <a:extLst>
              <a:ext uri="{FF2B5EF4-FFF2-40B4-BE49-F238E27FC236}">
                <a16:creationId xmlns:a16="http://schemas.microsoft.com/office/drawing/2014/main" id="{26B09409-9BE6-C432-4030-25A88CB3FACE}"/>
              </a:ext>
            </a:extLst>
          </p:cNvPr>
          <p:cNvSpPr txBox="1">
            <a:spLocks noGrp="1"/>
          </p:cNvSpPr>
          <p:nvPr>
            <p:ph type="title"/>
          </p:nvPr>
        </p:nvSpPr>
        <p:spPr>
          <a:xfrm>
            <a:off x="2181225" y="245076"/>
            <a:ext cx="4781550" cy="977900"/>
          </a:xfrm>
          <a:prstGeom prst="rect">
            <a:avLst/>
          </a:prstGeom>
        </p:spPr>
        <p:txBody>
          <a:bodyPr spcFirstLastPara="1" wrap="square" lIns="91425" tIns="91425" rIns="91425" bIns="91425" anchor="b" anchorCtr="0">
            <a:noAutofit/>
          </a:bodyPr>
          <a:lstStyle/>
          <a:p>
            <a:pPr marL="0" lvl="0" indent="0" rtl="0">
              <a:spcBef>
                <a:spcPts val="0"/>
              </a:spcBef>
              <a:spcAft>
                <a:spcPts val="0"/>
              </a:spcAft>
              <a:buNone/>
            </a:pPr>
            <a:r>
              <a:rPr lang="de-AT" noProof="0" dirty="0" err="1"/>
              <a:t>Cooperation</a:t>
            </a:r>
            <a:r>
              <a:rPr lang="de-AT" noProof="0" dirty="0"/>
              <a:t> </a:t>
            </a:r>
            <a:br>
              <a:rPr lang="de-AT" noProof="0" dirty="0"/>
            </a:br>
            <a:r>
              <a:rPr lang="de-AT" noProof="0" dirty="0" err="1"/>
              <a:t>Blumatix</a:t>
            </a:r>
            <a:r>
              <a:rPr lang="de-AT" noProof="0" dirty="0"/>
              <a:t> - FH Salzburg</a:t>
            </a:r>
            <a:endParaRPr lang="en-US" noProof="0" dirty="0"/>
          </a:p>
        </p:txBody>
      </p:sp>
      <p:sp>
        <p:nvSpPr>
          <p:cNvPr id="809" name="Google Shape;809;p45">
            <a:extLst>
              <a:ext uri="{FF2B5EF4-FFF2-40B4-BE49-F238E27FC236}">
                <a16:creationId xmlns:a16="http://schemas.microsoft.com/office/drawing/2014/main" id="{A65DEA2B-498C-858C-ECDF-9EBE487EDF31}"/>
              </a:ext>
            </a:extLst>
          </p:cNvPr>
          <p:cNvSpPr txBox="1">
            <a:spLocks noGrp="1"/>
          </p:cNvSpPr>
          <p:nvPr>
            <p:ph type="subTitle" idx="1"/>
          </p:nvPr>
        </p:nvSpPr>
        <p:spPr>
          <a:xfrm>
            <a:off x="2162736" y="1423119"/>
            <a:ext cx="3818963" cy="347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noProof="0" dirty="0"/>
              <a:t>Who</a:t>
            </a:r>
            <a:br>
              <a:rPr lang="en-US" b="1" dirty="0"/>
            </a:br>
            <a:r>
              <a:rPr lang="en-US" noProof="0" dirty="0"/>
              <a:t>Jonas Kubesch from FHS</a:t>
            </a:r>
            <a:br>
              <a:rPr lang="en-US" noProof="0" dirty="0"/>
            </a:br>
            <a:r>
              <a:rPr lang="en-US" noProof="0" dirty="0" err="1"/>
              <a:t>Blumatix</a:t>
            </a:r>
            <a:r>
              <a:rPr lang="en-US" dirty="0"/>
              <a:t> staff</a:t>
            </a:r>
            <a:br>
              <a:rPr lang="en-US" noProof="0" dirty="0"/>
            </a:br>
            <a:endParaRPr lang="en-US" noProof="0" dirty="0"/>
          </a:p>
          <a:p>
            <a:pPr marL="0" lvl="0" indent="0" algn="l" rtl="0">
              <a:spcBef>
                <a:spcPts val="0"/>
              </a:spcBef>
              <a:spcAft>
                <a:spcPts val="0"/>
              </a:spcAft>
              <a:buNone/>
            </a:pPr>
            <a:r>
              <a:rPr lang="en-US" b="1" dirty="0"/>
              <a:t>What</a:t>
            </a:r>
            <a:r>
              <a:rPr lang="en-US" dirty="0"/>
              <a:t> </a:t>
            </a:r>
            <a:br>
              <a:rPr lang="en-US" dirty="0"/>
            </a:br>
            <a:r>
              <a:rPr lang="en-US" dirty="0"/>
              <a:t>Improving confidence scores for LLM document-field extraction</a:t>
            </a:r>
            <a:br>
              <a:rPr lang="en-US" dirty="0"/>
            </a:br>
            <a:endParaRPr lang="en-US" dirty="0"/>
          </a:p>
          <a:p>
            <a:pPr marL="0" lvl="0" indent="0">
              <a:buNone/>
            </a:pPr>
            <a:r>
              <a:rPr lang="en-US" b="1" dirty="0"/>
              <a:t>Previous cooperations </a:t>
            </a:r>
          </a:p>
          <a:p>
            <a:pPr marL="285750" indent="-285750"/>
            <a:r>
              <a:rPr lang="en-US" dirty="0" err="1"/>
              <a:t>GenTextAI</a:t>
            </a:r>
            <a:r>
              <a:rPr lang="en-US" dirty="0"/>
              <a:t> </a:t>
            </a:r>
            <a:r>
              <a:rPr lang="en-US" dirty="0">
                <a:hlinkClick r:id="rId3"/>
              </a:rPr>
              <a:t>https://realities.fh-salzburg.ac.at/projects/gentext/</a:t>
            </a:r>
            <a:endParaRPr lang="en-US" dirty="0"/>
          </a:p>
          <a:p>
            <a:pPr marL="285750" indent="-285750"/>
            <a:endParaRPr lang="en-US" dirty="0"/>
          </a:p>
          <a:p>
            <a:pPr marL="285750" indent="-285750"/>
            <a:r>
              <a:rPr lang="en-US" dirty="0"/>
              <a:t>Self-learning RAG</a:t>
            </a:r>
          </a:p>
          <a:p>
            <a:pPr marL="0" lvl="0" indent="0">
              <a:buNone/>
            </a:pPr>
            <a:endParaRPr lang="en-US" dirty="0"/>
          </a:p>
          <a:p>
            <a:pPr marL="0" lvl="0" indent="0">
              <a:buNone/>
            </a:pPr>
            <a:endParaRPr lang="en-US" b="1" dirty="0"/>
          </a:p>
        </p:txBody>
      </p:sp>
      <p:pic>
        <p:nvPicPr>
          <p:cNvPr id="9" name="Grafik 8" descr="Ein Bild, das Person, Kleidung, Gebäude, Mann enthält.&#10;&#10;KI-generierte Inhalte können fehlerhaft sein.">
            <a:extLst>
              <a:ext uri="{FF2B5EF4-FFF2-40B4-BE49-F238E27FC236}">
                <a16:creationId xmlns:a16="http://schemas.microsoft.com/office/drawing/2014/main" id="{3B6858B0-0065-F72B-D127-D15307993839}"/>
              </a:ext>
            </a:extLst>
          </p:cNvPr>
          <p:cNvPicPr>
            <a:picLocks noChangeAspect="1"/>
          </p:cNvPicPr>
          <p:nvPr/>
        </p:nvPicPr>
        <p:blipFill>
          <a:blip r:embed="rId4"/>
          <a:srcRect l="15747" r="15747"/>
          <a:stretch>
            <a:fillRect/>
          </a:stretch>
        </p:blipFill>
        <p:spPr>
          <a:xfrm>
            <a:off x="196850" y="1541195"/>
            <a:ext cx="1597100" cy="2331312"/>
          </a:xfrm>
          <a:prstGeom prst="rect">
            <a:avLst/>
          </a:prstGeom>
        </p:spPr>
      </p:pic>
      <p:pic>
        <p:nvPicPr>
          <p:cNvPr id="12" name="Google Shape;810;p45">
            <a:extLst>
              <a:ext uri="{FF2B5EF4-FFF2-40B4-BE49-F238E27FC236}">
                <a16:creationId xmlns:a16="http://schemas.microsoft.com/office/drawing/2014/main" id="{2C91820C-FE25-D05B-C470-FE5A32118969}"/>
              </a:ext>
            </a:extLst>
          </p:cNvPr>
          <p:cNvPicPr preferRelativeResize="0">
            <a:picLocks noGrp="1"/>
          </p:cNvPicPr>
          <p:nvPr>
            <p:ph type="pic" idx="2"/>
          </p:nvPr>
        </p:nvPicPr>
        <p:blipFill rotWithShape="1">
          <a:blip r:embed="rId5"/>
          <a:srcRect l="4872" t="-11627" r="12770" b="-12001"/>
          <a:stretch>
            <a:fillRect/>
          </a:stretch>
        </p:blipFill>
        <p:spPr>
          <a:xfrm>
            <a:off x="6055624" y="1267724"/>
            <a:ext cx="2891526" cy="2891526"/>
          </a:xfrm>
          <a:prstGeom prst="ellipse">
            <a:avLst/>
          </a:prstGeom>
        </p:spPr>
      </p:pic>
    </p:spTree>
    <p:extLst>
      <p:ext uri="{BB962C8B-B14F-4D97-AF65-F5344CB8AC3E}">
        <p14:creationId xmlns:p14="http://schemas.microsoft.com/office/powerpoint/2010/main" val="1049846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What’s coming</a:t>
            </a:r>
          </a:p>
        </p:txBody>
      </p:sp>
      <p:sp>
        <p:nvSpPr>
          <p:cNvPr id="450" name="Google Shape;450;p35"/>
          <p:cNvSpPr txBox="1">
            <a:spLocks noGrp="1"/>
          </p:cNvSpPr>
          <p:nvPr>
            <p:ph type="subTitle" idx="3"/>
          </p:nvPr>
        </p:nvSpPr>
        <p:spPr>
          <a:xfrm>
            <a:off x="2917223" y="3164699"/>
            <a:ext cx="42405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High-level overview</a:t>
            </a:r>
            <a:endParaRPr lang="en-US" sz="1600" noProof="0" dirty="0">
              <a:solidFill>
                <a:srgbClr val="666666"/>
              </a:solidFill>
            </a:endParaRPr>
          </a:p>
        </p:txBody>
      </p:sp>
      <p:sp>
        <p:nvSpPr>
          <p:cNvPr id="451" name="Google Shape;451;p35"/>
          <p:cNvSpPr txBox="1">
            <a:spLocks noGrp="1"/>
          </p:cNvSpPr>
          <p:nvPr>
            <p:ph type="subTitle" idx="1"/>
          </p:nvPr>
        </p:nvSpPr>
        <p:spPr>
          <a:xfrm>
            <a:off x="2917223" y="1550391"/>
            <a:ext cx="44767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Short description on why this cooperation was started</a:t>
            </a:r>
          </a:p>
        </p:txBody>
      </p:sp>
      <p:sp>
        <p:nvSpPr>
          <p:cNvPr id="452" name="Google Shape;452;p35"/>
          <p:cNvSpPr txBox="1">
            <a:spLocks noGrp="1"/>
          </p:cNvSpPr>
          <p:nvPr>
            <p:ph type="subTitle" idx="2"/>
          </p:nvPr>
        </p:nvSpPr>
        <p:spPr>
          <a:xfrm>
            <a:off x="2917223" y="2365267"/>
            <a:ext cx="42405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Theoretical explanation </a:t>
            </a:r>
          </a:p>
        </p:txBody>
      </p:sp>
      <p:sp>
        <p:nvSpPr>
          <p:cNvPr id="453" name="Google Shape;453;p35"/>
          <p:cNvSpPr txBox="1">
            <a:spLocks noGrp="1"/>
          </p:cNvSpPr>
          <p:nvPr>
            <p:ph type="subTitle" idx="4"/>
          </p:nvPr>
        </p:nvSpPr>
        <p:spPr>
          <a:xfrm>
            <a:off x="2917223" y="3904468"/>
            <a:ext cx="42405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What works, and what does not</a:t>
            </a:r>
          </a:p>
        </p:txBody>
      </p:sp>
      <p:sp>
        <p:nvSpPr>
          <p:cNvPr id="454" name="Google Shape;454;p35"/>
          <p:cNvSpPr txBox="1">
            <a:spLocks noGrp="1"/>
          </p:cNvSpPr>
          <p:nvPr>
            <p:ph type="title" idx="5"/>
          </p:nvPr>
        </p:nvSpPr>
        <p:spPr>
          <a:xfrm>
            <a:off x="1986273" y="1290641"/>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01</a:t>
            </a:r>
          </a:p>
        </p:txBody>
      </p:sp>
      <p:sp>
        <p:nvSpPr>
          <p:cNvPr id="455" name="Google Shape;455;p35"/>
          <p:cNvSpPr txBox="1">
            <a:spLocks noGrp="1"/>
          </p:cNvSpPr>
          <p:nvPr>
            <p:ph type="title" idx="7"/>
          </p:nvPr>
        </p:nvSpPr>
        <p:spPr>
          <a:xfrm>
            <a:off x="1986273" y="2105484"/>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02</a:t>
            </a:r>
          </a:p>
        </p:txBody>
      </p:sp>
      <p:sp>
        <p:nvSpPr>
          <p:cNvPr id="456" name="Google Shape;456;p35"/>
          <p:cNvSpPr txBox="1">
            <a:spLocks noGrp="1"/>
          </p:cNvSpPr>
          <p:nvPr>
            <p:ph type="title" idx="8"/>
          </p:nvPr>
        </p:nvSpPr>
        <p:spPr>
          <a:xfrm>
            <a:off x="1986273" y="3644668"/>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04</a:t>
            </a:r>
          </a:p>
        </p:txBody>
      </p:sp>
      <p:sp>
        <p:nvSpPr>
          <p:cNvPr id="457" name="Google Shape;457;p35"/>
          <p:cNvSpPr txBox="1">
            <a:spLocks noGrp="1"/>
          </p:cNvSpPr>
          <p:nvPr>
            <p:ph type="title" idx="6"/>
          </p:nvPr>
        </p:nvSpPr>
        <p:spPr>
          <a:xfrm>
            <a:off x="1986273" y="2904907"/>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03</a:t>
            </a:r>
          </a:p>
        </p:txBody>
      </p:sp>
      <p:sp>
        <p:nvSpPr>
          <p:cNvPr id="458" name="Google Shape;458;p35"/>
          <p:cNvSpPr txBox="1">
            <a:spLocks noGrp="1"/>
          </p:cNvSpPr>
          <p:nvPr>
            <p:ph type="subTitle" idx="9"/>
          </p:nvPr>
        </p:nvSpPr>
        <p:spPr>
          <a:xfrm>
            <a:off x="2917223" y="1290641"/>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Current state</a:t>
            </a:r>
          </a:p>
        </p:txBody>
      </p:sp>
      <p:sp>
        <p:nvSpPr>
          <p:cNvPr id="459" name="Google Shape;459;p35"/>
          <p:cNvSpPr txBox="1">
            <a:spLocks noGrp="1"/>
          </p:cNvSpPr>
          <p:nvPr>
            <p:ph type="subTitle" idx="13"/>
          </p:nvPr>
        </p:nvSpPr>
        <p:spPr>
          <a:xfrm>
            <a:off x="2917227" y="2105517"/>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Proposed solution</a:t>
            </a:r>
          </a:p>
        </p:txBody>
      </p:sp>
      <p:sp>
        <p:nvSpPr>
          <p:cNvPr id="460" name="Google Shape;460;p35"/>
          <p:cNvSpPr txBox="1">
            <a:spLocks noGrp="1"/>
          </p:cNvSpPr>
          <p:nvPr>
            <p:ph type="subTitle" idx="14"/>
          </p:nvPr>
        </p:nvSpPr>
        <p:spPr>
          <a:xfrm>
            <a:off x="2917223" y="2904900"/>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Architecture</a:t>
            </a:r>
          </a:p>
        </p:txBody>
      </p:sp>
      <p:sp>
        <p:nvSpPr>
          <p:cNvPr id="461" name="Google Shape;461;p35"/>
          <p:cNvSpPr txBox="1">
            <a:spLocks noGrp="1"/>
          </p:cNvSpPr>
          <p:nvPr>
            <p:ph type="subTitle" idx="15"/>
          </p:nvPr>
        </p:nvSpPr>
        <p:spPr>
          <a:xfrm>
            <a:off x="2917227" y="3644669"/>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Results and Demo</a:t>
            </a:r>
          </a:p>
        </p:txBody>
      </p:sp>
      <p:sp>
        <p:nvSpPr>
          <p:cNvPr id="10" name="Google Shape;456;p35">
            <a:extLst>
              <a:ext uri="{FF2B5EF4-FFF2-40B4-BE49-F238E27FC236}">
                <a16:creationId xmlns:a16="http://schemas.microsoft.com/office/drawing/2014/main" id="{D4405B77-54E0-814D-4343-D73B8E7BBD9B}"/>
              </a:ext>
            </a:extLst>
          </p:cNvPr>
          <p:cNvSpPr txBox="1">
            <a:spLocks/>
          </p:cNvSpPr>
          <p:nvPr/>
        </p:nvSpPr>
        <p:spPr>
          <a:xfrm>
            <a:off x="1986273" y="4334875"/>
            <a:ext cx="590400" cy="363600"/>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000"/>
              <a:buFont typeface="Sora"/>
              <a:buNone/>
              <a:defRPr sz="2000" b="1" i="0" u="none" strike="noStrike" cap="none">
                <a:solidFill>
                  <a:schemeClr val="accent2"/>
                </a:solidFill>
                <a:latin typeface="Sora"/>
                <a:ea typeface="Sora"/>
                <a:cs typeface="Sora"/>
                <a:sym typeface="Sora"/>
              </a:defRPr>
            </a:lvl1pPr>
            <a:lvl2pPr marR="0" lvl="1"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2pPr>
            <a:lvl3pPr marR="0" lvl="2"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3pPr>
            <a:lvl4pPr marR="0" lvl="3"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4pPr>
            <a:lvl5pPr marR="0" lvl="4"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5pPr>
            <a:lvl6pPr marR="0" lvl="5"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6pPr>
            <a:lvl7pPr marR="0" lvl="6"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7pPr>
            <a:lvl8pPr marR="0" lvl="7"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8pPr>
            <a:lvl9pPr marR="0" lvl="8"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9pPr>
          </a:lstStyle>
          <a:p>
            <a:r>
              <a:rPr lang="en-US" dirty="0"/>
              <a:t>05</a:t>
            </a:r>
          </a:p>
        </p:txBody>
      </p:sp>
      <p:sp>
        <p:nvSpPr>
          <p:cNvPr id="12" name="Google Shape;461;p35">
            <a:extLst>
              <a:ext uri="{FF2B5EF4-FFF2-40B4-BE49-F238E27FC236}">
                <a16:creationId xmlns:a16="http://schemas.microsoft.com/office/drawing/2014/main" id="{2D6449E5-A4E7-DC64-5846-82A2CE674F95}"/>
              </a:ext>
            </a:extLst>
          </p:cNvPr>
          <p:cNvSpPr txBox="1">
            <a:spLocks/>
          </p:cNvSpPr>
          <p:nvPr/>
        </p:nvSpPr>
        <p:spPr>
          <a:xfrm>
            <a:off x="2917219" y="4444101"/>
            <a:ext cx="4240500" cy="3636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Sora"/>
              <a:buNone/>
              <a:defRPr sz="2000" b="1" i="0" u="none" strike="noStrike" cap="none">
                <a:solidFill>
                  <a:schemeClr val="dk1"/>
                </a:solidFill>
                <a:latin typeface="Sora"/>
                <a:ea typeface="Sora"/>
                <a:cs typeface="Sora"/>
                <a:sym typeface="Sora"/>
              </a:defRPr>
            </a:lvl1pPr>
            <a:lvl2pPr marL="914400" marR="0" lvl="1"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2pPr>
            <a:lvl3pPr marL="1371600" marR="0" lvl="2"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3pPr>
            <a:lvl4pPr marL="1828800" marR="0" lvl="3"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4pPr>
            <a:lvl5pPr marL="2286000" marR="0" lvl="4"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5pPr>
            <a:lvl6pPr marL="2743200" marR="0" lvl="5"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6pPr>
            <a:lvl7pPr marL="3200400" marR="0" lvl="6"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7pPr>
            <a:lvl8pPr marL="3657600" marR="0" lvl="7"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8pPr>
            <a:lvl9pPr marL="4114800" marR="0" lvl="8"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9pPr>
          </a:lstStyle>
          <a:p>
            <a:pPr marL="0" indent="0"/>
            <a:r>
              <a:rPr lang="en-US" dirty="0"/>
              <a:t>Future Works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sp>
        <p:nvSpPr>
          <p:cNvPr id="466" name="Google Shape;466;p36"/>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Current state</a:t>
            </a:r>
          </a:p>
        </p:txBody>
      </p:sp>
      <p:sp>
        <p:nvSpPr>
          <p:cNvPr id="467" name="Google Shape;467;p36"/>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dirty="0"/>
              <a:t>“I want my 99.99%  confidence (-_-*)</a:t>
            </a:r>
            <a:endParaRPr lang="en-US" noProof="0" dirty="0"/>
          </a:p>
        </p:txBody>
      </p:sp>
      <p:sp>
        <p:nvSpPr>
          <p:cNvPr id="468" name="Google Shape;468;p36"/>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01</a:t>
            </a:r>
          </a:p>
        </p:txBody>
      </p:sp>
      <p:grpSp>
        <p:nvGrpSpPr>
          <p:cNvPr id="469" name="Google Shape;469;p36"/>
          <p:cNvGrpSpPr/>
          <p:nvPr/>
        </p:nvGrpSpPr>
        <p:grpSpPr>
          <a:xfrm>
            <a:off x="5504532" y="1402030"/>
            <a:ext cx="3231844" cy="3156274"/>
            <a:chOff x="5504532" y="1402030"/>
            <a:chExt cx="3231844" cy="3156274"/>
          </a:xfrm>
        </p:grpSpPr>
        <p:sp>
          <p:nvSpPr>
            <p:cNvPr id="470" name="Google Shape;470;p36"/>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p:cNvGrpSpPr/>
            <p:nvPr/>
          </p:nvGrpSpPr>
          <p:grpSpPr>
            <a:xfrm>
              <a:off x="5836805" y="2286450"/>
              <a:ext cx="2491776" cy="2195831"/>
              <a:chOff x="5450286" y="1617112"/>
              <a:chExt cx="3026938" cy="2667433"/>
            </a:xfrm>
          </p:grpSpPr>
          <p:sp>
            <p:nvSpPr>
              <p:cNvPr id="473" name="Google Shape;473;p36"/>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p:cNvGrpSpPr/>
            <p:nvPr/>
          </p:nvGrpSpPr>
          <p:grpSpPr>
            <a:xfrm>
              <a:off x="6080934" y="2562938"/>
              <a:ext cx="588467" cy="576350"/>
              <a:chOff x="5608702" y="2132055"/>
              <a:chExt cx="956079" cy="936392"/>
            </a:xfrm>
          </p:grpSpPr>
          <p:grpSp>
            <p:nvGrpSpPr>
              <p:cNvPr id="479" name="Google Shape;479;p36"/>
              <p:cNvGrpSpPr/>
              <p:nvPr/>
            </p:nvGrpSpPr>
            <p:grpSpPr>
              <a:xfrm>
                <a:off x="5608702" y="2132055"/>
                <a:ext cx="956079" cy="936392"/>
                <a:chOff x="5194542" y="1480793"/>
                <a:chExt cx="1161418" cy="1137503"/>
              </a:xfrm>
            </p:grpSpPr>
            <p:sp>
              <p:nvSpPr>
                <p:cNvPr id="480" name="Google Shape;480;p36"/>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p:cNvGrpSpPr/>
            <p:nvPr/>
          </p:nvGrpSpPr>
          <p:grpSpPr>
            <a:xfrm>
              <a:off x="6420935" y="3158641"/>
              <a:ext cx="655117" cy="641505"/>
              <a:chOff x="6224520" y="2766314"/>
              <a:chExt cx="953591" cy="933778"/>
            </a:xfrm>
          </p:grpSpPr>
          <p:sp>
            <p:nvSpPr>
              <p:cNvPr id="484" name="Google Shape;484;p36"/>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p:cNvGrpSpPr/>
            <p:nvPr/>
          </p:nvGrpSpPr>
          <p:grpSpPr>
            <a:xfrm>
              <a:off x="6699330" y="2455550"/>
              <a:ext cx="791157" cy="791109"/>
              <a:chOff x="6746427" y="1893210"/>
              <a:chExt cx="1058120" cy="1058057"/>
            </a:xfrm>
          </p:grpSpPr>
          <p:sp>
            <p:nvSpPr>
              <p:cNvPr id="488" name="Google Shape;488;p36"/>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p:cNvGrpSpPr/>
            <p:nvPr/>
          </p:nvGrpSpPr>
          <p:grpSpPr>
            <a:xfrm>
              <a:off x="7261919" y="2979030"/>
              <a:ext cx="842315" cy="841757"/>
              <a:chOff x="7273478" y="2705981"/>
              <a:chExt cx="1055136" cy="1054437"/>
            </a:xfrm>
          </p:grpSpPr>
          <p:sp>
            <p:nvSpPr>
              <p:cNvPr id="495" name="Google Shape;495;p36"/>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p:cNvGrpSpPr/>
            <p:nvPr/>
          </p:nvGrpSpPr>
          <p:grpSpPr>
            <a:xfrm>
              <a:off x="7287500" y="1402030"/>
              <a:ext cx="791159" cy="608287"/>
              <a:chOff x="7349773" y="264075"/>
              <a:chExt cx="961077" cy="738930"/>
            </a:xfrm>
          </p:grpSpPr>
          <p:sp>
            <p:nvSpPr>
              <p:cNvPr id="499" name="Google Shape;499;p36"/>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9">
          <a:extLst>
            <a:ext uri="{FF2B5EF4-FFF2-40B4-BE49-F238E27FC236}">
              <a16:creationId xmlns:a16="http://schemas.microsoft.com/office/drawing/2014/main" id="{56D9C3C6-C707-BA94-084C-C9364EF84E19}"/>
            </a:ext>
          </a:extLst>
        </p:cNvPr>
        <p:cNvGrpSpPr/>
        <p:nvPr/>
      </p:nvGrpSpPr>
      <p:grpSpPr>
        <a:xfrm>
          <a:off x="0" y="0"/>
          <a:ext cx="0" cy="0"/>
          <a:chOff x="0" y="0"/>
          <a:chExt cx="0" cy="0"/>
        </a:xfrm>
      </p:grpSpPr>
      <p:sp>
        <p:nvSpPr>
          <p:cNvPr id="630" name="Google Shape;630;p41">
            <a:extLst>
              <a:ext uri="{FF2B5EF4-FFF2-40B4-BE49-F238E27FC236}">
                <a16:creationId xmlns:a16="http://schemas.microsoft.com/office/drawing/2014/main" id="{5FB7F852-A770-7742-C5CC-D55C7BCE1AE1}"/>
              </a:ext>
            </a:extLst>
          </p:cNvPr>
          <p:cNvSpPr/>
          <p:nvPr/>
        </p:nvSpPr>
        <p:spPr>
          <a:xfrm>
            <a:off x="6666919"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1" name="Google Shape;631;p41">
            <a:extLst>
              <a:ext uri="{FF2B5EF4-FFF2-40B4-BE49-F238E27FC236}">
                <a16:creationId xmlns:a16="http://schemas.microsoft.com/office/drawing/2014/main" id="{CD2656EA-91A4-3BAD-4B54-54C11FCA959E}"/>
              </a:ext>
            </a:extLst>
          </p:cNvPr>
          <p:cNvSpPr/>
          <p:nvPr/>
        </p:nvSpPr>
        <p:spPr>
          <a:xfrm>
            <a:off x="3693477"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a:extLst>
              <a:ext uri="{FF2B5EF4-FFF2-40B4-BE49-F238E27FC236}">
                <a16:creationId xmlns:a16="http://schemas.microsoft.com/office/drawing/2014/main" id="{833019C5-0D2B-8E1F-E695-C668085B92E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Current state</a:t>
            </a:r>
          </a:p>
        </p:txBody>
      </p:sp>
      <p:sp>
        <p:nvSpPr>
          <p:cNvPr id="633" name="Google Shape;633;p41">
            <a:extLst>
              <a:ext uri="{FF2B5EF4-FFF2-40B4-BE49-F238E27FC236}">
                <a16:creationId xmlns:a16="http://schemas.microsoft.com/office/drawing/2014/main" id="{7A4AC24B-AAF7-60F9-D35C-08315E393CC9}"/>
              </a:ext>
            </a:extLst>
          </p:cNvPr>
          <p:cNvSpPr txBox="1">
            <a:spLocks noGrp="1"/>
          </p:cNvSpPr>
          <p:nvPr>
            <p:ph type="subTitle" idx="1"/>
          </p:nvPr>
        </p:nvSpPr>
        <p:spPr>
          <a:xfrm>
            <a:off x="631987"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Customers want to rely on the provided output – but what if the LLM is not sure about it?</a:t>
            </a:r>
          </a:p>
        </p:txBody>
      </p:sp>
      <p:sp>
        <p:nvSpPr>
          <p:cNvPr id="634" name="Google Shape;634;p41">
            <a:extLst>
              <a:ext uri="{FF2B5EF4-FFF2-40B4-BE49-F238E27FC236}">
                <a16:creationId xmlns:a16="http://schemas.microsoft.com/office/drawing/2014/main" id="{9A8B3B29-6FB0-E9D8-6A45-CDB0BC21CC6B}"/>
              </a:ext>
            </a:extLst>
          </p:cNvPr>
          <p:cNvSpPr txBox="1">
            <a:spLocks noGrp="1"/>
          </p:cNvSpPr>
          <p:nvPr>
            <p:ph type="subTitle" idx="2"/>
          </p:nvPr>
        </p:nvSpPr>
        <p:spPr>
          <a:xfrm>
            <a:off x="3541077"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Currently scores are only internal -</a:t>
            </a:r>
            <a:r>
              <a:rPr lang="en-US" dirty="0"/>
              <a:t> the customer received a fixed confidence</a:t>
            </a:r>
            <a:endParaRPr lang="en-US" noProof="0" dirty="0"/>
          </a:p>
        </p:txBody>
      </p:sp>
      <p:sp>
        <p:nvSpPr>
          <p:cNvPr id="635" name="Google Shape;635;p41">
            <a:extLst>
              <a:ext uri="{FF2B5EF4-FFF2-40B4-BE49-F238E27FC236}">
                <a16:creationId xmlns:a16="http://schemas.microsoft.com/office/drawing/2014/main" id="{2104BB33-B3CA-7DF7-24D9-1B43564EF03B}"/>
              </a:ext>
            </a:extLst>
          </p:cNvPr>
          <p:cNvSpPr txBox="1">
            <a:spLocks noGrp="1"/>
          </p:cNvSpPr>
          <p:nvPr>
            <p:ph type="subTitle" idx="3"/>
          </p:nvPr>
        </p:nvSpPr>
        <p:spPr>
          <a:xfrm>
            <a:off x="6552294"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Various papers suggest that self-assessments are quite good – use them!</a:t>
            </a:r>
          </a:p>
        </p:txBody>
      </p:sp>
      <p:sp>
        <p:nvSpPr>
          <p:cNvPr id="636" name="Google Shape;636;p41">
            <a:extLst>
              <a:ext uri="{FF2B5EF4-FFF2-40B4-BE49-F238E27FC236}">
                <a16:creationId xmlns:a16="http://schemas.microsoft.com/office/drawing/2014/main" id="{CDB1DA9F-6EF7-9878-7307-84C1F4827713}"/>
              </a:ext>
            </a:extLst>
          </p:cNvPr>
          <p:cNvSpPr txBox="1">
            <a:spLocks noGrp="1"/>
          </p:cNvSpPr>
          <p:nvPr>
            <p:ph type="subTitle" idx="4"/>
          </p:nvPr>
        </p:nvSpPr>
        <p:spPr>
          <a:xfrm>
            <a:off x="631987" y="2828225"/>
            <a:ext cx="2175300" cy="394200"/>
          </a:xfrm>
          <a:prstGeom prst="rect">
            <a:avLst/>
          </a:prstGeom>
        </p:spPr>
        <p:txBody>
          <a:bodyPr spcFirstLastPara="1" wrap="square" lIns="91425" tIns="91425" rIns="91425" bIns="91425" anchor="b" anchorCtr="0">
            <a:noAutofit/>
          </a:bodyPr>
          <a:lstStyle/>
          <a:p>
            <a:pPr marL="0" lvl="0" indent="0"/>
            <a:r>
              <a:rPr lang="en-US" dirty="0"/>
              <a:t>The need for certainty</a:t>
            </a:r>
          </a:p>
        </p:txBody>
      </p:sp>
      <p:sp>
        <p:nvSpPr>
          <p:cNvPr id="637" name="Google Shape;637;p41">
            <a:extLst>
              <a:ext uri="{FF2B5EF4-FFF2-40B4-BE49-F238E27FC236}">
                <a16:creationId xmlns:a16="http://schemas.microsoft.com/office/drawing/2014/main" id="{EFC635F0-6D3D-1428-4683-B37BB6B0B3E6}"/>
              </a:ext>
            </a:extLst>
          </p:cNvPr>
          <p:cNvSpPr txBox="1">
            <a:spLocks noGrp="1"/>
          </p:cNvSpPr>
          <p:nvPr>
            <p:ph type="subTitle" idx="5"/>
          </p:nvPr>
        </p:nvSpPr>
        <p:spPr>
          <a:xfrm>
            <a:off x="3541074"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Current system</a:t>
            </a:r>
          </a:p>
        </p:txBody>
      </p:sp>
      <p:sp>
        <p:nvSpPr>
          <p:cNvPr id="638" name="Google Shape;638;p41">
            <a:extLst>
              <a:ext uri="{FF2B5EF4-FFF2-40B4-BE49-F238E27FC236}">
                <a16:creationId xmlns:a16="http://schemas.microsoft.com/office/drawing/2014/main" id="{979F7BDE-7ECB-7EB8-D303-E767869B9AAF}"/>
              </a:ext>
            </a:extLst>
          </p:cNvPr>
          <p:cNvSpPr txBox="1">
            <a:spLocks noGrp="1"/>
          </p:cNvSpPr>
          <p:nvPr>
            <p:ph type="subTitle" idx="6"/>
          </p:nvPr>
        </p:nvSpPr>
        <p:spPr>
          <a:xfrm>
            <a:off x="6552293" y="2828225"/>
            <a:ext cx="2406356"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Self-confidence for LLMs</a:t>
            </a:r>
          </a:p>
        </p:txBody>
      </p:sp>
      <p:sp>
        <p:nvSpPr>
          <p:cNvPr id="650" name="Google Shape;650;p41">
            <a:extLst>
              <a:ext uri="{FF2B5EF4-FFF2-40B4-BE49-F238E27FC236}">
                <a16:creationId xmlns:a16="http://schemas.microsoft.com/office/drawing/2014/main" id="{1E069A87-FCA0-0854-1851-CCB015A90427}"/>
              </a:ext>
            </a:extLst>
          </p:cNvPr>
          <p:cNvSpPr/>
          <p:nvPr/>
        </p:nvSpPr>
        <p:spPr>
          <a:xfrm>
            <a:off x="784387"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2" name="Google Shape;6761;p78">
            <a:extLst>
              <a:ext uri="{FF2B5EF4-FFF2-40B4-BE49-F238E27FC236}">
                <a16:creationId xmlns:a16="http://schemas.microsoft.com/office/drawing/2014/main" id="{9C92FD5F-5B19-54DE-6025-A4237D8EA773}"/>
              </a:ext>
            </a:extLst>
          </p:cNvPr>
          <p:cNvGrpSpPr/>
          <p:nvPr/>
        </p:nvGrpSpPr>
        <p:grpSpPr>
          <a:xfrm>
            <a:off x="860941" y="1759450"/>
            <a:ext cx="563292" cy="564716"/>
            <a:chOff x="-61784125" y="3377700"/>
            <a:chExt cx="316650" cy="317450"/>
          </a:xfrm>
          <a:solidFill>
            <a:schemeClr val="accent2"/>
          </a:solidFill>
        </p:grpSpPr>
        <p:sp>
          <p:nvSpPr>
            <p:cNvPr id="3" name="Google Shape;6762;p78">
              <a:extLst>
                <a:ext uri="{FF2B5EF4-FFF2-40B4-BE49-F238E27FC236}">
                  <a16:creationId xmlns:a16="http://schemas.microsoft.com/office/drawing/2014/main" id="{3CDFEBE9-FBD6-6802-8B56-A1B31615E820}"/>
                </a:ext>
              </a:extLst>
            </p:cNvPr>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 name="Google Shape;6763;p78">
              <a:extLst>
                <a:ext uri="{FF2B5EF4-FFF2-40B4-BE49-F238E27FC236}">
                  <a16:creationId xmlns:a16="http://schemas.microsoft.com/office/drawing/2014/main" id="{04A30FB3-915D-C50F-F6E3-507F6AFADFC6}"/>
                </a:ext>
              </a:extLst>
            </p:cNvPr>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 name="Google Shape;6764;p78">
              <a:extLst>
                <a:ext uri="{FF2B5EF4-FFF2-40B4-BE49-F238E27FC236}">
                  <a16:creationId xmlns:a16="http://schemas.microsoft.com/office/drawing/2014/main" id="{B42FB02F-2CD1-DC12-B00D-8ADCB16547E5}"/>
                </a:ext>
              </a:extLst>
            </p:cNvPr>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 name="Google Shape;6765;p78">
              <a:extLst>
                <a:ext uri="{FF2B5EF4-FFF2-40B4-BE49-F238E27FC236}">
                  <a16:creationId xmlns:a16="http://schemas.microsoft.com/office/drawing/2014/main" id="{930BBA11-E4DA-14CF-C1F2-C21F4BE77339}"/>
                </a:ext>
              </a:extLst>
            </p:cNvPr>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 name="Google Shape;6766;p78">
              <a:extLst>
                <a:ext uri="{FF2B5EF4-FFF2-40B4-BE49-F238E27FC236}">
                  <a16:creationId xmlns:a16="http://schemas.microsoft.com/office/drawing/2014/main" id="{9887903D-443C-C8E5-A36F-CC17CB6F9D6F}"/>
                </a:ext>
              </a:extLst>
            </p:cNvPr>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 name="Google Shape;6767;p78">
              <a:extLst>
                <a:ext uri="{FF2B5EF4-FFF2-40B4-BE49-F238E27FC236}">
                  <a16:creationId xmlns:a16="http://schemas.microsoft.com/office/drawing/2014/main" id="{5279BFE8-9FC4-90F1-2ADE-8CB65B313AA0}"/>
                </a:ext>
              </a:extLst>
            </p:cNvPr>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 name="Google Shape;6768;p78">
              <a:extLst>
                <a:ext uri="{FF2B5EF4-FFF2-40B4-BE49-F238E27FC236}">
                  <a16:creationId xmlns:a16="http://schemas.microsoft.com/office/drawing/2014/main" id="{6C901BCC-7F24-4BF8-30A5-CEB612FD796A}"/>
                </a:ext>
              </a:extLst>
            </p:cNvPr>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 name="Google Shape;8249;p80">
            <a:extLst>
              <a:ext uri="{FF2B5EF4-FFF2-40B4-BE49-F238E27FC236}">
                <a16:creationId xmlns:a16="http://schemas.microsoft.com/office/drawing/2014/main" id="{EB12E245-A572-D948-2C4F-F312C0964487}"/>
              </a:ext>
            </a:extLst>
          </p:cNvPr>
          <p:cNvGrpSpPr/>
          <p:nvPr/>
        </p:nvGrpSpPr>
        <p:grpSpPr>
          <a:xfrm>
            <a:off x="6750835" y="1790920"/>
            <a:ext cx="541811" cy="539913"/>
            <a:chOff x="-13947000" y="3212800"/>
            <a:chExt cx="353675" cy="352400"/>
          </a:xfrm>
          <a:solidFill>
            <a:schemeClr val="accent2"/>
          </a:solidFill>
        </p:grpSpPr>
        <p:sp>
          <p:nvSpPr>
            <p:cNvPr id="11" name="Google Shape;8250;p80">
              <a:extLst>
                <a:ext uri="{FF2B5EF4-FFF2-40B4-BE49-F238E27FC236}">
                  <a16:creationId xmlns:a16="http://schemas.microsoft.com/office/drawing/2014/main" id="{9950A8EA-3658-64B4-19C0-59D3EDB4387C}"/>
                </a:ext>
              </a:extLst>
            </p:cNvPr>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 name="Google Shape;8251;p80">
              <a:extLst>
                <a:ext uri="{FF2B5EF4-FFF2-40B4-BE49-F238E27FC236}">
                  <a16:creationId xmlns:a16="http://schemas.microsoft.com/office/drawing/2014/main" id="{E54D0E94-9258-CD19-E2DC-FF21574F8B4B}"/>
                </a:ext>
              </a:extLst>
            </p:cNvPr>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 name="Google Shape;6637;p78">
            <a:extLst>
              <a:ext uri="{FF2B5EF4-FFF2-40B4-BE49-F238E27FC236}">
                <a16:creationId xmlns:a16="http://schemas.microsoft.com/office/drawing/2014/main" id="{424E8AE4-EEF8-DEC9-711A-5616D3887EEB}"/>
              </a:ext>
            </a:extLst>
          </p:cNvPr>
          <p:cNvGrpSpPr/>
          <p:nvPr/>
        </p:nvGrpSpPr>
        <p:grpSpPr>
          <a:xfrm>
            <a:off x="3766232" y="1774159"/>
            <a:ext cx="570890" cy="548584"/>
            <a:chOff x="-62890750" y="3747425"/>
            <a:chExt cx="330825" cy="317900"/>
          </a:xfrm>
          <a:solidFill>
            <a:schemeClr val="accent2"/>
          </a:solidFill>
        </p:grpSpPr>
        <p:sp>
          <p:nvSpPr>
            <p:cNvPr id="14" name="Google Shape;6638;p78">
              <a:extLst>
                <a:ext uri="{FF2B5EF4-FFF2-40B4-BE49-F238E27FC236}">
                  <a16:creationId xmlns:a16="http://schemas.microsoft.com/office/drawing/2014/main" id="{9B01137C-0273-C6B2-C233-54F610827BF2}"/>
                </a:ext>
              </a:extLst>
            </p:cNvPr>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 name="Google Shape;6639;p78">
              <a:extLst>
                <a:ext uri="{FF2B5EF4-FFF2-40B4-BE49-F238E27FC236}">
                  <a16:creationId xmlns:a16="http://schemas.microsoft.com/office/drawing/2014/main" id="{D2088B85-6709-250B-7F9F-68C812A5C81A}"/>
                </a:ext>
              </a:extLst>
            </p:cNvPr>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 name="Google Shape;6640;p78">
              <a:extLst>
                <a:ext uri="{FF2B5EF4-FFF2-40B4-BE49-F238E27FC236}">
                  <a16:creationId xmlns:a16="http://schemas.microsoft.com/office/drawing/2014/main" id="{71817314-4DFF-830A-4123-A7748D119444}"/>
                </a:ext>
              </a:extLst>
            </p:cNvPr>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 name="Google Shape;6641;p78">
              <a:extLst>
                <a:ext uri="{FF2B5EF4-FFF2-40B4-BE49-F238E27FC236}">
                  <a16:creationId xmlns:a16="http://schemas.microsoft.com/office/drawing/2014/main" id="{ECF8B5A5-E082-8561-3771-853AA7AC220B}"/>
                </a:ext>
              </a:extLst>
            </p:cNvPr>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 name="Google Shape;6642;p78">
              <a:extLst>
                <a:ext uri="{FF2B5EF4-FFF2-40B4-BE49-F238E27FC236}">
                  <a16:creationId xmlns:a16="http://schemas.microsoft.com/office/drawing/2014/main" id="{EDE2FA5B-9D5C-27FC-554C-A4EEC9CD65E9}"/>
                </a:ext>
              </a:extLst>
            </p:cNvPr>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 name="Google Shape;6643;p78">
              <a:extLst>
                <a:ext uri="{FF2B5EF4-FFF2-40B4-BE49-F238E27FC236}">
                  <a16:creationId xmlns:a16="http://schemas.microsoft.com/office/drawing/2014/main" id="{4587D69D-76A4-15CC-C520-6770215488EE}"/>
                </a:ext>
              </a:extLst>
            </p:cNvPr>
            <p:cNvSpPr/>
            <p:nvPr/>
          </p:nvSpPr>
          <p:spPr>
            <a:xfrm>
              <a:off x="-62822180"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 name="Google Shape;6644;p78">
              <a:extLst>
                <a:ext uri="{FF2B5EF4-FFF2-40B4-BE49-F238E27FC236}">
                  <a16:creationId xmlns:a16="http://schemas.microsoft.com/office/drawing/2014/main" id="{2B6770A0-D9B5-B6DF-B196-665A36298579}"/>
                </a:ext>
              </a:extLst>
            </p:cNvPr>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 name="Google Shape;6645;p78">
              <a:extLst>
                <a:ext uri="{FF2B5EF4-FFF2-40B4-BE49-F238E27FC236}">
                  <a16:creationId xmlns:a16="http://schemas.microsoft.com/office/drawing/2014/main" id="{62042B86-12A6-81EB-B876-D02DEA9B8C56}"/>
                </a:ext>
              </a:extLst>
            </p:cNvPr>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 name="Google Shape;6646;p78">
              <a:extLst>
                <a:ext uri="{FF2B5EF4-FFF2-40B4-BE49-F238E27FC236}">
                  <a16:creationId xmlns:a16="http://schemas.microsoft.com/office/drawing/2014/main" id="{A9AD727D-E559-4274-C31D-FE4C45457AF0}"/>
                </a:ext>
              </a:extLst>
            </p:cNvPr>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 name="Google Shape;6647;p78">
              <a:extLst>
                <a:ext uri="{FF2B5EF4-FFF2-40B4-BE49-F238E27FC236}">
                  <a16:creationId xmlns:a16="http://schemas.microsoft.com/office/drawing/2014/main" id="{45E9A4C3-8A8E-BDED-A0A2-6E84FBFCB360}"/>
                </a:ext>
              </a:extLst>
            </p:cNvPr>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 name="Google Shape;6648;p78">
              <a:extLst>
                <a:ext uri="{FF2B5EF4-FFF2-40B4-BE49-F238E27FC236}">
                  <a16:creationId xmlns:a16="http://schemas.microsoft.com/office/drawing/2014/main" id="{65003F11-D541-1DF9-3475-92C57FBFC407}"/>
                </a:ext>
              </a:extLst>
            </p:cNvPr>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 name="Google Shape;6649;p78">
              <a:extLst>
                <a:ext uri="{FF2B5EF4-FFF2-40B4-BE49-F238E27FC236}">
                  <a16:creationId xmlns:a16="http://schemas.microsoft.com/office/drawing/2014/main" id="{67C9FD2C-BB61-5727-E42C-A5FA8F0D4CEA}"/>
                </a:ext>
              </a:extLst>
            </p:cNvPr>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 name="Google Shape;6650;p78">
              <a:extLst>
                <a:ext uri="{FF2B5EF4-FFF2-40B4-BE49-F238E27FC236}">
                  <a16:creationId xmlns:a16="http://schemas.microsoft.com/office/drawing/2014/main" id="{75160696-30E2-505F-464D-6698CE02BD20}"/>
                </a:ext>
              </a:extLst>
            </p:cNvPr>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 name="Google Shape;6651;p78">
              <a:extLst>
                <a:ext uri="{FF2B5EF4-FFF2-40B4-BE49-F238E27FC236}">
                  <a16:creationId xmlns:a16="http://schemas.microsoft.com/office/drawing/2014/main" id="{485DE588-DBB4-89C0-142F-265C83C91DC2}"/>
                </a:ext>
              </a:extLst>
            </p:cNvPr>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8" name="Kreuz 27">
            <a:extLst>
              <a:ext uri="{FF2B5EF4-FFF2-40B4-BE49-F238E27FC236}">
                <a16:creationId xmlns:a16="http://schemas.microsoft.com/office/drawing/2014/main" id="{5444869A-DB12-9A6F-6D9C-496C4AD4D8E0}"/>
              </a:ext>
            </a:extLst>
          </p:cNvPr>
          <p:cNvSpPr/>
          <p:nvPr/>
        </p:nvSpPr>
        <p:spPr>
          <a:xfrm>
            <a:off x="2807287" y="3138773"/>
            <a:ext cx="644023" cy="644023"/>
          </a:xfrm>
          <a:prstGeom prst="plus">
            <a:avLst>
              <a:gd name="adj" fmla="val 3313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Gleich 28">
            <a:extLst>
              <a:ext uri="{FF2B5EF4-FFF2-40B4-BE49-F238E27FC236}">
                <a16:creationId xmlns:a16="http://schemas.microsoft.com/office/drawing/2014/main" id="{00F4D650-574F-499F-4290-0CCB13DDB885}"/>
              </a:ext>
            </a:extLst>
          </p:cNvPr>
          <p:cNvSpPr/>
          <p:nvPr/>
        </p:nvSpPr>
        <p:spPr>
          <a:xfrm>
            <a:off x="5720313" y="2934730"/>
            <a:ext cx="831978" cy="106123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088941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30">
          <a:extLst>
            <a:ext uri="{FF2B5EF4-FFF2-40B4-BE49-F238E27FC236}">
              <a16:creationId xmlns:a16="http://schemas.microsoft.com/office/drawing/2014/main" id="{62E28499-CB57-11B2-C47B-6D634442BFFD}"/>
            </a:ext>
          </a:extLst>
        </p:cNvPr>
        <p:cNvGrpSpPr/>
        <p:nvPr/>
      </p:nvGrpSpPr>
      <p:grpSpPr>
        <a:xfrm>
          <a:off x="0" y="0"/>
          <a:ext cx="0" cy="0"/>
          <a:chOff x="0" y="0"/>
          <a:chExt cx="0" cy="0"/>
        </a:xfrm>
      </p:grpSpPr>
      <p:sp>
        <p:nvSpPr>
          <p:cNvPr id="531" name="Google Shape;531;p39">
            <a:extLst>
              <a:ext uri="{FF2B5EF4-FFF2-40B4-BE49-F238E27FC236}">
                <a16:creationId xmlns:a16="http://schemas.microsoft.com/office/drawing/2014/main" id="{54FF5F4B-577A-175F-F95A-03C364FF4BE5}"/>
              </a:ext>
            </a:extLst>
          </p:cNvPr>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err="1"/>
              <a:t>Blumatix</a:t>
            </a:r>
            <a:r>
              <a:rPr lang="en-US" noProof="0" dirty="0"/>
              <a:t>  x FH Salzburg</a:t>
            </a:r>
          </a:p>
        </p:txBody>
      </p:sp>
      <p:sp>
        <p:nvSpPr>
          <p:cNvPr id="532" name="Google Shape;532;p39">
            <a:extLst>
              <a:ext uri="{FF2B5EF4-FFF2-40B4-BE49-F238E27FC236}">
                <a16:creationId xmlns:a16="http://schemas.microsoft.com/office/drawing/2014/main" id="{E606E723-95AA-F277-04AB-7C858429B208}"/>
              </a:ext>
            </a:extLst>
          </p:cNvPr>
          <p:cNvSpPr txBox="1">
            <a:spLocks noGrp="1"/>
          </p:cNvSpPr>
          <p:nvPr>
            <p:ph type="subTitle" idx="1"/>
          </p:nvPr>
        </p:nvSpPr>
        <p:spPr>
          <a:xfrm>
            <a:off x="713225" y="945625"/>
            <a:ext cx="4371300"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How well are LLMs, namely the GPT-5 series, doing in rating their own output for correctness?</a:t>
            </a:r>
          </a:p>
        </p:txBody>
      </p:sp>
      <p:grpSp>
        <p:nvGrpSpPr>
          <p:cNvPr id="533" name="Google Shape;533;p39">
            <a:extLst>
              <a:ext uri="{FF2B5EF4-FFF2-40B4-BE49-F238E27FC236}">
                <a16:creationId xmlns:a16="http://schemas.microsoft.com/office/drawing/2014/main" id="{A9041FD3-74E0-5728-1E7D-9FD386DC3223}"/>
              </a:ext>
            </a:extLst>
          </p:cNvPr>
          <p:cNvGrpSpPr/>
          <p:nvPr/>
        </p:nvGrpSpPr>
        <p:grpSpPr>
          <a:xfrm>
            <a:off x="5824825" y="1527650"/>
            <a:ext cx="2854173" cy="2794752"/>
            <a:chOff x="5824825" y="1527650"/>
            <a:chExt cx="2854173" cy="2794752"/>
          </a:xfrm>
        </p:grpSpPr>
        <p:sp>
          <p:nvSpPr>
            <p:cNvPr id="534" name="Google Shape;534;p39">
              <a:extLst>
                <a:ext uri="{FF2B5EF4-FFF2-40B4-BE49-F238E27FC236}">
                  <a16:creationId xmlns:a16="http://schemas.microsoft.com/office/drawing/2014/main" id="{0BE6ADB3-32BF-480B-A3BD-6E2C9A86EA49}"/>
                </a:ext>
              </a:extLst>
            </p:cNvPr>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a:extLst>
                <a:ext uri="{FF2B5EF4-FFF2-40B4-BE49-F238E27FC236}">
                  <a16:creationId xmlns:a16="http://schemas.microsoft.com/office/drawing/2014/main" id="{1A0A8E5F-5AA0-DD82-1BAD-FA9E7760F17E}"/>
                </a:ext>
              </a:extLst>
            </p:cNvPr>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a:extLst>
                <a:ext uri="{FF2B5EF4-FFF2-40B4-BE49-F238E27FC236}">
                  <a16:creationId xmlns:a16="http://schemas.microsoft.com/office/drawing/2014/main" id="{5B14FB13-7973-065E-0A48-70A6B6A0C3FD}"/>
                </a:ext>
              </a:extLst>
            </p:cNvPr>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a:extLst>
                <a:ext uri="{FF2B5EF4-FFF2-40B4-BE49-F238E27FC236}">
                  <a16:creationId xmlns:a16="http://schemas.microsoft.com/office/drawing/2014/main" id="{123E7FDC-9105-8DBE-6233-24F6BC0ADDCF}"/>
                </a:ext>
              </a:extLst>
            </p:cNvPr>
            <p:cNvGrpSpPr/>
            <p:nvPr/>
          </p:nvGrpSpPr>
          <p:grpSpPr>
            <a:xfrm>
              <a:off x="5824825" y="1527650"/>
              <a:ext cx="2854173" cy="2794752"/>
              <a:chOff x="5824825" y="1527650"/>
              <a:chExt cx="2854173" cy="2794752"/>
            </a:xfrm>
          </p:grpSpPr>
          <p:sp>
            <p:nvSpPr>
              <p:cNvPr id="538" name="Google Shape;538;p39">
                <a:extLst>
                  <a:ext uri="{FF2B5EF4-FFF2-40B4-BE49-F238E27FC236}">
                    <a16:creationId xmlns:a16="http://schemas.microsoft.com/office/drawing/2014/main" id="{1A92C2E6-2828-5C84-3C94-61CA8C4D974D}"/>
                  </a:ext>
                </a:extLst>
              </p:cNvPr>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a:extLst>
                  <a:ext uri="{FF2B5EF4-FFF2-40B4-BE49-F238E27FC236}">
                    <a16:creationId xmlns:a16="http://schemas.microsoft.com/office/drawing/2014/main" id="{C460910E-04FA-8014-AA6F-93671BBBB764}"/>
                  </a:ext>
                </a:extLst>
              </p:cNvPr>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a:extLst>
                  <a:ext uri="{FF2B5EF4-FFF2-40B4-BE49-F238E27FC236}">
                    <a16:creationId xmlns:a16="http://schemas.microsoft.com/office/drawing/2014/main" id="{5BC5EC4E-757D-BFB0-BF3F-68044722AB91}"/>
                  </a:ext>
                </a:extLst>
              </p:cNvPr>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a:extLst>
                  <a:ext uri="{FF2B5EF4-FFF2-40B4-BE49-F238E27FC236}">
                    <a16:creationId xmlns:a16="http://schemas.microsoft.com/office/drawing/2014/main" id="{41C716EB-8AAC-A8D6-4711-5C7C3E771787}"/>
                  </a:ext>
                </a:extLst>
              </p:cNvPr>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a:extLst>
                  <a:ext uri="{FF2B5EF4-FFF2-40B4-BE49-F238E27FC236}">
                    <a16:creationId xmlns:a16="http://schemas.microsoft.com/office/drawing/2014/main" id="{F2AF9EC7-7262-3439-A8F1-A6059D8EC84E}"/>
                  </a:ext>
                </a:extLst>
              </p:cNvPr>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a:extLst>
                  <a:ext uri="{FF2B5EF4-FFF2-40B4-BE49-F238E27FC236}">
                    <a16:creationId xmlns:a16="http://schemas.microsoft.com/office/drawing/2014/main" id="{9955F192-9C59-DC50-9660-FE5F1AA23844}"/>
                  </a:ext>
                </a:extLst>
              </p:cNvPr>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a:extLst>
                  <a:ext uri="{FF2B5EF4-FFF2-40B4-BE49-F238E27FC236}">
                    <a16:creationId xmlns:a16="http://schemas.microsoft.com/office/drawing/2014/main" id="{B99FCE4A-23D2-D147-0C1B-F3F4D57B762B}"/>
                  </a:ext>
                </a:extLst>
              </p:cNvPr>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a:extLst>
                  <a:ext uri="{FF2B5EF4-FFF2-40B4-BE49-F238E27FC236}">
                    <a16:creationId xmlns:a16="http://schemas.microsoft.com/office/drawing/2014/main" id="{9031D6EA-DE90-23D6-4838-156B2F81EA18}"/>
                  </a:ext>
                </a:extLst>
              </p:cNvPr>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a:extLst>
                  <a:ext uri="{FF2B5EF4-FFF2-40B4-BE49-F238E27FC236}">
                    <a16:creationId xmlns:a16="http://schemas.microsoft.com/office/drawing/2014/main" id="{57FF297D-CF48-BE33-A07C-DEDA65DE3B40}"/>
                  </a:ext>
                </a:extLst>
              </p:cNvPr>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a:extLst>
                  <a:ext uri="{FF2B5EF4-FFF2-40B4-BE49-F238E27FC236}">
                    <a16:creationId xmlns:a16="http://schemas.microsoft.com/office/drawing/2014/main" id="{5B69105B-6AEB-7B74-4A86-35E0AD854DE6}"/>
                  </a:ext>
                </a:extLst>
              </p:cNvPr>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a:extLst>
                  <a:ext uri="{FF2B5EF4-FFF2-40B4-BE49-F238E27FC236}">
                    <a16:creationId xmlns:a16="http://schemas.microsoft.com/office/drawing/2014/main" id="{E4F00C54-F6F3-5886-B828-5A7A1AA4D958}"/>
                  </a:ext>
                </a:extLst>
              </p:cNvPr>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a:extLst>
                  <a:ext uri="{FF2B5EF4-FFF2-40B4-BE49-F238E27FC236}">
                    <a16:creationId xmlns:a16="http://schemas.microsoft.com/office/drawing/2014/main" id="{A35C8B88-8230-6628-DE8B-1E14B45E205B}"/>
                  </a:ext>
                </a:extLst>
              </p:cNvPr>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a:extLst>
                  <a:ext uri="{FF2B5EF4-FFF2-40B4-BE49-F238E27FC236}">
                    <a16:creationId xmlns:a16="http://schemas.microsoft.com/office/drawing/2014/main" id="{92489E97-AD3E-5F90-977B-B80A7117DA66}"/>
                  </a:ext>
                </a:extLst>
              </p:cNvPr>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a:extLst>
                  <a:ext uri="{FF2B5EF4-FFF2-40B4-BE49-F238E27FC236}">
                    <a16:creationId xmlns:a16="http://schemas.microsoft.com/office/drawing/2014/main" id="{36594DAD-D848-EB6E-0BD4-4F4A29CC6D7B}"/>
                  </a:ext>
                </a:extLst>
              </p:cNvPr>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a:extLst>
                  <a:ext uri="{FF2B5EF4-FFF2-40B4-BE49-F238E27FC236}">
                    <a16:creationId xmlns:a16="http://schemas.microsoft.com/office/drawing/2014/main" id="{F91FE490-A6EC-FE2E-0802-BEB3501DAC54}"/>
                  </a:ext>
                </a:extLst>
              </p:cNvPr>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a:extLst>
                  <a:ext uri="{FF2B5EF4-FFF2-40B4-BE49-F238E27FC236}">
                    <a16:creationId xmlns:a16="http://schemas.microsoft.com/office/drawing/2014/main" id="{FECFCD77-383D-9082-FADD-9681720D833C}"/>
                  </a:ext>
                </a:extLst>
              </p:cNvPr>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a:extLst>
                  <a:ext uri="{FF2B5EF4-FFF2-40B4-BE49-F238E27FC236}">
                    <a16:creationId xmlns:a16="http://schemas.microsoft.com/office/drawing/2014/main" id="{9C89F018-CD4D-38C0-0291-EFB2F6527F22}"/>
                  </a:ext>
                </a:extLst>
              </p:cNvPr>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a:extLst>
                  <a:ext uri="{FF2B5EF4-FFF2-40B4-BE49-F238E27FC236}">
                    <a16:creationId xmlns:a16="http://schemas.microsoft.com/office/drawing/2014/main" id="{403F7C0D-2B29-C5BA-61CB-A323109C6315}"/>
                  </a:ext>
                </a:extLst>
              </p:cNvPr>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a:extLst>
                  <a:ext uri="{FF2B5EF4-FFF2-40B4-BE49-F238E27FC236}">
                    <a16:creationId xmlns:a16="http://schemas.microsoft.com/office/drawing/2014/main" id="{4B409D58-A117-086A-6044-197BBB44C8CC}"/>
                  </a:ext>
                </a:extLst>
              </p:cNvPr>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a:extLst>
                  <a:ext uri="{FF2B5EF4-FFF2-40B4-BE49-F238E27FC236}">
                    <a16:creationId xmlns:a16="http://schemas.microsoft.com/office/drawing/2014/main" id="{F1F9FA3D-AF7F-CDFF-2EBC-85FDF0DB4452}"/>
                  </a:ext>
                </a:extLst>
              </p:cNvPr>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a:extLst>
                  <a:ext uri="{FF2B5EF4-FFF2-40B4-BE49-F238E27FC236}">
                    <a16:creationId xmlns:a16="http://schemas.microsoft.com/office/drawing/2014/main" id="{4763C6C4-20CE-E43F-8D2F-64CBEB792616}"/>
                  </a:ext>
                </a:extLst>
              </p:cNvPr>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a:extLst>
                  <a:ext uri="{FF2B5EF4-FFF2-40B4-BE49-F238E27FC236}">
                    <a16:creationId xmlns:a16="http://schemas.microsoft.com/office/drawing/2014/main" id="{B21F8544-FA4F-8DBB-1285-B528BA228F14}"/>
                  </a:ext>
                </a:extLst>
              </p:cNvPr>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a:extLst>
                  <a:ext uri="{FF2B5EF4-FFF2-40B4-BE49-F238E27FC236}">
                    <a16:creationId xmlns:a16="http://schemas.microsoft.com/office/drawing/2014/main" id="{A774968E-8AE1-1285-30A8-39AC40A53667}"/>
                  </a:ext>
                </a:extLst>
              </p:cNvPr>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a:extLst>
                  <a:ext uri="{FF2B5EF4-FFF2-40B4-BE49-F238E27FC236}">
                    <a16:creationId xmlns:a16="http://schemas.microsoft.com/office/drawing/2014/main" id="{5B656B85-8F5E-B9B6-203D-45A807D0BB71}"/>
                  </a:ext>
                </a:extLst>
              </p:cNvPr>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a:extLst>
                  <a:ext uri="{FF2B5EF4-FFF2-40B4-BE49-F238E27FC236}">
                    <a16:creationId xmlns:a16="http://schemas.microsoft.com/office/drawing/2014/main" id="{A742214E-D64B-D323-8576-3DCA5A665938}"/>
                  </a:ext>
                </a:extLst>
              </p:cNvPr>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a:extLst>
                  <a:ext uri="{FF2B5EF4-FFF2-40B4-BE49-F238E27FC236}">
                    <a16:creationId xmlns:a16="http://schemas.microsoft.com/office/drawing/2014/main" id="{C1B5E5C2-0148-3C59-60BD-6E3034F61C82}"/>
                  </a:ext>
                </a:extLst>
              </p:cNvPr>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a:extLst>
                  <a:ext uri="{FF2B5EF4-FFF2-40B4-BE49-F238E27FC236}">
                    <a16:creationId xmlns:a16="http://schemas.microsoft.com/office/drawing/2014/main" id="{34017341-D23F-9724-40CC-61320C987AFE}"/>
                  </a:ext>
                </a:extLst>
              </p:cNvPr>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a:extLst>
                  <a:ext uri="{FF2B5EF4-FFF2-40B4-BE49-F238E27FC236}">
                    <a16:creationId xmlns:a16="http://schemas.microsoft.com/office/drawing/2014/main" id="{D4A7CE43-A223-08FE-9260-F5322AF86E8B}"/>
                  </a:ext>
                </a:extLst>
              </p:cNvPr>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a:extLst>
                  <a:ext uri="{FF2B5EF4-FFF2-40B4-BE49-F238E27FC236}">
                    <a16:creationId xmlns:a16="http://schemas.microsoft.com/office/drawing/2014/main" id="{A3EA3895-D66C-D5CA-BA14-E3AC54FF2306}"/>
                  </a:ext>
                </a:extLst>
              </p:cNvPr>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a:extLst>
                  <a:ext uri="{FF2B5EF4-FFF2-40B4-BE49-F238E27FC236}">
                    <a16:creationId xmlns:a16="http://schemas.microsoft.com/office/drawing/2014/main" id="{93F73E75-7899-21B9-750E-70EE3FEF4227}"/>
                  </a:ext>
                </a:extLst>
              </p:cNvPr>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a:extLst>
                  <a:ext uri="{FF2B5EF4-FFF2-40B4-BE49-F238E27FC236}">
                    <a16:creationId xmlns:a16="http://schemas.microsoft.com/office/drawing/2014/main" id="{3D7718D3-A877-F213-3685-112F5DC7137A}"/>
                  </a:ext>
                </a:extLst>
              </p:cNvPr>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a:extLst>
                  <a:ext uri="{FF2B5EF4-FFF2-40B4-BE49-F238E27FC236}">
                    <a16:creationId xmlns:a16="http://schemas.microsoft.com/office/drawing/2014/main" id="{31C74094-8722-B376-76CC-0A44080BA6ED}"/>
                  </a:ext>
                </a:extLst>
              </p:cNvPr>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a:extLst>
                  <a:ext uri="{FF2B5EF4-FFF2-40B4-BE49-F238E27FC236}">
                    <a16:creationId xmlns:a16="http://schemas.microsoft.com/office/drawing/2014/main" id="{D4D76355-A51D-1B9F-3F85-89739521744C}"/>
                  </a:ext>
                </a:extLst>
              </p:cNvPr>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a:extLst>
                  <a:ext uri="{FF2B5EF4-FFF2-40B4-BE49-F238E27FC236}">
                    <a16:creationId xmlns:a16="http://schemas.microsoft.com/office/drawing/2014/main" id="{F30835AF-4243-DEE1-8ADA-6298D4934798}"/>
                  </a:ext>
                </a:extLst>
              </p:cNvPr>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a:extLst>
                  <a:ext uri="{FF2B5EF4-FFF2-40B4-BE49-F238E27FC236}">
                    <a16:creationId xmlns:a16="http://schemas.microsoft.com/office/drawing/2014/main" id="{8117A8F9-716B-9C65-7332-C22B47D50CC1}"/>
                  </a:ext>
                </a:extLst>
              </p:cNvPr>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a:extLst>
                  <a:ext uri="{FF2B5EF4-FFF2-40B4-BE49-F238E27FC236}">
                    <a16:creationId xmlns:a16="http://schemas.microsoft.com/office/drawing/2014/main" id="{BB21EC1C-A793-0D85-0B4D-08ACA23157CF}"/>
                  </a:ext>
                </a:extLst>
              </p:cNvPr>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a:extLst>
                  <a:ext uri="{FF2B5EF4-FFF2-40B4-BE49-F238E27FC236}">
                    <a16:creationId xmlns:a16="http://schemas.microsoft.com/office/drawing/2014/main" id="{6299C948-DF83-6765-95CF-C6A4F2FD4282}"/>
                  </a:ext>
                </a:extLst>
              </p:cNvPr>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a:extLst>
                  <a:ext uri="{FF2B5EF4-FFF2-40B4-BE49-F238E27FC236}">
                    <a16:creationId xmlns:a16="http://schemas.microsoft.com/office/drawing/2014/main" id="{AC80CBB3-A6FB-C671-41E3-1F31EA812651}"/>
                  </a:ext>
                </a:extLst>
              </p:cNvPr>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a:extLst>
                  <a:ext uri="{FF2B5EF4-FFF2-40B4-BE49-F238E27FC236}">
                    <a16:creationId xmlns:a16="http://schemas.microsoft.com/office/drawing/2014/main" id="{FC82ABD2-FAFF-87F1-6BAD-0EC853210F5E}"/>
                  </a:ext>
                </a:extLst>
              </p:cNvPr>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a:extLst>
                  <a:ext uri="{FF2B5EF4-FFF2-40B4-BE49-F238E27FC236}">
                    <a16:creationId xmlns:a16="http://schemas.microsoft.com/office/drawing/2014/main" id="{82D3D2A4-A809-84EA-B2F8-C3942DE0856D}"/>
                  </a:ext>
                </a:extLst>
              </p:cNvPr>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a:extLst>
                  <a:ext uri="{FF2B5EF4-FFF2-40B4-BE49-F238E27FC236}">
                    <a16:creationId xmlns:a16="http://schemas.microsoft.com/office/drawing/2014/main" id="{B4784186-E900-3BFD-38D5-D323B8AFAD16}"/>
                  </a:ext>
                </a:extLst>
              </p:cNvPr>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a:extLst>
                  <a:ext uri="{FF2B5EF4-FFF2-40B4-BE49-F238E27FC236}">
                    <a16:creationId xmlns:a16="http://schemas.microsoft.com/office/drawing/2014/main" id="{625A7E61-8534-2E05-7917-AC3F4ED70319}"/>
                  </a:ext>
                </a:extLst>
              </p:cNvPr>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a:extLst>
                  <a:ext uri="{FF2B5EF4-FFF2-40B4-BE49-F238E27FC236}">
                    <a16:creationId xmlns:a16="http://schemas.microsoft.com/office/drawing/2014/main" id="{01ABB2D7-AD85-4E3A-B972-804B3397B6EA}"/>
                  </a:ext>
                </a:extLst>
              </p:cNvPr>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a:extLst>
                  <a:ext uri="{FF2B5EF4-FFF2-40B4-BE49-F238E27FC236}">
                    <a16:creationId xmlns:a16="http://schemas.microsoft.com/office/drawing/2014/main" id="{71A80730-8E0E-B273-585D-114910FCAA4F}"/>
                  </a:ext>
                </a:extLst>
              </p:cNvPr>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a:extLst>
                  <a:ext uri="{FF2B5EF4-FFF2-40B4-BE49-F238E27FC236}">
                    <a16:creationId xmlns:a16="http://schemas.microsoft.com/office/drawing/2014/main" id="{1BE9D6AC-C44C-EA5C-86C7-211FF52761D7}"/>
                  </a:ext>
                </a:extLst>
              </p:cNvPr>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a:extLst>
                  <a:ext uri="{FF2B5EF4-FFF2-40B4-BE49-F238E27FC236}">
                    <a16:creationId xmlns:a16="http://schemas.microsoft.com/office/drawing/2014/main" id="{B399214F-5095-A4CF-AE14-9AEB742ECA23}"/>
                  </a:ext>
                </a:extLst>
              </p:cNvPr>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a:extLst>
                  <a:ext uri="{FF2B5EF4-FFF2-40B4-BE49-F238E27FC236}">
                    <a16:creationId xmlns:a16="http://schemas.microsoft.com/office/drawing/2014/main" id="{1327CDC7-0C57-10C2-F769-4D93BC77E6EC}"/>
                  </a:ext>
                </a:extLst>
              </p:cNvPr>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a:extLst>
                  <a:ext uri="{FF2B5EF4-FFF2-40B4-BE49-F238E27FC236}">
                    <a16:creationId xmlns:a16="http://schemas.microsoft.com/office/drawing/2014/main" id="{09F74F12-1031-33DE-9960-F6760823D2DA}"/>
                  </a:ext>
                </a:extLst>
              </p:cNvPr>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a:extLst>
                  <a:ext uri="{FF2B5EF4-FFF2-40B4-BE49-F238E27FC236}">
                    <a16:creationId xmlns:a16="http://schemas.microsoft.com/office/drawing/2014/main" id="{45C2F882-0BCD-363B-2C29-7FC17C8F5B47}"/>
                  </a:ext>
                </a:extLst>
              </p:cNvPr>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a:extLst>
                  <a:ext uri="{FF2B5EF4-FFF2-40B4-BE49-F238E27FC236}">
                    <a16:creationId xmlns:a16="http://schemas.microsoft.com/office/drawing/2014/main" id="{14485F47-1D3D-6E21-476D-7FF6CD9FEFFF}"/>
                  </a:ext>
                </a:extLst>
              </p:cNvPr>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a:extLst>
                  <a:ext uri="{FF2B5EF4-FFF2-40B4-BE49-F238E27FC236}">
                    <a16:creationId xmlns:a16="http://schemas.microsoft.com/office/drawing/2014/main" id="{EF2BD70D-E376-EF1E-3680-EEFDF67496CB}"/>
                  </a:ext>
                </a:extLst>
              </p:cNvPr>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a:extLst>
                  <a:ext uri="{FF2B5EF4-FFF2-40B4-BE49-F238E27FC236}">
                    <a16:creationId xmlns:a16="http://schemas.microsoft.com/office/drawing/2014/main" id="{4CD94386-224A-B884-D153-CFB2A5766ED7}"/>
                  </a:ext>
                </a:extLst>
              </p:cNvPr>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a:extLst>
                  <a:ext uri="{FF2B5EF4-FFF2-40B4-BE49-F238E27FC236}">
                    <a16:creationId xmlns:a16="http://schemas.microsoft.com/office/drawing/2014/main" id="{94BAEAE4-AB47-D3D5-32F1-6AEF7B56F7D0}"/>
                  </a:ext>
                </a:extLst>
              </p:cNvPr>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a:extLst>
                  <a:ext uri="{FF2B5EF4-FFF2-40B4-BE49-F238E27FC236}">
                    <a16:creationId xmlns:a16="http://schemas.microsoft.com/office/drawing/2014/main" id="{AA076AD8-3695-18A3-056C-7B41424510CE}"/>
                  </a:ext>
                </a:extLst>
              </p:cNvPr>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a:extLst>
                  <a:ext uri="{FF2B5EF4-FFF2-40B4-BE49-F238E27FC236}">
                    <a16:creationId xmlns:a16="http://schemas.microsoft.com/office/drawing/2014/main" id="{3C2B34BA-B6B5-DA69-A348-46ED2CB47536}"/>
                  </a:ext>
                </a:extLst>
              </p:cNvPr>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a:extLst>
                  <a:ext uri="{FF2B5EF4-FFF2-40B4-BE49-F238E27FC236}">
                    <a16:creationId xmlns:a16="http://schemas.microsoft.com/office/drawing/2014/main" id="{E5FE699D-9207-6E31-7989-6DCF71501181}"/>
                  </a:ext>
                </a:extLst>
              </p:cNvPr>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a:extLst>
                  <a:ext uri="{FF2B5EF4-FFF2-40B4-BE49-F238E27FC236}">
                    <a16:creationId xmlns:a16="http://schemas.microsoft.com/office/drawing/2014/main" id="{A1EB5EFA-4718-E031-6088-9D9156D6A995}"/>
                  </a:ext>
                </a:extLst>
              </p:cNvPr>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a:extLst>
                  <a:ext uri="{FF2B5EF4-FFF2-40B4-BE49-F238E27FC236}">
                    <a16:creationId xmlns:a16="http://schemas.microsoft.com/office/drawing/2014/main" id="{F8D0F3BB-81F3-093F-B575-6C89D620C439}"/>
                  </a:ext>
                </a:extLst>
              </p:cNvPr>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a:extLst>
                  <a:ext uri="{FF2B5EF4-FFF2-40B4-BE49-F238E27FC236}">
                    <a16:creationId xmlns:a16="http://schemas.microsoft.com/office/drawing/2014/main" id="{F5C8141F-B36C-D7C1-E8C8-43EE0FAB4E37}"/>
                  </a:ext>
                </a:extLst>
              </p:cNvPr>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a:extLst>
                  <a:ext uri="{FF2B5EF4-FFF2-40B4-BE49-F238E27FC236}">
                    <a16:creationId xmlns:a16="http://schemas.microsoft.com/office/drawing/2014/main" id="{93D408B6-D5D6-4D82-B980-03DEA62EAB77}"/>
                  </a:ext>
                </a:extLst>
              </p:cNvPr>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120399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F0515B5D-F3F1-01E7-4D83-F0ABFE98E3FF}"/>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2602DE02-9492-C7D8-12C8-9276297E6ECD}"/>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Proposal</a:t>
            </a:r>
          </a:p>
        </p:txBody>
      </p:sp>
      <p:sp>
        <p:nvSpPr>
          <p:cNvPr id="467" name="Google Shape;467;p36">
            <a:extLst>
              <a:ext uri="{FF2B5EF4-FFF2-40B4-BE49-F238E27FC236}">
                <a16:creationId xmlns:a16="http://schemas.microsoft.com/office/drawing/2014/main" id="{FC9BA5D0-ECC4-0E28-A1CB-0F07390986CF}"/>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Think Chatty – THINK!</a:t>
            </a:r>
          </a:p>
        </p:txBody>
      </p:sp>
      <p:sp>
        <p:nvSpPr>
          <p:cNvPr id="468" name="Google Shape;468;p36">
            <a:extLst>
              <a:ext uri="{FF2B5EF4-FFF2-40B4-BE49-F238E27FC236}">
                <a16:creationId xmlns:a16="http://schemas.microsoft.com/office/drawing/2014/main" id="{74C70AD1-5AD2-A346-4332-079A400BC390}"/>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02</a:t>
            </a:r>
          </a:p>
        </p:txBody>
      </p:sp>
      <p:grpSp>
        <p:nvGrpSpPr>
          <p:cNvPr id="469" name="Google Shape;469;p36">
            <a:extLst>
              <a:ext uri="{FF2B5EF4-FFF2-40B4-BE49-F238E27FC236}">
                <a16:creationId xmlns:a16="http://schemas.microsoft.com/office/drawing/2014/main" id="{95B93396-A997-D5FB-3282-19BB9275D7CA}"/>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26A94D2E-6284-DA95-02AE-D3190E347662}"/>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D418CA93-6159-FD7C-A6BE-7180DF9F0E66}"/>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2820F991-F9DC-527D-00F7-1276EB38DC19}"/>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3C208F44-B8F0-CF50-85EB-9A2C17010C49}"/>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DB567AE8-801A-2D91-B222-77AE694E85ED}"/>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F92F89A2-658C-EB57-43CD-5B0FB2E231EB}"/>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E513097F-2065-E17B-5582-BC038CF67381}"/>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8F0A792B-95F1-B39C-A2F1-EAE5F3A4F793}"/>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5572C135-60AA-78C1-CD2A-E4999316A1B7}"/>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BC2588DE-2C4E-3660-3610-AED9D0082349}"/>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A2752A47-8374-65DA-21EB-DB38C4E80CBB}"/>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382DD868-A304-4001-C729-76624B4547E0}"/>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10F46648-1654-CDF2-6FD3-16F607FC0AB0}"/>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BCB0AF4A-51A3-1CC1-935D-1F3B37EC30C8}"/>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A1BFDBAB-3AA4-5040-3791-1494B5D00B08}"/>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4C155FD6-DAF2-8B49-8946-10066EFE6B52}"/>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3C63B907-1B0D-D3C1-37C2-7563EC487012}"/>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815949FF-14CE-51B5-CD7F-6DCADC11477B}"/>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A668D9CC-6144-30B3-68BB-C94E7F3512B0}"/>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E550A819-9BC0-DBF2-D7F5-5EFC8845424A}"/>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DFB508E0-1B26-24C2-3E80-BF12C0F49B17}"/>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CA12CE20-26B9-384D-C841-0A5C428CC76C}"/>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4935C6B6-33F3-6EAF-9D6B-E25D452F64FF}"/>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868C3C8E-5E7E-F832-634F-64E2D6D79C63}"/>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9E2C5076-4D26-C5A8-6747-9AE7EECF2298}"/>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7F0F8E5A-4982-8DDA-2261-8B42E0266919}"/>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1DB816F2-F035-3D9B-8ECE-E91E56F74E14}"/>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0657DA08-3342-8AB8-B903-53F529BC3CE1}"/>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ABF2DC0D-20E7-2D0A-D63C-681F70283A8D}"/>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1BC5A868-901D-6D96-0C9D-812CEBAD5BC9}"/>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636DDDC7-57AA-D4C9-F1E1-E8A330D8E480}"/>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A98202EA-781B-9E35-13C9-59FC4407C513}"/>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8933BB95-8C07-E78A-5731-0D039E57C0B3}"/>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353E1918-D99F-B6D0-DB31-C01D314C772F}"/>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pic>
        <p:nvPicPr>
          <p:cNvPr id="5" name="Grafik 4" descr="Ein Bild, das Clipart, Text, Poster, Grafikdesign enthält.&#10;&#10;KI-generierte Inhalte können fehlerhaft sein.">
            <a:extLst>
              <a:ext uri="{FF2B5EF4-FFF2-40B4-BE49-F238E27FC236}">
                <a16:creationId xmlns:a16="http://schemas.microsoft.com/office/drawing/2014/main" id="{9F65EF2A-0AD7-C0D2-A308-79513F5B7527}"/>
              </a:ext>
            </a:extLst>
          </p:cNvPr>
          <p:cNvPicPr>
            <a:picLocks noChangeAspect="1"/>
          </p:cNvPicPr>
          <p:nvPr/>
        </p:nvPicPr>
        <p:blipFill>
          <a:blip r:embed="rId3"/>
          <a:stretch>
            <a:fillRect/>
          </a:stretch>
        </p:blipFill>
        <p:spPr>
          <a:xfrm>
            <a:off x="3104655" y="3280753"/>
            <a:ext cx="2302734" cy="2302734"/>
          </a:xfrm>
          <a:prstGeom prst="rect">
            <a:avLst/>
          </a:prstGeom>
        </p:spPr>
      </p:pic>
    </p:spTree>
    <p:extLst>
      <p:ext uri="{BB962C8B-B14F-4D97-AF65-F5344CB8AC3E}">
        <p14:creationId xmlns:p14="http://schemas.microsoft.com/office/powerpoint/2010/main" val="10147972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28">
          <a:extLst>
            <a:ext uri="{FF2B5EF4-FFF2-40B4-BE49-F238E27FC236}">
              <a16:creationId xmlns:a16="http://schemas.microsoft.com/office/drawing/2014/main" id="{ABD7DAFC-32F9-5285-D97E-979317916A5B}"/>
            </a:ext>
          </a:extLst>
        </p:cNvPr>
        <p:cNvGrpSpPr/>
        <p:nvPr/>
      </p:nvGrpSpPr>
      <p:grpSpPr>
        <a:xfrm>
          <a:off x="0" y="0"/>
          <a:ext cx="0" cy="0"/>
          <a:chOff x="0" y="0"/>
          <a:chExt cx="0" cy="0"/>
        </a:xfrm>
      </p:grpSpPr>
      <p:sp>
        <p:nvSpPr>
          <p:cNvPr id="929" name="Google Shape;929;p51">
            <a:extLst>
              <a:ext uri="{FF2B5EF4-FFF2-40B4-BE49-F238E27FC236}">
                <a16:creationId xmlns:a16="http://schemas.microsoft.com/office/drawing/2014/main" id="{F9FA8738-D9FF-D7C3-3FAA-C30A9468A56F}"/>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Self-Certainty through Chain-of-Thought (</a:t>
            </a:r>
            <a:r>
              <a:rPr lang="en-US" noProof="0" dirty="0" err="1"/>
              <a:t>CoT</a:t>
            </a:r>
            <a:r>
              <a:rPr lang="en-US" noProof="0" dirty="0"/>
              <a:t>) reasoning</a:t>
            </a:r>
          </a:p>
        </p:txBody>
      </p:sp>
      <p:sp>
        <p:nvSpPr>
          <p:cNvPr id="930" name="Google Shape;930;p51">
            <a:extLst>
              <a:ext uri="{FF2B5EF4-FFF2-40B4-BE49-F238E27FC236}">
                <a16:creationId xmlns:a16="http://schemas.microsoft.com/office/drawing/2014/main" id="{5B7DB628-6070-8CF1-6A70-DDBCA7D224C7}"/>
              </a:ext>
            </a:extLst>
          </p:cNvPr>
          <p:cNvSpPr/>
          <p:nvPr/>
        </p:nvSpPr>
        <p:spPr>
          <a:xfrm>
            <a:off x="720000" y="2557675"/>
            <a:ext cx="1489200" cy="873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err="1">
                <a:solidFill>
                  <a:schemeClr val="accent5"/>
                </a:solidFill>
                <a:latin typeface="Sora"/>
                <a:ea typeface="Sora"/>
                <a:cs typeface="Sora"/>
                <a:sym typeface="Sora"/>
              </a:rPr>
              <a:t>CoT</a:t>
            </a:r>
            <a:endParaRPr lang="en-US" sz="2000" b="1" noProof="0" dirty="0">
              <a:solidFill>
                <a:schemeClr val="accent5"/>
              </a:solidFill>
              <a:latin typeface="Sora"/>
              <a:ea typeface="Sora"/>
              <a:cs typeface="Sora"/>
              <a:sym typeface="Sora"/>
            </a:endParaRPr>
          </a:p>
        </p:txBody>
      </p:sp>
      <p:sp>
        <p:nvSpPr>
          <p:cNvPr id="931" name="Google Shape;931;p51">
            <a:extLst>
              <a:ext uri="{FF2B5EF4-FFF2-40B4-BE49-F238E27FC236}">
                <a16:creationId xmlns:a16="http://schemas.microsoft.com/office/drawing/2014/main" id="{D298A56E-DB3C-5908-BDA7-E4D3817A2FBF}"/>
              </a:ext>
            </a:extLst>
          </p:cNvPr>
          <p:cNvSpPr/>
          <p:nvPr/>
        </p:nvSpPr>
        <p:spPr>
          <a:xfrm>
            <a:off x="4837600" y="2705575"/>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dirty="0">
                <a:solidFill>
                  <a:schemeClr val="dk1"/>
                </a:solidFill>
                <a:latin typeface="Lato"/>
                <a:ea typeface="Lato"/>
                <a:cs typeface="Lato"/>
                <a:sym typeface="Lato"/>
              </a:rPr>
              <a:t>Yoon et al. (2025) state that these reasoning models are better at estimating their answer’s confidence score</a:t>
            </a:r>
            <a:endParaRPr lang="en-US" noProof="0" dirty="0">
              <a:solidFill>
                <a:schemeClr val="dk1"/>
              </a:solidFill>
              <a:latin typeface="Lato"/>
              <a:ea typeface="Lato"/>
              <a:cs typeface="Lato"/>
              <a:sym typeface="Lato"/>
            </a:endParaRPr>
          </a:p>
        </p:txBody>
      </p:sp>
      <p:sp>
        <p:nvSpPr>
          <p:cNvPr id="932" name="Google Shape;932;p51">
            <a:extLst>
              <a:ext uri="{FF2B5EF4-FFF2-40B4-BE49-F238E27FC236}">
                <a16:creationId xmlns:a16="http://schemas.microsoft.com/office/drawing/2014/main" id="{C0F6FA1B-C478-B85B-1D44-26207FF1731F}"/>
              </a:ext>
            </a:extLst>
          </p:cNvPr>
          <p:cNvSpPr/>
          <p:nvPr/>
        </p:nvSpPr>
        <p:spPr>
          <a:xfrm>
            <a:off x="4837600" y="158145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Newer LLMs have built in thinking modes, breaking down complex problems and exploring thoughts like a human would</a:t>
            </a:r>
          </a:p>
        </p:txBody>
      </p:sp>
      <p:sp>
        <p:nvSpPr>
          <p:cNvPr id="933" name="Google Shape;933;p51">
            <a:extLst>
              <a:ext uri="{FF2B5EF4-FFF2-40B4-BE49-F238E27FC236}">
                <a16:creationId xmlns:a16="http://schemas.microsoft.com/office/drawing/2014/main" id="{67086243-3F96-F001-3E88-BE98F1F1409C}"/>
              </a:ext>
            </a:extLst>
          </p:cNvPr>
          <p:cNvSpPr/>
          <p:nvPr/>
        </p:nvSpPr>
        <p:spPr>
          <a:xfrm>
            <a:off x="4837600" y="382970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However, more reasoning = more tokens = higher cost, is it worth it?</a:t>
            </a:r>
          </a:p>
        </p:txBody>
      </p:sp>
      <p:cxnSp>
        <p:nvCxnSpPr>
          <p:cNvPr id="934" name="Google Shape;934;p51">
            <a:extLst>
              <a:ext uri="{FF2B5EF4-FFF2-40B4-BE49-F238E27FC236}">
                <a16:creationId xmlns:a16="http://schemas.microsoft.com/office/drawing/2014/main" id="{E5025BAF-ACAF-6668-7DFF-37EC2ABC8158}"/>
              </a:ext>
            </a:extLst>
          </p:cNvPr>
          <p:cNvCxnSpPr>
            <a:stCxn id="930" idx="3"/>
            <a:endCxn id="935" idx="1"/>
          </p:cNvCxnSpPr>
          <p:nvPr/>
        </p:nvCxnSpPr>
        <p:spPr>
          <a:xfrm rot="10800000" flipH="1">
            <a:off x="2209200" y="18678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6" name="Google Shape;936;p51">
            <a:extLst>
              <a:ext uri="{FF2B5EF4-FFF2-40B4-BE49-F238E27FC236}">
                <a16:creationId xmlns:a16="http://schemas.microsoft.com/office/drawing/2014/main" id="{09D8C9CA-D2F9-1D39-AF58-6D6974A88BB9}"/>
              </a:ext>
            </a:extLst>
          </p:cNvPr>
          <p:cNvCxnSpPr>
            <a:stCxn id="930" idx="3"/>
            <a:endCxn id="937" idx="1"/>
          </p:cNvCxnSpPr>
          <p:nvPr/>
        </p:nvCxnSpPr>
        <p:spPr>
          <a:xfrm>
            <a:off x="2209200" y="2994325"/>
            <a:ext cx="686400" cy="6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8" name="Google Shape;938;p51">
            <a:extLst>
              <a:ext uri="{FF2B5EF4-FFF2-40B4-BE49-F238E27FC236}">
                <a16:creationId xmlns:a16="http://schemas.microsoft.com/office/drawing/2014/main" id="{F7D92C46-31F1-51DA-E601-73A151C4E194}"/>
              </a:ext>
            </a:extLst>
          </p:cNvPr>
          <p:cNvCxnSpPr>
            <a:stCxn id="930" idx="3"/>
            <a:endCxn id="939" idx="1"/>
          </p:cNvCxnSpPr>
          <p:nvPr/>
        </p:nvCxnSpPr>
        <p:spPr>
          <a:xfrm>
            <a:off x="2209200" y="29943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sp>
        <p:nvSpPr>
          <p:cNvPr id="935" name="Google Shape;935;p51">
            <a:extLst>
              <a:ext uri="{FF2B5EF4-FFF2-40B4-BE49-F238E27FC236}">
                <a16:creationId xmlns:a16="http://schemas.microsoft.com/office/drawing/2014/main" id="{C38D13D1-E3E2-8CF2-AD43-7122D1C8A92E}"/>
              </a:ext>
            </a:extLst>
          </p:cNvPr>
          <p:cNvSpPr txBox="1"/>
          <p:nvPr/>
        </p:nvSpPr>
        <p:spPr>
          <a:xfrm>
            <a:off x="2895725" y="1581450"/>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Reasoning Models</a:t>
            </a:r>
          </a:p>
        </p:txBody>
      </p:sp>
      <p:sp>
        <p:nvSpPr>
          <p:cNvPr id="937" name="Google Shape;937;p51">
            <a:extLst>
              <a:ext uri="{FF2B5EF4-FFF2-40B4-BE49-F238E27FC236}">
                <a16:creationId xmlns:a16="http://schemas.microsoft.com/office/drawing/2014/main" id="{0B9C76C3-66B0-C091-FF94-5A4FB07AFFEF}"/>
              </a:ext>
            </a:extLst>
          </p:cNvPr>
          <p:cNvSpPr txBox="1"/>
          <p:nvPr/>
        </p:nvSpPr>
        <p:spPr>
          <a:xfrm>
            <a:off x="2895725" y="2707978"/>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600" b="1" noProof="0" dirty="0">
                <a:solidFill>
                  <a:schemeClr val="accent5"/>
                </a:solidFill>
                <a:latin typeface="Sora"/>
                <a:ea typeface="Sora"/>
                <a:cs typeface="Sora"/>
                <a:sym typeface="Sora"/>
              </a:rPr>
              <a:t>Reasoning = Confidence</a:t>
            </a:r>
          </a:p>
        </p:txBody>
      </p:sp>
      <p:sp>
        <p:nvSpPr>
          <p:cNvPr id="939" name="Google Shape;939;p51">
            <a:extLst>
              <a:ext uri="{FF2B5EF4-FFF2-40B4-BE49-F238E27FC236}">
                <a16:creationId xmlns:a16="http://schemas.microsoft.com/office/drawing/2014/main" id="{5ABA9220-4578-C3E6-7325-F85056D0906E}"/>
              </a:ext>
            </a:extLst>
          </p:cNvPr>
          <p:cNvSpPr txBox="1"/>
          <p:nvPr/>
        </p:nvSpPr>
        <p:spPr>
          <a:xfrm>
            <a:off x="2895725" y="3834475"/>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600" b="1" noProof="0" dirty="0">
                <a:solidFill>
                  <a:schemeClr val="accent5"/>
                </a:solidFill>
                <a:latin typeface="Sora"/>
                <a:ea typeface="Sora"/>
                <a:cs typeface="Sora"/>
                <a:sym typeface="Sora"/>
              </a:rPr>
              <a:t>Reasoning = Cost</a:t>
            </a:r>
          </a:p>
        </p:txBody>
      </p:sp>
    </p:spTree>
    <p:extLst>
      <p:ext uri="{BB962C8B-B14F-4D97-AF65-F5344CB8AC3E}">
        <p14:creationId xmlns:p14="http://schemas.microsoft.com/office/powerpoint/2010/main" val="12509912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3">
          <a:extLst>
            <a:ext uri="{FF2B5EF4-FFF2-40B4-BE49-F238E27FC236}">
              <a16:creationId xmlns:a16="http://schemas.microsoft.com/office/drawing/2014/main" id="{E2FDC505-B641-8CEE-9777-E1D13E51A25F}"/>
            </a:ext>
          </a:extLst>
        </p:cNvPr>
        <p:cNvGrpSpPr/>
        <p:nvPr/>
      </p:nvGrpSpPr>
      <p:grpSpPr>
        <a:xfrm>
          <a:off x="0" y="0"/>
          <a:ext cx="0" cy="0"/>
          <a:chOff x="0" y="0"/>
          <a:chExt cx="0" cy="0"/>
        </a:xfrm>
      </p:grpSpPr>
      <p:sp>
        <p:nvSpPr>
          <p:cNvPr id="524" name="Google Shape;524;p38">
            <a:extLst>
              <a:ext uri="{FF2B5EF4-FFF2-40B4-BE49-F238E27FC236}">
                <a16:creationId xmlns:a16="http://schemas.microsoft.com/office/drawing/2014/main" id="{A466ACE0-BFC4-C28B-9629-939225BC103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Ideas</a:t>
            </a:r>
          </a:p>
        </p:txBody>
      </p:sp>
      <p:sp>
        <p:nvSpPr>
          <p:cNvPr id="525" name="Google Shape;525;p38">
            <a:extLst>
              <a:ext uri="{FF2B5EF4-FFF2-40B4-BE49-F238E27FC236}">
                <a16:creationId xmlns:a16="http://schemas.microsoft.com/office/drawing/2014/main" id="{ACFBD68E-4889-5558-4C95-76A9B4891A03}"/>
              </a:ext>
            </a:extLst>
          </p:cNvPr>
          <p:cNvSpPr txBox="1">
            <a:spLocks noGrp="1"/>
          </p:cNvSpPr>
          <p:nvPr>
            <p:ph type="subTitle" idx="1"/>
          </p:nvPr>
        </p:nvSpPr>
        <p:spPr>
          <a:xfrm>
            <a:off x="4827974" y="1934855"/>
            <a:ext cx="3318600" cy="1921500"/>
          </a:xfrm>
          <a:prstGeom prst="rect">
            <a:avLst/>
          </a:prstGeom>
        </p:spPr>
        <p:txBody>
          <a:bodyPr spcFirstLastPara="1" wrap="square" lIns="91425" tIns="91425" rIns="91425" bIns="91425" anchor="t" anchorCtr="0">
            <a:noAutofit/>
          </a:bodyPr>
          <a:lstStyle/>
          <a:p>
            <a:pPr marL="0" lvl="0" indent="0"/>
            <a:r>
              <a:rPr lang="en-US" sz="1600" b="1" dirty="0"/>
              <a:t>Token probability observation</a:t>
            </a:r>
          </a:p>
          <a:p>
            <a:pPr marL="285750" lvl="0" indent="-285750">
              <a:buFont typeface="Arial" panose="020B0604020202020204" pitchFamily="34" charset="0"/>
              <a:buChar char="•"/>
            </a:pPr>
            <a:r>
              <a:rPr lang="en-US" noProof="0" dirty="0"/>
              <a:t>How likely is the next token?</a:t>
            </a:r>
            <a:endParaRPr lang="en-US" dirty="0"/>
          </a:p>
          <a:p>
            <a:pPr marL="285750" lvl="0" indent="-285750">
              <a:buFont typeface="Arial" panose="020B0604020202020204" pitchFamily="34" charset="0"/>
              <a:buChar char="•"/>
            </a:pPr>
            <a:r>
              <a:rPr lang="en-US" dirty="0"/>
              <a:t>Inspect token probability to find reasoning inconsistencies (causes of errors)</a:t>
            </a:r>
            <a:endParaRPr lang="en-US" noProof="0" dirty="0"/>
          </a:p>
          <a:p>
            <a:pPr marL="285750" lvl="0" indent="-285750">
              <a:buFont typeface="Arial" panose="020B0604020202020204" pitchFamily="34" charset="0"/>
              <a:buChar char="•"/>
            </a:pPr>
            <a:r>
              <a:rPr lang="en-US" b="1" noProof="0" dirty="0"/>
              <a:t>Disclaimer: </a:t>
            </a:r>
            <a:r>
              <a:rPr lang="en-US" noProof="0" dirty="0"/>
              <a:t>Due to API restrictions this was found to be (currently) impossible</a:t>
            </a:r>
          </a:p>
        </p:txBody>
      </p:sp>
      <p:sp>
        <p:nvSpPr>
          <p:cNvPr id="526" name="Google Shape;526;p38">
            <a:extLst>
              <a:ext uri="{FF2B5EF4-FFF2-40B4-BE49-F238E27FC236}">
                <a16:creationId xmlns:a16="http://schemas.microsoft.com/office/drawing/2014/main" id="{8F31825C-D4F1-469E-2969-8B6FBBCE2F56}"/>
              </a:ext>
            </a:extLst>
          </p:cNvPr>
          <p:cNvSpPr txBox="1">
            <a:spLocks noGrp="1"/>
          </p:cNvSpPr>
          <p:nvPr>
            <p:ph type="subTitle" idx="2"/>
          </p:nvPr>
        </p:nvSpPr>
        <p:spPr>
          <a:xfrm>
            <a:off x="997425" y="1934855"/>
            <a:ext cx="3318600" cy="19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600" b="1" noProof="0" dirty="0"/>
              <a:t>Weighted majority voting</a:t>
            </a:r>
          </a:p>
          <a:p>
            <a:pPr marL="285750" lvl="0" indent="-285750" algn="l" rtl="0">
              <a:spcBef>
                <a:spcPts val="0"/>
              </a:spcBef>
              <a:spcAft>
                <a:spcPts val="0"/>
              </a:spcAft>
              <a:buFont typeface="Arial" panose="020B0604020202020204" pitchFamily="34" charset="0"/>
              <a:buChar char="•"/>
            </a:pPr>
            <a:r>
              <a:rPr lang="en-US" noProof="0" dirty="0"/>
              <a:t>Utilize collective intelligence</a:t>
            </a:r>
          </a:p>
          <a:p>
            <a:pPr marL="285750" lvl="0" indent="-285750" algn="l" rtl="0">
              <a:spcBef>
                <a:spcPts val="0"/>
              </a:spcBef>
              <a:spcAft>
                <a:spcPts val="0"/>
              </a:spcAft>
              <a:buFont typeface="Arial" panose="020B0604020202020204" pitchFamily="34" charset="0"/>
              <a:buChar char="•"/>
            </a:pPr>
            <a:r>
              <a:rPr lang="en-US" dirty="0"/>
              <a:t>Multiple reasoning paths are explored </a:t>
            </a:r>
            <a:r>
              <a:rPr lang="en-US" dirty="0">
                <a:sym typeface="Wingdings" panose="05000000000000000000" pitchFamily="2" charset="2"/>
              </a:rPr>
              <a:t> different answers</a:t>
            </a:r>
            <a:endParaRPr lang="en-US" dirty="0"/>
          </a:p>
          <a:p>
            <a:pPr marL="285750" lvl="0" indent="-285750" algn="l" rtl="0">
              <a:spcBef>
                <a:spcPts val="0"/>
              </a:spcBef>
              <a:spcAft>
                <a:spcPts val="0"/>
              </a:spcAft>
              <a:buFont typeface="Arial" panose="020B0604020202020204" pitchFamily="34" charset="0"/>
              <a:buChar char="•"/>
            </a:pPr>
            <a:r>
              <a:rPr lang="en-US" noProof="0" dirty="0"/>
              <a:t>The most frequent and confident answer is likely the correct one</a:t>
            </a:r>
          </a:p>
        </p:txBody>
      </p:sp>
      <p:grpSp>
        <p:nvGrpSpPr>
          <p:cNvPr id="8" name="Google Shape;7057;p78">
            <a:extLst>
              <a:ext uri="{FF2B5EF4-FFF2-40B4-BE49-F238E27FC236}">
                <a16:creationId xmlns:a16="http://schemas.microsoft.com/office/drawing/2014/main" id="{4ECEDC56-433A-AAE9-3068-5908BEFC953C}"/>
              </a:ext>
            </a:extLst>
          </p:cNvPr>
          <p:cNvGrpSpPr/>
          <p:nvPr/>
        </p:nvGrpSpPr>
        <p:grpSpPr>
          <a:xfrm>
            <a:off x="1709604" y="921613"/>
            <a:ext cx="866646" cy="866646"/>
            <a:chOff x="3860400" y="3955025"/>
            <a:chExt cx="296175" cy="296175"/>
          </a:xfrm>
        </p:grpSpPr>
        <p:sp>
          <p:nvSpPr>
            <p:cNvPr id="9" name="Google Shape;7058;p78">
              <a:extLst>
                <a:ext uri="{FF2B5EF4-FFF2-40B4-BE49-F238E27FC236}">
                  <a16:creationId xmlns:a16="http://schemas.microsoft.com/office/drawing/2014/main" id="{AD7E23DA-E075-F6AC-B7C6-018866CF7E51}"/>
                </a:ext>
              </a:extLst>
            </p:cNvPr>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 name="Google Shape;7059;p78">
              <a:extLst>
                <a:ext uri="{FF2B5EF4-FFF2-40B4-BE49-F238E27FC236}">
                  <a16:creationId xmlns:a16="http://schemas.microsoft.com/office/drawing/2014/main" id="{2037DA64-7FBD-1EC4-4815-A302F6C6FDF4}"/>
                </a:ext>
              </a:extLst>
            </p:cNvPr>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 name="Google Shape;7060;p78">
              <a:extLst>
                <a:ext uri="{FF2B5EF4-FFF2-40B4-BE49-F238E27FC236}">
                  <a16:creationId xmlns:a16="http://schemas.microsoft.com/office/drawing/2014/main" id="{A44BD8AC-2E74-F49D-74F5-666EB2C526E1}"/>
                </a:ext>
              </a:extLst>
            </p:cNvPr>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 name="Google Shape;7061;p78">
              <a:extLst>
                <a:ext uri="{FF2B5EF4-FFF2-40B4-BE49-F238E27FC236}">
                  <a16:creationId xmlns:a16="http://schemas.microsoft.com/office/drawing/2014/main" id="{D9BCEBFE-1362-128A-2FE2-134ABD7DB15D}"/>
                </a:ext>
              </a:extLst>
            </p:cNvPr>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 name="Google Shape;7062;p78">
              <a:extLst>
                <a:ext uri="{FF2B5EF4-FFF2-40B4-BE49-F238E27FC236}">
                  <a16:creationId xmlns:a16="http://schemas.microsoft.com/office/drawing/2014/main" id="{5DE081D8-B116-E88E-CEAD-31DAEEF42D71}"/>
                </a:ext>
              </a:extLst>
            </p:cNvPr>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7" name="Gruppieren 26">
            <a:extLst>
              <a:ext uri="{FF2B5EF4-FFF2-40B4-BE49-F238E27FC236}">
                <a16:creationId xmlns:a16="http://schemas.microsoft.com/office/drawing/2014/main" id="{AFFEA6CF-DD9E-4A50-F5D8-AA49DF6A84B3}"/>
              </a:ext>
            </a:extLst>
          </p:cNvPr>
          <p:cNvGrpSpPr/>
          <p:nvPr/>
        </p:nvGrpSpPr>
        <p:grpSpPr>
          <a:xfrm>
            <a:off x="5366915" y="778886"/>
            <a:ext cx="1957492" cy="1024501"/>
            <a:chOff x="5066663" y="556780"/>
            <a:chExt cx="2497367" cy="1307058"/>
          </a:xfrm>
        </p:grpSpPr>
        <p:grpSp>
          <p:nvGrpSpPr>
            <p:cNvPr id="5" name="Google Shape;6321;p77">
              <a:extLst>
                <a:ext uri="{FF2B5EF4-FFF2-40B4-BE49-F238E27FC236}">
                  <a16:creationId xmlns:a16="http://schemas.microsoft.com/office/drawing/2014/main" id="{519BC4A5-60B5-FA4C-4FDD-FB43841AC421}"/>
                </a:ext>
              </a:extLst>
            </p:cNvPr>
            <p:cNvGrpSpPr/>
            <p:nvPr/>
          </p:nvGrpSpPr>
          <p:grpSpPr>
            <a:xfrm>
              <a:off x="5605791" y="1550329"/>
              <a:ext cx="259268" cy="256747"/>
              <a:chOff x="-37385100" y="3949908"/>
              <a:chExt cx="321350" cy="318225"/>
            </a:xfrm>
          </p:grpSpPr>
          <p:sp>
            <p:nvSpPr>
              <p:cNvPr id="6" name="Google Shape;6322;p77">
                <a:extLst>
                  <a:ext uri="{FF2B5EF4-FFF2-40B4-BE49-F238E27FC236}">
                    <a16:creationId xmlns:a16="http://schemas.microsoft.com/office/drawing/2014/main" id="{C31DD047-AE45-087A-0A13-FD0005A59D8D}"/>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 name="Google Shape;6323;p77">
                <a:extLst>
                  <a:ext uri="{FF2B5EF4-FFF2-40B4-BE49-F238E27FC236}">
                    <a16:creationId xmlns:a16="http://schemas.microsoft.com/office/drawing/2014/main" id="{CB65BFA1-5C34-9907-D09F-51F03549D1CC}"/>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 name="Google Shape;5623;p75">
              <a:extLst>
                <a:ext uri="{FF2B5EF4-FFF2-40B4-BE49-F238E27FC236}">
                  <a16:creationId xmlns:a16="http://schemas.microsoft.com/office/drawing/2014/main" id="{F72068E2-5EB7-6E7E-D2E9-87EC7FEBBBA8}"/>
                </a:ext>
              </a:extLst>
            </p:cNvPr>
            <p:cNvGrpSpPr/>
            <p:nvPr/>
          </p:nvGrpSpPr>
          <p:grpSpPr>
            <a:xfrm>
              <a:off x="5066663" y="556780"/>
              <a:ext cx="2489257" cy="1307058"/>
              <a:chOff x="5159450" y="1919950"/>
              <a:chExt cx="1541050" cy="862500"/>
            </a:xfrm>
          </p:grpSpPr>
          <p:sp>
            <p:nvSpPr>
              <p:cNvPr id="15" name="Google Shape;5624;p75">
                <a:extLst>
                  <a:ext uri="{FF2B5EF4-FFF2-40B4-BE49-F238E27FC236}">
                    <a16:creationId xmlns:a16="http://schemas.microsoft.com/office/drawing/2014/main" id="{797995E7-510D-1109-D360-A491887A74C1}"/>
                  </a:ext>
                </a:extLst>
              </p:cNvPr>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134F5C"/>
                </a:solidFill>
                <a:prstDash val="solid"/>
                <a:round/>
                <a:headEnd type="oval" w="med" len="med"/>
                <a:tailEnd type="oval" w="med" len="med"/>
              </a:ln>
            </p:spPr>
            <p:txBody>
              <a:bodyPr/>
              <a:lstStyle/>
              <a:p>
                <a:endParaRPr lang="en-US" noProof="0" dirty="0"/>
              </a:p>
            </p:txBody>
          </p:sp>
          <p:grpSp>
            <p:nvGrpSpPr>
              <p:cNvPr id="16" name="Google Shape;5625;p75">
                <a:extLst>
                  <a:ext uri="{FF2B5EF4-FFF2-40B4-BE49-F238E27FC236}">
                    <a16:creationId xmlns:a16="http://schemas.microsoft.com/office/drawing/2014/main" id="{F4829928-9735-5A08-1EDA-532F6B9CA54F}"/>
                  </a:ext>
                </a:extLst>
              </p:cNvPr>
              <p:cNvGrpSpPr/>
              <p:nvPr/>
            </p:nvGrpSpPr>
            <p:grpSpPr>
              <a:xfrm>
                <a:off x="5159450" y="1919950"/>
                <a:ext cx="1541050" cy="862500"/>
                <a:chOff x="5159450" y="1919950"/>
                <a:chExt cx="1541050" cy="862500"/>
              </a:xfrm>
            </p:grpSpPr>
            <p:cxnSp>
              <p:nvCxnSpPr>
                <p:cNvPr id="17" name="Google Shape;5626;p75">
                  <a:extLst>
                    <a:ext uri="{FF2B5EF4-FFF2-40B4-BE49-F238E27FC236}">
                      <a16:creationId xmlns:a16="http://schemas.microsoft.com/office/drawing/2014/main" id="{77BADFE0-52BB-6AB5-7484-D24ED01EABDA}"/>
                    </a:ext>
                  </a:extLst>
                </p:cNvPr>
                <p:cNvCxnSpPr/>
                <p:nvPr/>
              </p:nvCxnSpPr>
              <p:spPr>
                <a:xfrm>
                  <a:off x="5159450" y="1919950"/>
                  <a:ext cx="0" cy="862500"/>
                </a:xfrm>
                <a:prstGeom prst="straightConnector1">
                  <a:avLst/>
                </a:prstGeom>
                <a:noFill/>
                <a:ln w="9525" cap="flat" cmpd="sng">
                  <a:solidFill>
                    <a:srgbClr val="134F5C"/>
                  </a:solidFill>
                  <a:prstDash val="solid"/>
                  <a:round/>
                  <a:headEnd type="none" w="med" len="med"/>
                  <a:tailEnd type="none" w="med" len="med"/>
                </a:ln>
              </p:spPr>
            </p:cxnSp>
            <p:cxnSp>
              <p:nvCxnSpPr>
                <p:cNvPr id="18" name="Google Shape;5627;p75">
                  <a:extLst>
                    <a:ext uri="{FF2B5EF4-FFF2-40B4-BE49-F238E27FC236}">
                      <a16:creationId xmlns:a16="http://schemas.microsoft.com/office/drawing/2014/main" id="{E84F5C67-D9D2-91AD-58A9-8839F1AB6BDF}"/>
                    </a:ext>
                  </a:extLst>
                </p:cNvPr>
                <p:cNvCxnSpPr/>
                <p:nvPr/>
              </p:nvCxnSpPr>
              <p:spPr>
                <a:xfrm>
                  <a:off x="5161200" y="2778975"/>
                  <a:ext cx="1539300" cy="0"/>
                </a:xfrm>
                <a:prstGeom prst="straightConnector1">
                  <a:avLst/>
                </a:prstGeom>
                <a:noFill/>
                <a:ln w="9525" cap="flat" cmpd="sng">
                  <a:solidFill>
                    <a:srgbClr val="134F5C"/>
                  </a:solidFill>
                  <a:prstDash val="solid"/>
                  <a:round/>
                  <a:headEnd type="none" w="med" len="med"/>
                  <a:tailEnd type="none" w="med" len="med"/>
                </a:ln>
              </p:spPr>
            </p:cxnSp>
          </p:grpSp>
        </p:grpSp>
        <p:grpSp>
          <p:nvGrpSpPr>
            <p:cNvPr id="19" name="Google Shape;6321;p77">
              <a:extLst>
                <a:ext uri="{FF2B5EF4-FFF2-40B4-BE49-F238E27FC236}">
                  <a16:creationId xmlns:a16="http://schemas.microsoft.com/office/drawing/2014/main" id="{FCE2C3CF-9028-782A-5E71-3AC729F4C6B7}"/>
                </a:ext>
              </a:extLst>
            </p:cNvPr>
            <p:cNvGrpSpPr/>
            <p:nvPr/>
          </p:nvGrpSpPr>
          <p:grpSpPr>
            <a:xfrm>
              <a:off x="6076570" y="941442"/>
              <a:ext cx="259268" cy="256747"/>
              <a:chOff x="-37385100" y="3949908"/>
              <a:chExt cx="321350" cy="318225"/>
            </a:xfrm>
          </p:grpSpPr>
          <p:sp>
            <p:nvSpPr>
              <p:cNvPr id="20" name="Google Shape;6322;p77">
                <a:extLst>
                  <a:ext uri="{FF2B5EF4-FFF2-40B4-BE49-F238E27FC236}">
                    <a16:creationId xmlns:a16="http://schemas.microsoft.com/office/drawing/2014/main" id="{B9F64508-F3B1-916E-C011-FC4F09077A9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 name="Google Shape;6323;p77">
                <a:extLst>
                  <a:ext uri="{FF2B5EF4-FFF2-40B4-BE49-F238E27FC236}">
                    <a16:creationId xmlns:a16="http://schemas.microsoft.com/office/drawing/2014/main" id="{E95CAA71-6402-1ECF-E6FE-3CB119AB10B5}"/>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 name="Google Shape;6321;p77">
              <a:extLst>
                <a:ext uri="{FF2B5EF4-FFF2-40B4-BE49-F238E27FC236}">
                  <a16:creationId xmlns:a16="http://schemas.microsoft.com/office/drawing/2014/main" id="{FF0CC062-3BB2-9443-7A80-EAB8B8B31C3F}"/>
                </a:ext>
              </a:extLst>
            </p:cNvPr>
            <p:cNvGrpSpPr/>
            <p:nvPr/>
          </p:nvGrpSpPr>
          <p:grpSpPr>
            <a:xfrm>
              <a:off x="7304762" y="1275039"/>
              <a:ext cx="259268" cy="256747"/>
              <a:chOff x="-37385100" y="3949908"/>
              <a:chExt cx="321350" cy="318225"/>
            </a:xfrm>
          </p:grpSpPr>
          <p:sp>
            <p:nvSpPr>
              <p:cNvPr id="23" name="Google Shape;6322;p77">
                <a:extLst>
                  <a:ext uri="{FF2B5EF4-FFF2-40B4-BE49-F238E27FC236}">
                    <a16:creationId xmlns:a16="http://schemas.microsoft.com/office/drawing/2014/main" id="{BC292EFD-3A28-3A34-1C50-B070850886F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 name="Google Shape;6323;p77">
                <a:extLst>
                  <a:ext uri="{FF2B5EF4-FFF2-40B4-BE49-F238E27FC236}">
                    <a16:creationId xmlns:a16="http://schemas.microsoft.com/office/drawing/2014/main" id="{56BAD4F0-E6A2-2770-3E6F-DAD1B5EBE91D}"/>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16759652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30">
          <a:extLst>
            <a:ext uri="{FF2B5EF4-FFF2-40B4-BE49-F238E27FC236}">
              <a16:creationId xmlns:a16="http://schemas.microsoft.com/office/drawing/2014/main" id="{D0072F37-2A18-3A5B-3200-66D9C1B9808A}"/>
            </a:ext>
          </a:extLst>
        </p:cNvPr>
        <p:cNvGrpSpPr/>
        <p:nvPr/>
      </p:nvGrpSpPr>
      <p:grpSpPr>
        <a:xfrm>
          <a:off x="0" y="0"/>
          <a:ext cx="0" cy="0"/>
          <a:chOff x="0" y="0"/>
          <a:chExt cx="0" cy="0"/>
        </a:xfrm>
      </p:grpSpPr>
      <p:sp>
        <p:nvSpPr>
          <p:cNvPr id="531" name="Google Shape;531;p39">
            <a:extLst>
              <a:ext uri="{FF2B5EF4-FFF2-40B4-BE49-F238E27FC236}">
                <a16:creationId xmlns:a16="http://schemas.microsoft.com/office/drawing/2014/main" id="{564177CA-0FAE-7E18-C6B1-AC7DFCE7FC70}"/>
              </a:ext>
            </a:extLst>
          </p:cNvPr>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lvl="0"/>
            <a:r>
              <a:rPr lang="en-US" noProof="0" dirty="0" err="1"/>
              <a:t>Blumatix</a:t>
            </a:r>
            <a:r>
              <a:rPr lang="en-US" noProof="0" dirty="0"/>
              <a:t>  x FH Salzburg</a:t>
            </a:r>
          </a:p>
        </p:txBody>
      </p:sp>
      <p:sp>
        <p:nvSpPr>
          <p:cNvPr id="532" name="Google Shape;532;p39">
            <a:extLst>
              <a:ext uri="{FF2B5EF4-FFF2-40B4-BE49-F238E27FC236}">
                <a16:creationId xmlns:a16="http://schemas.microsoft.com/office/drawing/2014/main" id="{6CD7FA7E-EDFD-569F-1643-97B29E08AD2C}"/>
              </a:ext>
            </a:extLst>
          </p:cNvPr>
          <p:cNvSpPr txBox="1">
            <a:spLocks noGrp="1"/>
          </p:cNvSpPr>
          <p:nvPr>
            <p:ph type="subTitle" idx="1"/>
          </p:nvPr>
        </p:nvSpPr>
        <p:spPr>
          <a:xfrm>
            <a:off x="713224" y="945625"/>
            <a:ext cx="4625597"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Let the LLM think </a:t>
            </a:r>
            <a:br>
              <a:rPr lang="en-US" noProof="0" dirty="0"/>
            </a:br>
            <a:r>
              <a:rPr lang="en-US" noProof="0" dirty="0"/>
              <a:t>about its own output.</a:t>
            </a:r>
            <a:br>
              <a:rPr lang="en-US" noProof="0" dirty="0"/>
            </a:br>
            <a:endParaRPr lang="en-US" dirty="0"/>
          </a:p>
          <a:p>
            <a:pPr marL="0" lvl="0" indent="0" algn="r" rtl="0">
              <a:spcBef>
                <a:spcPts val="0"/>
              </a:spcBef>
              <a:spcAft>
                <a:spcPts val="0"/>
              </a:spcAft>
              <a:buNone/>
            </a:pPr>
            <a:r>
              <a:rPr lang="en-US" noProof="0" dirty="0"/>
              <a:t>A good output should also be</a:t>
            </a:r>
            <a:r>
              <a:rPr lang="en-US" dirty="0"/>
              <a:t> </a:t>
            </a:r>
            <a:r>
              <a:rPr lang="en-US" noProof="0" dirty="0"/>
              <a:t>distinguishable as such</a:t>
            </a:r>
          </a:p>
        </p:txBody>
      </p:sp>
      <p:grpSp>
        <p:nvGrpSpPr>
          <p:cNvPr id="533" name="Google Shape;533;p39">
            <a:extLst>
              <a:ext uri="{FF2B5EF4-FFF2-40B4-BE49-F238E27FC236}">
                <a16:creationId xmlns:a16="http://schemas.microsoft.com/office/drawing/2014/main" id="{049ACBD9-A4A6-67C2-0D84-BE2DDB3CB281}"/>
              </a:ext>
            </a:extLst>
          </p:cNvPr>
          <p:cNvGrpSpPr/>
          <p:nvPr/>
        </p:nvGrpSpPr>
        <p:grpSpPr>
          <a:xfrm>
            <a:off x="5824825" y="1527650"/>
            <a:ext cx="2854173" cy="2794752"/>
            <a:chOff x="5824825" y="1527650"/>
            <a:chExt cx="2854173" cy="2794752"/>
          </a:xfrm>
        </p:grpSpPr>
        <p:sp>
          <p:nvSpPr>
            <p:cNvPr id="534" name="Google Shape;534;p39">
              <a:extLst>
                <a:ext uri="{FF2B5EF4-FFF2-40B4-BE49-F238E27FC236}">
                  <a16:creationId xmlns:a16="http://schemas.microsoft.com/office/drawing/2014/main" id="{B9518B36-5BF2-3AA3-5553-D83A7DA2F7F3}"/>
                </a:ext>
              </a:extLst>
            </p:cNvPr>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a:extLst>
                <a:ext uri="{FF2B5EF4-FFF2-40B4-BE49-F238E27FC236}">
                  <a16:creationId xmlns:a16="http://schemas.microsoft.com/office/drawing/2014/main" id="{707568E3-DBAE-1705-7524-5A7982D767FE}"/>
                </a:ext>
              </a:extLst>
            </p:cNvPr>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a:extLst>
                <a:ext uri="{FF2B5EF4-FFF2-40B4-BE49-F238E27FC236}">
                  <a16:creationId xmlns:a16="http://schemas.microsoft.com/office/drawing/2014/main" id="{F0F6F025-1E8C-2452-D76F-6D9180C18EAD}"/>
                </a:ext>
              </a:extLst>
            </p:cNvPr>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a:extLst>
                <a:ext uri="{FF2B5EF4-FFF2-40B4-BE49-F238E27FC236}">
                  <a16:creationId xmlns:a16="http://schemas.microsoft.com/office/drawing/2014/main" id="{789D5FBB-6FB4-1D02-713A-7B34DBEB6E9E}"/>
                </a:ext>
              </a:extLst>
            </p:cNvPr>
            <p:cNvGrpSpPr/>
            <p:nvPr/>
          </p:nvGrpSpPr>
          <p:grpSpPr>
            <a:xfrm>
              <a:off x="5824825" y="1527650"/>
              <a:ext cx="2854173" cy="2794752"/>
              <a:chOff x="5824825" y="1527650"/>
              <a:chExt cx="2854173" cy="2794752"/>
            </a:xfrm>
          </p:grpSpPr>
          <p:sp>
            <p:nvSpPr>
              <p:cNvPr id="538" name="Google Shape;538;p39">
                <a:extLst>
                  <a:ext uri="{FF2B5EF4-FFF2-40B4-BE49-F238E27FC236}">
                    <a16:creationId xmlns:a16="http://schemas.microsoft.com/office/drawing/2014/main" id="{AACA96AB-CAE0-FFA7-40D3-D14961822A94}"/>
                  </a:ext>
                </a:extLst>
              </p:cNvPr>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a:extLst>
                  <a:ext uri="{FF2B5EF4-FFF2-40B4-BE49-F238E27FC236}">
                    <a16:creationId xmlns:a16="http://schemas.microsoft.com/office/drawing/2014/main" id="{E70E295C-43D6-E278-D95C-5CC151484660}"/>
                  </a:ext>
                </a:extLst>
              </p:cNvPr>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a:extLst>
                  <a:ext uri="{FF2B5EF4-FFF2-40B4-BE49-F238E27FC236}">
                    <a16:creationId xmlns:a16="http://schemas.microsoft.com/office/drawing/2014/main" id="{47C46DD6-ECB8-6B62-91E8-FD34E6BD5AB3}"/>
                  </a:ext>
                </a:extLst>
              </p:cNvPr>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a:extLst>
                  <a:ext uri="{FF2B5EF4-FFF2-40B4-BE49-F238E27FC236}">
                    <a16:creationId xmlns:a16="http://schemas.microsoft.com/office/drawing/2014/main" id="{CDD24A13-F280-DC50-A1AE-11E37DF83527}"/>
                  </a:ext>
                </a:extLst>
              </p:cNvPr>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a:extLst>
                  <a:ext uri="{FF2B5EF4-FFF2-40B4-BE49-F238E27FC236}">
                    <a16:creationId xmlns:a16="http://schemas.microsoft.com/office/drawing/2014/main" id="{74279012-02A9-05AB-FC23-F290334650E1}"/>
                  </a:ext>
                </a:extLst>
              </p:cNvPr>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a:extLst>
                  <a:ext uri="{FF2B5EF4-FFF2-40B4-BE49-F238E27FC236}">
                    <a16:creationId xmlns:a16="http://schemas.microsoft.com/office/drawing/2014/main" id="{9879DA1C-FC41-07A8-1EF8-7A1A0A981D85}"/>
                  </a:ext>
                </a:extLst>
              </p:cNvPr>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a:extLst>
                  <a:ext uri="{FF2B5EF4-FFF2-40B4-BE49-F238E27FC236}">
                    <a16:creationId xmlns:a16="http://schemas.microsoft.com/office/drawing/2014/main" id="{5D1269A3-9784-48B7-A36A-EB20EF34F2CD}"/>
                  </a:ext>
                </a:extLst>
              </p:cNvPr>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a:extLst>
                  <a:ext uri="{FF2B5EF4-FFF2-40B4-BE49-F238E27FC236}">
                    <a16:creationId xmlns:a16="http://schemas.microsoft.com/office/drawing/2014/main" id="{EDFD6102-9747-1CA9-501C-39D6EA33E37B}"/>
                  </a:ext>
                </a:extLst>
              </p:cNvPr>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a:extLst>
                  <a:ext uri="{FF2B5EF4-FFF2-40B4-BE49-F238E27FC236}">
                    <a16:creationId xmlns:a16="http://schemas.microsoft.com/office/drawing/2014/main" id="{08101C3A-C89D-41DB-CD1D-09AFD202D8CF}"/>
                  </a:ext>
                </a:extLst>
              </p:cNvPr>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a:extLst>
                  <a:ext uri="{FF2B5EF4-FFF2-40B4-BE49-F238E27FC236}">
                    <a16:creationId xmlns:a16="http://schemas.microsoft.com/office/drawing/2014/main" id="{DC07EA50-5F92-7E91-E4F1-2ADA8284BB44}"/>
                  </a:ext>
                </a:extLst>
              </p:cNvPr>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a:extLst>
                  <a:ext uri="{FF2B5EF4-FFF2-40B4-BE49-F238E27FC236}">
                    <a16:creationId xmlns:a16="http://schemas.microsoft.com/office/drawing/2014/main" id="{24D45986-5A56-D161-6460-65DAB1782752}"/>
                  </a:ext>
                </a:extLst>
              </p:cNvPr>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a:extLst>
                  <a:ext uri="{FF2B5EF4-FFF2-40B4-BE49-F238E27FC236}">
                    <a16:creationId xmlns:a16="http://schemas.microsoft.com/office/drawing/2014/main" id="{8A3CD4A6-FB16-D333-CAB8-96FBF89566BD}"/>
                  </a:ext>
                </a:extLst>
              </p:cNvPr>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a:extLst>
                  <a:ext uri="{FF2B5EF4-FFF2-40B4-BE49-F238E27FC236}">
                    <a16:creationId xmlns:a16="http://schemas.microsoft.com/office/drawing/2014/main" id="{8100D7CD-BB99-8C1E-8F6D-3159166A2C16}"/>
                  </a:ext>
                </a:extLst>
              </p:cNvPr>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a:extLst>
                  <a:ext uri="{FF2B5EF4-FFF2-40B4-BE49-F238E27FC236}">
                    <a16:creationId xmlns:a16="http://schemas.microsoft.com/office/drawing/2014/main" id="{9F1B3E8C-31D0-39D6-7EB1-216647D2CC81}"/>
                  </a:ext>
                </a:extLst>
              </p:cNvPr>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a:extLst>
                  <a:ext uri="{FF2B5EF4-FFF2-40B4-BE49-F238E27FC236}">
                    <a16:creationId xmlns:a16="http://schemas.microsoft.com/office/drawing/2014/main" id="{A0384DD0-3992-527D-CF81-9D59D690199E}"/>
                  </a:ext>
                </a:extLst>
              </p:cNvPr>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a:extLst>
                  <a:ext uri="{FF2B5EF4-FFF2-40B4-BE49-F238E27FC236}">
                    <a16:creationId xmlns:a16="http://schemas.microsoft.com/office/drawing/2014/main" id="{982E1FF7-593C-90E4-6481-883CED09045F}"/>
                  </a:ext>
                </a:extLst>
              </p:cNvPr>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a:extLst>
                  <a:ext uri="{FF2B5EF4-FFF2-40B4-BE49-F238E27FC236}">
                    <a16:creationId xmlns:a16="http://schemas.microsoft.com/office/drawing/2014/main" id="{1CB6C54A-BA00-36BB-4E0F-DE452711CA3B}"/>
                  </a:ext>
                </a:extLst>
              </p:cNvPr>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a:extLst>
                  <a:ext uri="{FF2B5EF4-FFF2-40B4-BE49-F238E27FC236}">
                    <a16:creationId xmlns:a16="http://schemas.microsoft.com/office/drawing/2014/main" id="{7D1546D3-5A62-5582-B2EE-D8A9EEC82802}"/>
                  </a:ext>
                </a:extLst>
              </p:cNvPr>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a:extLst>
                  <a:ext uri="{FF2B5EF4-FFF2-40B4-BE49-F238E27FC236}">
                    <a16:creationId xmlns:a16="http://schemas.microsoft.com/office/drawing/2014/main" id="{7FCAC254-ABCD-676B-F32D-F292B935AF4A}"/>
                  </a:ext>
                </a:extLst>
              </p:cNvPr>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a:extLst>
                  <a:ext uri="{FF2B5EF4-FFF2-40B4-BE49-F238E27FC236}">
                    <a16:creationId xmlns:a16="http://schemas.microsoft.com/office/drawing/2014/main" id="{42B23DE1-A2B0-CBA9-6E5A-6BE1A1F8F9F1}"/>
                  </a:ext>
                </a:extLst>
              </p:cNvPr>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a:extLst>
                  <a:ext uri="{FF2B5EF4-FFF2-40B4-BE49-F238E27FC236}">
                    <a16:creationId xmlns:a16="http://schemas.microsoft.com/office/drawing/2014/main" id="{09450315-87A9-E234-EB0C-169CFA02758E}"/>
                  </a:ext>
                </a:extLst>
              </p:cNvPr>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a:extLst>
                  <a:ext uri="{FF2B5EF4-FFF2-40B4-BE49-F238E27FC236}">
                    <a16:creationId xmlns:a16="http://schemas.microsoft.com/office/drawing/2014/main" id="{A2B2953B-CFF4-2E1E-E0EA-4EDEEF75C422}"/>
                  </a:ext>
                </a:extLst>
              </p:cNvPr>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a:extLst>
                  <a:ext uri="{FF2B5EF4-FFF2-40B4-BE49-F238E27FC236}">
                    <a16:creationId xmlns:a16="http://schemas.microsoft.com/office/drawing/2014/main" id="{E2E3456B-04D3-EF22-7140-F39578B3AD09}"/>
                  </a:ext>
                </a:extLst>
              </p:cNvPr>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a:extLst>
                  <a:ext uri="{FF2B5EF4-FFF2-40B4-BE49-F238E27FC236}">
                    <a16:creationId xmlns:a16="http://schemas.microsoft.com/office/drawing/2014/main" id="{6A190CB3-3155-AC9E-D8CB-159A7615FB63}"/>
                  </a:ext>
                </a:extLst>
              </p:cNvPr>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a:extLst>
                  <a:ext uri="{FF2B5EF4-FFF2-40B4-BE49-F238E27FC236}">
                    <a16:creationId xmlns:a16="http://schemas.microsoft.com/office/drawing/2014/main" id="{208D44D1-4992-8296-33F4-28B099A7F86E}"/>
                  </a:ext>
                </a:extLst>
              </p:cNvPr>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a:extLst>
                  <a:ext uri="{FF2B5EF4-FFF2-40B4-BE49-F238E27FC236}">
                    <a16:creationId xmlns:a16="http://schemas.microsoft.com/office/drawing/2014/main" id="{DEBDB007-46A1-BE75-9EF0-310E4579F200}"/>
                  </a:ext>
                </a:extLst>
              </p:cNvPr>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a:extLst>
                  <a:ext uri="{FF2B5EF4-FFF2-40B4-BE49-F238E27FC236}">
                    <a16:creationId xmlns:a16="http://schemas.microsoft.com/office/drawing/2014/main" id="{32C22AB1-9E94-F41E-7B69-55911B49BE83}"/>
                  </a:ext>
                </a:extLst>
              </p:cNvPr>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a:extLst>
                  <a:ext uri="{FF2B5EF4-FFF2-40B4-BE49-F238E27FC236}">
                    <a16:creationId xmlns:a16="http://schemas.microsoft.com/office/drawing/2014/main" id="{68ECE1EE-8972-116A-1A12-73470CBF6D50}"/>
                  </a:ext>
                </a:extLst>
              </p:cNvPr>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a:extLst>
                  <a:ext uri="{FF2B5EF4-FFF2-40B4-BE49-F238E27FC236}">
                    <a16:creationId xmlns:a16="http://schemas.microsoft.com/office/drawing/2014/main" id="{3F83D08D-224B-4550-CD6A-DE2E0954F674}"/>
                  </a:ext>
                </a:extLst>
              </p:cNvPr>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a:extLst>
                  <a:ext uri="{FF2B5EF4-FFF2-40B4-BE49-F238E27FC236}">
                    <a16:creationId xmlns:a16="http://schemas.microsoft.com/office/drawing/2014/main" id="{65196D45-5550-B9C2-44E6-040C86459EF6}"/>
                  </a:ext>
                </a:extLst>
              </p:cNvPr>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a:extLst>
                  <a:ext uri="{FF2B5EF4-FFF2-40B4-BE49-F238E27FC236}">
                    <a16:creationId xmlns:a16="http://schemas.microsoft.com/office/drawing/2014/main" id="{CB92AA3C-67F3-F129-BA76-2952C5D43441}"/>
                  </a:ext>
                </a:extLst>
              </p:cNvPr>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a:extLst>
                  <a:ext uri="{FF2B5EF4-FFF2-40B4-BE49-F238E27FC236}">
                    <a16:creationId xmlns:a16="http://schemas.microsoft.com/office/drawing/2014/main" id="{DCDA55B4-3AB9-509F-F20D-E80E5EC458A8}"/>
                  </a:ext>
                </a:extLst>
              </p:cNvPr>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a:extLst>
                  <a:ext uri="{FF2B5EF4-FFF2-40B4-BE49-F238E27FC236}">
                    <a16:creationId xmlns:a16="http://schemas.microsoft.com/office/drawing/2014/main" id="{D4F8186D-18AF-A2D5-1AE3-5AB5A66D5911}"/>
                  </a:ext>
                </a:extLst>
              </p:cNvPr>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a:extLst>
                  <a:ext uri="{FF2B5EF4-FFF2-40B4-BE49-F238E27FC236}">
                    <a16:creationId xmlns:a16="http://schemas.microsoft.com/office/drawing/2014/main" id="{32EC3B78-D82C-50D1-F79A-44C44B65938D}"/>
                  </a:ext>
                </a:extLst>
              </p:cNvPr>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a:extLst>
                  <a:ext uri="{FF2B5EF4-FFF2-40B4-BE49-F238E27FC236}">
                    <a16:creationId xmlns:a16="http://schemas.microsoft.com/office/drawing/2014/main" id="{939CFC15-26CF-2539-346A-0DDDD6638467}"/>
                  </a:ext>
                </a:extLst>
              </p:cNvPr>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a:extLst>
                  <a:ext uri="{FF2B5EF4-FFF2-40B4-BE49-F238E27FC236}">
                    <a16:creationId xmlns:a16="http://schemas.microsoft.com/office/drawing/2014/main" id="{C8261C23-B27C-1FBF-8A8A-226DCD9C826F}"/>
                  </a:ext>
                </a:extLst>
              </p:cNvPr>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a:extLst>
                  <a:ext uri="{FF2B5EF4-FFF2-40B4-BE49-F238E27FC236}">
                    <a16:creationId xmlns:a16="http://schemas.microsoft.com/office/drawing/2014/main" id="{0780FC2B-40CE-57A6-32C9-49DE558C6495}"/>
                  </a:ext>
                </a:extLst>
              </p:cNvPr>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a:extLst>
                  <a:ext uri="{FF2B5EF4-FFF2-40B4-BE49-F238E27FC236}">
                    <a16:creationId xmlns:a16="http://schemas.microsoft.com/office/drawing/2014/main" id="{7FC51019-F1C7-0066-7EA5-F7907E5E9E85}"/>
                  </a:ext>
                </a:extLst>
              </p:cNvPr>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a:extLst>
                  <a:ext uri="{FF2B5EF4-FFF2-40B4-BE49-F238E27FC236}">
                    <a16:creationId xmlns:a16="http://schemas.microsoft.com/office/drawing/2014/main" id="{782DFA1C-ECF3-C2F4-083F-1EBD52EABA14}"/>
                  </a:ext>
                </a:extLst>
              </p:cNvPr>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a:extLst>
                  <a:ext uri="{FF2B5EF4-FFF2-40B4-BE49-F238E27FC236}">
                    <a16:creationId xmlns:a16="http://schemas.microsoft.com/office/drawing/2014/main" id="{2EB53E9C-073C-AE76-B2FA-C18348AE505D}"/>
                  </a:ext>
                </a:extLst>
              </p:cNvPr>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a:extLst>
                  <a:ext uri="{FF2B5EF4-FFF2-40B4-BE49-F238E27FC236}">
                    <a16:creationId xmlns:a16="http://schemas.microsoft.com/office/drawing/2014/main" id="{C664B34E-689C-B22A-76A9-736A1877BC6D}"/>
                  </a:ext>
                </a:extLst>
              </p:cNvPr>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a:extLst>
                  <a:ext uri="{FF2B5EF4-FFF2-40B4-BE49-F238E27FC236}">
                    <a16:creationId xmlns:a16="http://schemas.microsoft.com/office/drawing/2014/main" id="{1B283556-3290-B91B-6C00-6EB924660C74}"/>
                  </a:ext>
                </a:extLst>
              </p:cNvPr>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a:extLst>
                  <a:ext uri="{FF2B5EF4-FFF2-40B4-BE49-F238E27FC236}">
                    <a16:creationId xmlns:a16="http://schemas.microsoft.com/office/drawing/2014/main" id="{9315F264-4F57-816E-DEE5-CE09F8D87CA6}"/>
                  </a:ext>
                </a:extLst>
              </p:cNvPr>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a:extLst>
                  <a:ext uri="{FF2B5EF4-FFF2-40B4-BE49-F238E27FC236}">
                    <a16:creationId xmlns:a16="http://schemas.microsoft.com/office/drawing/2014/main" id="{D4833A81-6307-1622-F8C4-449F1D493020}"/>
                  </a:ext>
                </a:extLst>
              </p:cNvPr>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a:extLst>
                  <a:ext uri="{FF2B5EF4-FFF2-40B4-BE49-F238E27FC236}">
                    <a16:creationId xmlns:a16="http://schemas.microsoft.com/office/drawing/2014/main" id="{A489F4D6-4289-6412-FA42-CDD89A4544B0}"/>
                  </a:ext>
                </a:extLst>
              </p:cNvPr>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a:extLst>
                  <a:ext uri="{FF2B5EF4-FFF2-40B4-BE49-F238E27FC236}">
                    <a16:creationId xmlns:a16="http://schemas.microsoft.com/office/drawing/2014/main" id="{EA762ACE-94BD-F2C4-4336-270AE037539F}"/>
                  </a:ext>
                </a:extLst>
              </p:cNvPr>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a:extLst>
                  <a:ext uri="{FF2B5EF4-FFF2-40B4-BE49-F238E27FC236}">
                    <a16:creationId xmlns:a16="http://schemas.microsoft.com/office/drawing/2014/main" id="{E58A5C3A-DE8E-A182-93FC-1EACC920F825}"/>
                  </a:ext>
                </a:extLst>
              </p:cNvPr>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a:extLst>
                  <a:ext uri="{FF2B5EF4-FFF2-40B4-BE49-F238E27FC236}">
                    <a16:creationId xmlns:a16="http://schemas.microsoft.com/office/drawing/2014/main" id="{287CB353-A05F-3C36-B240-177EFDA0162E}"/>
                  </a:ext>
                </a:extLst>
              </p:cNvPr>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a:extLst>
                  <a:ext uri="{FF2B5EF4-FFF2-40B4-BE49-F238E27FC236}">
                    <a16:creationId xmlns:a16="http://schemas.microsoft.com/office/drawing/2014/main" id="{8271B2A3-7C04-3CF7-C55D-42956268493F}"/>
                  </a:ext>
                </a:extLst>
              </p:cNvPr>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a:extLst>
                  <a:ext uri="{FF2B5EF4-FFF2-40B4-BE49-F238E27FC236}">
                    <a16:creationId xmlns:a16="http://schemas.microsoft.com/office/drawing/2014/main" id="{BCE2E604-ADB0-8793-509C-888257A96790}"/>
                  </a:ext>
                </a:extLst>
              </p:cNvPr>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a:extLst>
                  <a:ext uri="{FF2B5EF4-FFF2-40B4-BE49-F238E27FC236}">
                    <a16:creationId xmlns:a16="http://schemas.microsoft.com/office/drawing/2014/main" id="{99ABBB30-F7F1-DDFE-30D6-9B1EC74AE981}"/>
                  </a:ext>
                </a:extLst>
              </p:cNvPr>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a:extLst>
                  <a:ext uri="{FF2B5EF4-FFF2-40B4-BE49-F238E27FC236}">
                    <a16:creationId xmlns:a16="http://schemas.microsoft.com/office/drawing/2014/main" id="{056D0565-E7BB-922E-8EB1-F80BB0CEDA98}"/>
                  </a:ext>
                </a:extLst>
              </p:cNvPr>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a:extLst>
                  <a:ext uri="{FF2B5EF4-FFF2-40B4-BE49-F238E27FC236}">
                    <a16:creationId xmlns:a16="http://schemas.microsoft.com/office/drawing/2014/main" id="{6A046258-32E7-B730-5BDD-56F6DA79CC4C}"/>
                  </a:ext>
                </a:extLst>
              </p:cNvPr>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a:extLst>
                  <a:ext uri="{FF2B5EF4-FFF2-40B4-BE49-F238E27FC236}">
                    <a16:creationId xmlns:a16="http://schemas.microsoft.com/office/drawing/2014/main" id="{D47EF50E-840C-9926-FC2A-618499C383DD}"/>
                  </a:ext>
                </a:extLst>
              </p:cNvPr>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a:extLst>
                  <a:ext uri="{FF2B5EF4-FFF2-40B4-BE49-F238E27FC236}">
                    <a16:creationId xmlns:a16="http://schemas.microsoft.com/office/drawing/2014/main" id="{08C311CB-4A71-B107-AD46-852B6C45E684}"/>
                  </a:ext>
                </a:extLst>
              </p:cNvPr>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a:extLst>
                  <a:ext uri="{FF2B5EF4-FFF2-40B4-BE49-F238E27FC236}">
                    <a16:creationId xmlns:a16="http://schemas.microsoft.com/office/drawing/2014/main" id="{0109A489-7167-4084-BC54-600E4AA1A9FA}"/>
                  </a:ext>
                </a:extLst>
              </p:cNvPr>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a:extLst>
                  <a:ext uri="{FF2B5EF4-FFF2-40B4-BE49-F238E27FC236}">
                    <a16:creationId xmlns:a16="http://schemas.microsoft.com/office/drawing/2014/main" id="{8F43BF13-ECE8-9EF3-7A74-253D1CD0C8F5}"/>
                  </a:ext>
                </a:extLst>
              </p:cNvPr>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a:extLst>
                  <a:ext uri="{FF2B5EF4-FFF2-40B4-BE49-F238E27FC236}">
                    <a16:creationId xmlns:a16="http://schemas.microsoft.com/office/drawing/2014/main" id="{A37020CA-7988-6826-2924-51202DC0B48B}"/>
                  </a:ext>
                </a:extLst>
              </p:cNvPr>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a:extLst>
                  <a:ext uri="{FF2B5EF4-FFF2-40B4-BE49-F238E27FC236}">
                    <a16:creationId xmlns:a16="http://schemas.microsoft.com/office/drawing/2014/main" id="{2BF50DF6-1247-23C9-C048-1831DBEA7E36}"/>
                  </a:ext>
                </a:extLst>
              </p:cNvPr>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a:extLst>
                  <a:ext uri="{FF2B5EF4-FFF2-40B4-BE49-F238E27FC236}">
                    <a16:creationId xmlns:a16="http://schemas.microsoft.com/office/drawing/2014/main" id="{BF7E26FD-E2B5-621B-2653-1B077FDCD09C}"/>
                  </a:ext>
                </a:extLst>
              </p:cNvPr>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40242301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31AB4824-C305-33AA-E92F-B4AFB2E162E9}"/>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AA263891-D572-9928-F56F-678DB6E71BA0}"/>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Architecture</a:t>
            </a:r>
          </a:p>
        </p:txBody>
      </p:sp>
      <p:sp>
        <p:nvSpPr>
          <p:cNvPr id="467" name="Google Shape;467;p36">
            <a:extLst>
              <a:ext uri="{FF2B5EF4-FFF2-40B4-BE49-F238E27FC236}">
                <a16:creationId xmlns:a16="http://schemas.microsoft.com/office/drawing/2014/main" id="{16E808E7-3107-A34E-0B4F-CF53B040ECB0}"/>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So, how does one do the deed?</a:t>
            </a:r>
          </a:p>
        </p:txBody>
      </p:sp>
      <p:sp>
        <p:nvSpPr>
          <p:cNvPr id="468" name="Google Shape;468;p36">
            <a:extLst>
              <a:ext uri="{FF2B5EF4-FFF2-40B4-BE49-F238E27FC236}">
                <a16:creationId xmlns:a16="http://schemas.microsoft.com/office/drawing/2014/main" id="{FC68C6EB-CCF8-FF11-DD49-026D4DAD513B}"/>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03</a:t>
            </a:r>
          </a:p>
        </p:txBody>
      </p:sp>
      <p:grpSp>
        <p:nvGrpSpPr>
          <p:cNvPr id="469" name="Google Shape;469;p36">
            <a:extLst>
              <a:ext uri="{FF2B5EF4-FFF2-40B4-BE49-F238E27FC236}">
                <a16:creationId xmlns:a16="http://schemas.microsoft.com/office/drawing/2014/main" id="{A80ED223-15C6-DAA7-0061-4397CD72071B}"/>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E52FA42C-4C75-2DE9-4F40-40D2AF628C76}"/>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46F48540-090B-298A-C066-7A2F7BB02B29}"/>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2DE50980-3E12-D7F0-3C20-16F6478A78E1}"/>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E42050F6-A005-4960-3321-D0A832161967}"/>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1C301DBD-C022-FC12-7E82-D7A11E9AB80E}"/>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18931E78-964B-42E5-95D4-AAE59D9E0ECC}"/>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733739C2-7114-D67C-97A5-A95DEEB5250F}"/>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47B98E37-C2CE-3314-F6C4-E7C034ACA02B}"/>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F3DBF5F2-1DF9-CB5F-897C-0CECD0F494DB}"/>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18CC5929-2813-8D7A-50DC-C37B54AD27A2}"/>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DA5D40B9-223C-1640-3F56-E26FA7C747C8}"/>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BF9109A2-DEEE-4395-C497-6CC5A4452901}"/>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30AD25BC-2C9A-A9ED-A73A-5EF5E90B689F}"/>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8BBF1CEE-6198-B178-12A8-4A214CF938A5}"/>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9DD3F553-ACC5-3624-6DC0-28BAE4E27157}"/>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C70DF59F-CF8F-866B-DB9F-4C01DC328226}"/>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8B795624-A332-91EF-330A-BAB487B19C7A}"/>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A42B1FA9-07BC-80CD-77C8-93C98E5C48F6}"/>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42FD0E1F-869C-7F9F-7993-F60171C32478}"/>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6DC82C49-BBD7-12CD-5F50-82632639621C}"/>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AA784B8D-0076-906A-95A9-F27B83DF8FDC}"/>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42DB3938-65BC-094A-A770-82DADF3D0F3F}"/>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8FABAB7F-591D-3D18-8D4C-63E285BEA061}"/>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7F4BB92D-3455-3F97-8284-721F772B1E76}"/>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E904C7DE-7956-F2E0-05EF-FB71027BBC78}"/>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6A344B19-F8C8-E09C-87BD-7035967AB4DB}"/>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6C5D727B-AC29-EB40-593C-95EE1C2FC082}"/>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4F4EFD71-F38B-667D-9327-510C69623A68}"/>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6EF389DF-9929-248B-0C4C-5AB92EBFF6A6}"/>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723F7DA1-F1D3-9BC5-73CA-634A1CD2871B}"/>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E5016D74-56B7-BB38-CDD8-71C82C92B0BE}"/>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7A53C0CC-3F37-7CC6-FCBD-A1061817EF0D}"/>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3C40BB33-8A16-E727-576E-676F2E08A271}"/>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ED2D1B35-949D-4040-77ED-0ADA40D76860}"/>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10782132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74">
          <a:extLst>
            <a:ext uri="{FF2B5EF4-FFF2-40B4-BE49-F238E27FC236}">
              <a16:creationId xmlns:a16="http://schemas.microsoft.com/office/drawing/2014/main" id="{CC4F540A-93DC-CCEE-C73C-EAFD2417B728}"/>
            </a:ext>
          </a:extLst>
        </p:cNvPr>
        <p:cNvGrpSpPr/>
        <p:nvPr/>
      </p:nvGrpSpPr>
      <p:grpSpPr>
        <a:xfrm>
          <a:off x="0" y="0"/>
          <a:ext cx="0" cy="0"/>
          <a:chOff x="0" y="0"/>
          <a:chExt cx="0" cy="0"/>
        </a:xfrm>
      </p:grpSpPr>
      <p:sp>
        <p:nvSpPr>
          <p:cNvPr id="975" name="Google Shape;975;p53">
            <a:extLst>
              <a:ext uri="{FF2B5EF4-FFF2-40B4-BE49-F238E27FC236}">
                <a16:creationId xmlns:a16="http://schemas.microsoft.com/office/drawing/2014/main" id="{D81350C3-D5C2-E6DA-67E9-76F016A58B4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Pipeline – LLM POV</a:t>
            </a:r>
          </a:p>
        </p:txBody>
      </p:sp>
      <p:sp>
        <p:nvSpPr>
          <p:cNvPr id="976" name="Google Shape;976;p53">
            <a:extLst>
              <a:ext uri="{FF2B5EF4-FFF2-40B4-BE49-F238E27FC236}">
                <a16:creationId xmlns:a16="http://schemas.microsoft.com/office/drawing/2014/main" id="{35886283-12AB-6EA3-1132-459C03EDC487}"/>
              </a:ext>
            </a:extLst>
          </p:cNvPr>
          <p:cNvSpPr txBox="1"/>
          <p:nvPr/>
        </p:nvSpPr>
        <p:spPr>
          <a:xfrm>
            <a:off x="7200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You get briefed about the task (System prompt)</a:t>
            </a:r>
          </a:p>
        </p:txBody>
      </p:sp>
      <p:sp>
        <p:nvSpPr>
          <p:cNvPr id="977" name="Google Shape;977;p53">
            <a:extLst>
              <a:ext uri="{FF2B5EF4-FFF2-40B4-BE49-F238E27FC236}">
                <a16:creationId xmlns:a16="http://schemas.microsoft.com/office/drawing/2014/main" id="{00DC3578-EDC7-5FD8-1403-46422BAAA16E}"/>
              </a:ext>
            </a:extLst>
          </p:cNvPr>
          <p:cNvSpPr txBox="1"/>
          <p:nvPr/>
        </p:nvSpPr>
        <p:spPr>
          <a:xfrm>
            <a:off x="720000" y="1208700"/>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Initial instructions</a:t>
            </a:r>
          </a:p>
        </p:txBody>
      </p:sp>
      <p:sp>
        <p:nvSpPr>
          <p:cNvPr id="978" name="Google Shape;978;p53">
            <a:extLst>
              <a:ext uri="{FF2B5EF4-FFF2-40B4-BE49-F238E27FC236}">
                <a16:creationId xmlns:a16="http://schemas.microsoft.com/office/drawing/2014/main" id="{A583ADF1-DD52-6BA8-79EB-F5955C9B6216}"/>
              </a:ext>
            </a:extLst>
          </p:cNvPr>
          <p:cNvSpPr txBox="1"/>
          <p:nvPr/>
        </p:nvSpPr>
        <p:spPr>
          <a:xfrm>
            <a:off x="34026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Think about the provided document and find the answer</a:t>
            </a:r>
          </a:p>
        </p:txBody>
      </p:sp>
      <p:sp>
        <p:nvSpPr>
          <p:cNvPr id="979" name="Google Shape;979;p53">
            <a:extLst>
              <a:ext uri="{FF2B5EF4-FFF2-40B4-BE49-F238E27FC236}">
                <a16:creationId xmlns:a16="http://schemas.microsoft.com/office/drawing/2014/main" id="{4CD61499-61E0-C457-00FF-29369494573A}"/>
              </a:ext>
            </a:extLst>
          </p:cNvPr>
          <p:cNvSpPr txBox="1"/>
          <p:nvPr/>
        </p:nvSpPr>
        <p:spPr>
          <a:xfrm>
            <a:off x="3402600" y="1208700"/>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dirty="0">
                <a:solidFill>
                  <a:schemeClr val="accent5"/>
                </a:solidFill>
                <a:latin typeface="Sora"/>
                <a:ea typeface="Sora"/>
                <a:cs typeface="Sora"/>
                <a:sym typeface="Sora"/>
              </a:rPr>
              <a:t>Solution </a:t>
            </a:r>
            <a:r>
              <a:rPr lang="en-US" sz="2000" b="1" noProof="0" dirty="0">
                <a:solidFill>
                  <a:schemeClr val="accent5"/>
                </a:solidFill>
                <a:latin typeface="Sora"/>
                <a:ea typeface="Sora"/>
                <a:cs typeface="Sora"/>
                <a:sym typeface="Sora"/>
              </a:rPr>
              <a:t>Reasoning</a:t>
            </a:r>
          </a:p>
        </p:txBody>
      </p:sp>
      <p:sp>
        <p:nvSpPr>
          <p:cNvPr id="980" name="Google Shape;980;p53">
            <a:extLst>
              <a:ext uri="{FF2B5EF4-FFF2-40B4-BE49-F238E27FC236}">
                <a16:creationId xmlns:a16="http://schemas.microsoft.com/office/drawing/2014/main" id="{5D40DDC2-3CDB-08C8-7FE6-EB14F862376E}"/>
              </a:ext>
            </a:extLst>
          </p:cNvPr>
          <p:cNvSpPr txBox="1"/>
          <p:nvPr/>
        </p:nvSpPr>
        <p:spPr>
          <a:xfrm>
            <a:off x="60852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Think about how sure you are about your answer</a:t>
            </a:r>
          </a:p>
        </p:txBody>
      </p:sp>
      <p:sp>
        <p:nvSpPr>
          <p:cNvPr id="981" name="Google Shape;981;p53">
            <a:extLst>
              <a:ext uri="{FF2B5EF4-FFF2-40B4-BE49-F238E27FC236}">
                <a16:creationId xmlns:a16="http://schemas.microsoft.com/office/drawing/2014/main" id="{A5F857BD-D08E-B93D-AA33-622356532A7C}"/>
              </a:ext>
            </a:extLst>
          </p:cNvPr>
          <p:cNvSpPr txBox="1"/>
          <p:nvPr/>
        </p:nvSpPr>
        <p:spPr>
          <a:xfrm>
            <a:off x="6085200" y="1208700"/>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Confidence Reasoning</a:t>
            </a:r>
          </a:p>
        </p:txBody>
      </p:sp>
      <p:sp>
        <p:nvSpPr>
          <p:cNvPr id="982" name="Google Shape;982;p53">
            <a:extLst>
              <a:ext uri="{FF2B5EF4-FFF2-40B4-BE49-F238E27FC236}">
                <a16:creationId xmlns:a16="http://schemas.microsoft.com/office/drawing/2014/main" id="{ED9423D2-9C00-B3A5-7951-3C9C9E0FC217}"/>
              </a:ext>
            </a:extLst>
          </p:cNvPr>
          <p:cNvSpPr txBox="1"/>
          <p:nvPr/>
        </p:nvSpPr>
        <p:spPr>
          <a:xfrm>
            <a:off x="1586633"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Provide your answer and your confidence score to the user</a:t>
            </a:r>
          </a:p>
        </p:txBody>
      </p:sp>
      <p:sp>
        <p:nvSpPr>
          <p:cNvPr id="983" name="Google Shape;983;p53">
            <a:extLst>
              <a:ext uri="{FF2B5EF4-FFF2-40B4-BE49-F238E27FC236}">
                <a16:creationId xmlns:a16="http://schemas.microsoft.com/office/drawing/2014/main" id="{A2832A7C-4E6D-E81C-EA1F-997779F13B0F}"/>
              </a:ext>
            </a:extLst>
          </p:cNvPr>
          <p:cNvSpPr txBox="1"/>
          <p:nvPr/>
        </p:nvSpPr>
        <p:spPr>
          <a:xfrm>
            <a:off x="1586633" y="3039843"/>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Decision</a:t>
            </a:r>
          </a:p>
        </p:txBody>
      </p:sp>
      <p:sp>
        <p:nvSpPr>
          <p:cNvPr id="984" name="Google Shape;984;p53">
            <a:extLst>
              <a:ext uri="{FF2B5EF4-FFF2-40B4-BE49-F238E27FC236}">
                <a16:creationId xmlns:a16="http://schemas.microsoft.com/office/drawing/2014/main" id="{D3C3EEF0-8A04-CE2F-6F65-9F16DC183CD6}"/>
              </a:ext>
            </a:extLst>
          </p:cNvPr>
          <p:cNvSpPr txBox="1"/>
          <p:nvPr/>
        </p:nvSpPr>
        <p:spPr>
          <a:xfrm>
            <a:off x="49158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(Fuzzy) compare your solution against the ground truth</a:t>
            </a:r>
          </a:p>
        </p:txBody>
      </p:sp>
      <p:sp>
        <p:nvSpPr>
          <p:cNvPr id="985" name="Google Shape;985;p53">
            <a:extLst>
              <a:ext uri="{FF2B5EF4-FFF2-40B4-BE49-F238E27FC236}">
                <a16:creationId xmlns:a16="http://schemas.microsoft.com/office/drawing/2014/main" id="{CD083308-81EB-AD44-0E0C-3F4EDF257E48}"/>
              </a:ext>
            </a:extLst>
          </p:cNvPr>
          <p:cNvSpPr txBox="1"/>
          <p:nvPr/>
        </p:nvSpPr>
        <p:spPr>
          <a:xfrm>
            <a:off x="4915800" y="3039843"/>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AT" sz="2000" b="1" dirty="0">
                <a:solidFill>
                  <a:schemeClr val="accent5"/>
                </a:solidFill>
                <a:latin typeface="Sora"/>
                <a:ea typeface="Sora"/>
                <a:cs typeface="Sora"/>
                <a:sym typeface="Sora"/>
              </a:rPr>
              <a:t>C</a:t>
            </a:r>
            <a:r>
              <a:rPr lang="en-US" sz="2000" b="1" dirty="0" err="1">
                <a:solidFill>
                  <a:schemeClr val="accent5"/>
                </a:solidFill>
                <a:latin typeface="Sora"/>
                <a:ea typeface="Sora"/>
                <a:cs typeface="Sora"/>
                <a:sym typeface="Sora"/>
              </a:rPr>
              <a:t>ompare</a:t>
            </a:r>
            <a:r>
              <a:rPr lang="en-US" sz="2000" b="1" dirty="0">
                <a:solidFill>
                  <a:schemeClr val="accent5"/>
                </a:solidFill>
                <a:latin typeface="Sora"/>
                <a:ea typeface="Sora"/>
                <a:cs typeface="Sora"/>
                <a:sym typeface="Sora"/>
              </a:rPr>
              <a:t> to </a:t>
            </a:r>
            <a:r>
              <a:rPr lang="en-US" sz="2000" b="1" dirty="0" err="1">
                <a:solidFill>
                  <a:schemeClr val="accent5"/>
                </a:solidFill>
                <a:latin typeface="Sora"/>
                <a:ea typeface="Sora"/>
                <a:cs typeface="Sora"/>
                <a:sym typeface="Sora"/>
              </a:rPr>
              <a:t>Groundtruth</a:t>
            </a:r>
            <a:endParaRPr lang="en-US" sz="2000" b="1" noProof="0" dirty="0">
              <a:solidFill>
                <a:schemeClr val="accent5"/>
              </a:solidFill>
              <a:latin typeface="Sora"/>
              <a:ea typeface="Sora"/>
              <a:cs typeface="Sora"/>
              <a:sym typeface="Sora"/>
            </a:endParaRPr>
          </a:p>
        </p:txBody>
      </p:sp>
      <p:cxnSp>
        <p:nvCxnSpPr>
          <p:cNvPr id="988" name="Google Shape;988;p53">
            <a:extLst>
              <a:ext uri="{FF2B5EF4-FFF2-40B4-BE49-F238E27FC236}">
                <a16:creationId xmlns:a16="http://schemas.microsoft.com/office/drawing/2014/main" id="{59210C2B-5904-410B-7AF6-F36B209EBA0C}"/>
              </a:ext>
            </a:extLst>
          </p:cNvPr>
          <p:cNvCxnSpPr>
            <a:cxnSpLocks/>
            <a:stCxn id="977" idx="3"/>
            <a:endCxn id="979" idx="1"/>
          </p:cNvCxnSpPr>
          <p:nvPr/>
        </p:nvCxnSpPr>
        <p:spPr>
          <a:xfrm>
            <a:off x="3058800" y="1539150"/>
            <a:ext cx="343800" cy="12700"/>
          </a:xfrm>
          <a:prstGeom prst="bentConnector3">
            <a:avLst>
              <a:gd name="adj1" fmla="val -36308"/>
            </a:avLst>
          </a:prstGeom>
          <a:noFill/>
          <a:ln w="19050" cap="flat" cmpd="sng">
            <a:solidFill>
              <a:schemeClr val="lt2"/>
            </a:solidFill>
            <a:prstDash val="solid"/>
            <a:round/>
            <a:headEnd type="none" w="med" len="med"/>
            <a:tailEnd type="oval" w="med" len="med"/>
          </a:ln>
        </p:spPr>
      </p:cxnSp>
      <p:cxnSp>
        <p:nvCxnSpPr>
          <p:cNvPr id="989" name="Google Shape;989;p53">
            <a:extLst>
              <a:ext uri="{FF2B5EF4-FFF2-40B4-BE49-F238E27FC236}">
                <a16:creationId xmlns:a16="http://schemas.microsoft.com/office/drawing/2014/main" id="{C16395D6-4439-6C34-79CC-F8C4D7ABE00F}"/>
              </a:ext>
            </a:extLst>
          </p:cNvPr>
          <p:cNvCxnSpPr>
            <a:cxnSpLocks/>
            <a:stCxn id="979" idx="3"/>
            <a:endCxn id="981" idx="1"/>
          </p:cNvCxnSpPr>
          <p:nvPr/>
        </p:nvCxnSpPr>
        <p:spPr>
          <a:xfrm>
            <a:off x="5741400" y="1539150"/>
            <a:ext cx="343800" cy="12700"/>
          </a:xfrm>
          <a:prstGeom prst="bentConnector3">
            <a:avLst>
              <a:gd name="adj1" fmla="val -38069"/>
            </a:avLst>
          </a:prstGeom>
          <a:noFill/>
          <a:ln w="19050" cap="flat" cmpd="sng">
            <a:solidFill>
              <a:schemeClr val="lt2"/>
            </a:solidFill>
            <a:prstDash val="solid"/>
            <a:round/>
            <a:headEnd type="none" w="med" len="med"/>
            <a:tailEnd type="oval" w="med" len="med"/>
          </a:ln>
        </p:spPr>
      </p:cxnSp>
      <p:cxnSp>
        <p:nvCxnSpPr>
          <p:cNvPr id="990" name="Google Shape;990;p53">
            <a:extLst>
              <a:ext uri="{FF2B5EF4-FFF2-40B4-BE49-F238E27FC236}">
                <a16:creationId xmlns:a16="http://schemas.microsoft.com/office/drawing/2014/main" id="{D19BB632-92B0-E1AB-AF1F-439E0ADA1881}"/>
              </a:ext>
            </a:extLst>
          </p:cNvPr>
          <p:cNvCxnSpPr>
            <a:cxnSpLocks/>
            <a:stCxn id="980" idx="2"/>
            <a:endCxn id="983" idx="0"/>
          </p:cNvCxnSpPr>
          <p:nvPr/>
        </p:nvCxnSpPr>
        <p:spPr>
          <a:xfrm rot="5400000">
            <a:off x="4752508" y="537751"/>
            <a:ext cx="505618" cy="4498567"/>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91" name="Google Shape;991;p53">
            <a:extLst>
              <a:ext uri="{FF2B5EF4-FFF2-40B4-BE49-F238E27FC236}">
                <a16:creationId xmlns:a16="http://schemas.microsoft.com/office/drawing/2014/main" id="{CAE9B0E0-6165-8492-F9FA-062E8FE51BBA}"/>
              </a:ext>
            </a:extLst>
          </p:cNvPr>
          <p:cNvCxnSpPr>
            <a:cxnSpLocks/>
            <a:stCxn id="983" idx="3"/>
          </p:cNvCxnSpPr>
          <p:nvPr/>
        </p:nvCxnSpPr>
        <p:spPr>
          <a:xfrm>
            <a:off x="3925433" y="3370293"/>
            <a:ext cx="2495839" cy="92197"/>
          </a:xfrm>
          <a:prstGeom prst="bentConnector3">
            <a:avLst>
              <a:gd name="adj1" fmla="val 103862"/>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26117775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6D9136-93EB-92DF-57F8-BF3F550D5727}"/>
              </a:ext>
            </a:extLst>
          </p:cNvPr>
          <p:cNvSpPr>
            <a:spLocks noGrp="1"/>
          </p:cNvSpPr>
          <p:nvPr>
            <p:ph type="title"/>
          </p:nvPr>
        </p:nvSpPr>
        <p:spPr/>
        <p:txBody>
          <a:bodyPr/>
          <a:lstStyle/>
          <a:p>
            <a:r>
              <a:rPr lang="en-US" dirty="0"/>
              <a:t>Reasoning traces – Step 1</a:t>
            </a:r>
          </a:p>
        </p:txBody>
      </p:sp>
      <p:sp>
        <p:nvSpPr>
          <p:cNvPr id="4" name="Textfeld 3">
            <a:extLst>
              <a:ext uri="{FF2B5EF4-FFF2-40B4-BE49-F238E27FC236}">
                <a16:creationId xmlns:a16="http://schemas.microsoft.com/office/drawing/2014/main" id="{787A0A70-C815-5FBD-6978-5AF9603CF946}"/>
              </a:ext>
            </a:extLst>
          </p:cNvPr>
          <p:cNvSpPr txBox="1"/>
          <p:nvPr/>
        </p:nvSpPr>
        <p:spPr>
          <a:xfrm>
            <a:off x="360309" y="1017725"/>
            <a:ext cx="8711023" cy="3863878"/>
          </a:xfrm>
          <a:prstGeom prst="rect">
            <a:avLst/>
          </a:prstGeom>
          <a:noFill/>
        </p:spPr>
        <p:txBody>
          <a:bodyPr wrap="square">
            <a:spAutoFit/>
          </a:bodyPr>
          <a:lstStyle/>
          <a:p>
            <a:pPr>
              <a:lnSpc>
                <a:spcPts val="1425"/>
              </a:lnSpc>
              <a:buNone/>
            </a:pPr>
            <a:r>
              <a:rPr lang="de-AT" sz="1600" b="0" dirty="0">
                <a:solidFill>
                  <a:schemeClr val="tx2"/>
                </a:solidFill>
                <a:effectLst/>
                <a:latin typeface="Consolas" panose="020B0609020204030204" pitchFamily="49" charset="0"/>
              </a:rPr>
              <a:t>"</a:t>
            </a:r>
            <a:r>
              <a:rPr lang="de-AT" sz="1600" b="0" dirty="0" err="1">
                <a:solidFill>
                  <a:schemeClr val="tx2"/>
                </a:solidFill>
                <a:effectLst/>
                <a:latin typeface="Consolas" panose="020B0609020204030204" pitchFamily="49" charset="0"/>
              </a:rPr>
              <a:t>reasoning</a:t>
            </a:r>
            <a:r>
              <a:rPr lang="de-AT" sz="1600" b="0" dirty="0">
                <a:solidFill>
                  <a:schemeClr val="tx2"/>
                </a:solidFill>
                <a:effectLst/>
                <a:latin typeface="Consolas" panose="020B0609020204030204" pitchFamily="49" charset="0"/>
              </a:rPr>
              <a:t>": { "step1": </a:t>
            </a:r>
            <a:r>
              <a:rPr lang="de-AT" sz="1600" b="0" dirty="0">
                <a:solidFill>
                  <a:schemeClr val="tx1"/>
                </a:solidFill>
                <a:effectLst/>
                <a:latin typeface="Consolas" panose="020B0609020204030204" pitchFamily="49" charset="0"/>
              </a:rPr>
              <a:t>"Plan and </a:t>
            </a:r>
            <a:r>
              <a:rPr lang="de-AT" sz="1600" b="0" dirty="0" err="1">
                <a:solidFill>
                  <a:schemeClr val="tx1"/>
                </a:solidFill>
                <a:effectLst/>
                <a:latin typeface="Consolas" panose="020B0609020204030204" pitchFamily="49" charset="0"/>
              </a:rPr>
              <a:t>findings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concise</a:t>
            </a:r>
            <a:r>
              <a:rPr lang="de-AT" sz="1600" b="0" dirty="0">
                <a:solidFill>
                  <a:schemeClr val="tx1"/>
                </a:solidFill>
                <a:effectLst/>
                <a:latin typeface="Consolas" panose="020B0609020204030204" pitchFamily="49" charset="0"/>
              </a:rPr>
              <a:t>, non-sensitive):</a:t>
            </a:r>
          </a:p>
          <a:p>
            <a:pPr>
              <a:lnSpc>
                <a:spcPts val="1425"/>
              </a:lnSpc>
              <a:buNone/>
            </a:pPr>
            <a:r>
              <a:rPr lang="de-AT" sz="1600" b="0" dirty="0">
                <a:solidFill>
                  <a:schemeClr val="tx1"/>
                </a:solidFill>
                <a:effectLst/>
                <a:latin typeface="Consolas" panose="020B0609020204030204" pitchFamily="49" charset="0"/>
              </a:rPr>
              <a:t>- Classification: </a:t>
            </a:r>
            <a:r>
              <a:rPr lang="de-AT" sz="1600" b="0" dirty="0" err="1">
                <a:solidFill>
                  <a:schemeClr val="tx1"/>
                </a:solidFill>
                <a:effectLst/>
                <a:latin typeface="Consolas" panose="020B0609020204030204" pitchFamily="49" charset="0"/>
              </a:rPr>
              <a:t>Document</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contains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clear</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invoice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indicators</a:t>
            </a:r>
            <a:r>
              <a:rPr lang="de-AT" sz="1600" b="0" dirty="0">
                <a:solidFill>
                  <a:schemeClr val="tx1"/>
                </a:solidFill>
                <a:effectLst/>
                <a:latin typeface="Consolas" panose="020B0609020204030204" pitchFamily="49" charset="0"/>
              </a:rPr>
              <a:t> ("Rechnung", </a:t>
            </a:r>
            <a:r>
              <a:rPr lang="de-AT" sz="1600" b="0" dirty="0" err="1">
                <a:solidFill>
                  <a:schemeClr val="tx1"/>
                </a:solidFill>
                <a:effectLst/>
                <a:latin typeface="Consolas" panose="020B0609020204030204" pitchFamily="49" charset="0"/>
              </a:rPr>
              <a:t>invoice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number</a:t>
            </a:r>
            <a:r>
              <a:rPr lang="de-AT" sz="1600" b="0" dirty="0">
                <a:solidFill>
                  <a:schemeClr val="tx1"/>
                </a:solidFill>
                <a:effectLst/>
                <a:latin typeface="Consolas" panose="020B0609020204030204" pitchFamily="49" charset="0"/>
              </a:rPr>
              <a:t>, VAT, </a:t>
            </a:r>
            <a:r>
              <a:rPr lang="de-AT" sz="1600" b="0" dirty="0" err="1">
                <a:solidFill>
                  <a:schemeClr val="tx1"/>
                </a:solidFill>
                <a:effectLst/>
                <a:latin typeface="Consolas" panose="020B0609020204030204" pitchFamily="49" charset="0"/>
              </a:rPr>
              <a:t>totals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line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items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No</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exclusion</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terms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dominating</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Proceed</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invoice</a:t>
            </a:r>
            <a:r>
              <a:rPr lang="de-AT" sz="1600" b="0" dirty="0">
                <a:solidFill>
                  <a:schemeClr val="tx1"/>
                </a:solidFill>
                <a:effectLst/>
                <a:latin typeface="Consolas" panose="020B0609020204030204" pitchFamily="49" charset="0"/>
              </a:rPr>
              <a:t>.</a:t>
            </a:r>
          </a:p>
          <a:p>
            <a:pPr>
              <a:lnSpc>
                <a:spcPts val="1425"/>
              </a:lnSpc>
              <a:buNone/>
            </a:pP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Locate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fields</a:t>
            </a:r>
            <a:r>
              <a:rPr lang="de-AT" sz="1600" b="0" dirty="0">
                <a:solidFill>
                  <a:schemeClr val="tx1"/>
                </a:solidFill>
                <a:effectLst/>
                <a:latin typeface="Consolas" panose="020B0609020204030204" pitchFamily="49" charset="0"/>
              </a:rPr>
              <a:t>:  </a:t>
            </a:r>
          </a:p>
          <a:p>
            <a:pPr>
              <a:lnSpc>
                <a:spcPts val="1425"/>
              </a:lnSpc>
              <a:buNone/>
            </a:pPr>
            <a:r>
              <a:rPr lang="de-AT" sz="1600" b="0" dirty="0">
                <a:solidFill>
                  <a:schemeClr val="tx1"/>
                </a:solidFill>
                <a:effectLst/>
                <a:latin typeface="Consolas" panose="020B0609020204030204" pitchFamily="49" charset="0"/>
              </a:rPr>
              <a:t>	- </a:t>
            </a:r>
            <a:r>
              <a:rPr lang="de-AT" sz="1600" b="0" dirty="0" err="1">
                <a:solidFill>
                  <a:schemeClr val="tx1"/>
                </a:solidFill>
                <a:effectLst/>
                <a:latin typeface="Consolas" panose="020B0609020204030204" pitchFamily="49" charset="0"/>
              </a:rPr>
              <a:t>Invoice.Date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found</a:t>
            </a:r>
            <a:r>
              <a:rPr lang="de-AT" sz="1600" b="0" dirty="0">
                <a:solidFill>
                  <a:schemeClr val="tx1"/>
                </a:solidFill>
                <a:effectLst/>
                <a:latin typeface="Consolas" panose="020B0609020204030204" pitchFamily="49" charset="0"/>
              </a:rPr>
              <a:t> "Datum 06.04.2023".  </a:t>
            </a:r>
          </a:p>
          <a:p>
            <a:pPr>
              <a:lnSpc>
                <a:spcPts val="1425"/>
              </a:lnSpc>
              <a:buNone/>
            </a:pPr>
            <a:r>
              <a:rPr lang="de-AT" sz="1600" dirty="0">
                <a:solidFill>
                  <a:schemeClr val="tx1"/>
                </a:solidFill>
                <a:latin typeface="Consolas" panose="020B0609020204030204" pitchFamily="49" charset="0"/>
              </a:rPr>
              <a:t>	</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Sender.VatId</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header</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shows</a:t>
            </a:r>
            <a:r>
              <a:rPr lang="de-AT" sz="1600" b="0" dirty="0">
                <a:solidFill>
                  <a:schemeClr val="tx1"/>
                </a:solidFill>
                <a:effectLst/>
                <a:latin typeface="Consolas" panose="020B0609020204030204" pitchFamily="49" charset="0"/>
              </a:rPr>
              <a:t> "VAT Registration n° ATU39103108" and </a:t>
            </a:r>
            <a:r>
              <a:rPr lang="de-AT" sz="1600" b="0" dirty="0" err="1">
                <a:solidFill>
                  <a:schemeClr val="tx1"/>
                </a:solidFill>
                <a:effectLst/>
                <a:latin typeface="Consolas" panose="020B0609020204030204" pitchFamily="49" charset="0"/>
              </a:rPr>
              <a:t>footer</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repeats</a:t>
            </a:r>
            <a:r>
              <a:rPr lang="de-AT" sz="1600" b="0" dirty="0">
                <a:solidFill>
                  <a:schemeClr val="tx1"/>
                </a:solidFill>
                <a:effectLst/>
                <a:latin typeface="Consolas" panose="020B0609020204030204" pitchFamily="49" charset="0"/>
              </a:rPr>
              <a:t> "ATU39103108".  </a:t>
            </a:r>
          </a:p>
          <a:p>
            <a:pPr>
              <a:lnSpc>
                <a:spcPts val="1425"/>
              </a:lnSpc>
              <a:buNone/>
            </a:pPr>
            <a:r>
              <a:rPr lang="de-AT" sz="1600" dirty="0">
                <a:solidFill>
                  <a:schemeClr val="tx1"/>
                </a:solidFill>
                <a:latin typeface="Consolas" panose="020B0609020204030204" pitchFamily="49" charset="0"/>
              </a:rPr>
              <a:t>	</a:t>
            </a:r>
            <a:r>
              <a:rPr lang="de-AT" sz="1600" b="0" dirty="0">
                <a:solidFill>
                  <a:schemeClr val="tx1"/>
                </a:solidFill>
                <a:effectLst/>
                <a:latin typeface="Consolas" panose="020B0609020204030204" pitchFamily="49" charset="0"/>
              </a:rPr>
              <a:t>- Grand total: </a:t>
            </a:r>
            <a:r>
              <a:rPr lang="de-AT" sz="1600" b="0" dirty="0" err="1">
                <a:solidFill>
                  <a:schemeClr val="tx1"/>
                </a:solidFill>
                <a:effectLst/>
                <a:latin typeface="Consolas" panose="020B0609020204030204" pitchFamily="49" charset="0"/>
              </a:rPr>
              <a:t>table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shows</a:t>
            </a:r>
            <a:r>
              <a:rPr lang="de-AT" sz="1600" b="0" dirty="0">
                <a:solidFill>
                  <a:schemeClr val="tx1"/>
                </a:solidFill>
                <a:effectLst/>
                <a:latin typeface="Consolas" panose="020B0609020204030204" pitchFamily="49" charset="0"/>
              </a:rPr>
              <a:t> "Gesamtsumme brutto (EUR) 1.875,74" – </a:t>
            </a:r>
            <a:r>
              <a:rPr lang="de-AT" sz="1600" b="0" dirty="0" err="1">
                <a:solidFill>
                  <a:schemeClr val="tx1"/>
                </a:solidFill>
                <a:effectLst/>
                <a:latin typeface="Consolas" panose="020B0609020204030204" pitchFamily="49" charset="0"/>
              </a:rPr>
              <a:t>gross</a:t>
            </a:r>
            <a:r>
              <a:rPr lang="de-AT" sz="1600" b="0" dirty="0">
                <a:solidFill>
                  <a:schemeClr val="tx1"/>
                </a:solidFill>
                <a:effectLst/>
                <a:latin typeface="Consolas" panose="020B0609020204030204" pitchFamily="49" charset="0"/>
              </a:rPr>
              <a:t> total </a:t>
            </a:r>
            <a:r>
              <a:rPr lang="de-AT" sz="1600" b="0" dirty="0" err="1">
                <a:solidFill>
                  <a:schemeClr val="tx1"/>
                </a:solidFill>
                <a:effectLst/>
                <a:latin typeface="Consolas" panose="020B0609020204030204" pitchFamily="49" charset="0"/>
              </a:rPr>
              <a:t>appears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as</a:t>
            </a:r>
            <a:r>
              <a:rPr lang="de-AT" sz="1600" b="0" dirty="0">
                <a:solidFill>
                  <a:schemeClr val="tx1"/>
                </a:solidFill>
                <a:effectLst/>
                <a:latin typeface="Consolas" panose="020B0609020204030204" pitchFamily="49" charset="0"/>
              </a:rPr>
              <a:t> 1.875,74 EUR.  </a:t>
            </a:r>
          </a:p>
          <a:p>
            <a:pPr>
              <a:lnSpc>
                <a:spcPts val="1425"/>
              </a:lnSpc>
              <a:buNone/>
            </a:pPr>
            <a:r>
              <a:rPr lang="de-AT" sz="1600" dirty="0">
                <a:solidFill>
                  <a:schemeClr val="tx1"/>
                </a:solidFill>
                <a:latin typeface="Consolas" panose="020B0609020204030204" pitchFamily="49" charset="0"/>
              </a:rPr>
              <a:t>	</a:t>
            </a:r>
            <a:r>
              <a:rPr lang="de-AT" sz="1600" b="0" dirty="0">
                <a:solidFill>
                  <a:schemeClr val="tx1"/>
                </a:solidFill>
                <a:effectLst/>
                <a:latin typeface="Consolas" panose="020B0609020204030204" pitchFamily="49" charset="0"/>
              </a:rPr>
              <a:t>- VAT </a:t>
            </a:r>
            <a:r>
              <a:rPr lang="de-AT" sz="1600" b="0" dirty="0" err="1">
                <a:solidFill>
                  <a:schemeClr val="tx1"/>
                </a:solidFill>
                <a:effectLst/>
                <a:latin typeface="Consolas" panose="020B0609020204030204" pitchFamily="49" charset="0"/>
              </a:rPr>
              <a:t>group</a:t>
            </a:r>
            <a:r>
              <a:rPr lang="de-AT" sz="1600" b="0" dirty="0">
                <a:solidFill>
                  <a:schemeClr val="tx1"/>
                </a:solidFill>
                <a:effectLst/>
                <a:latin typeface="Consolas" panose="020B0609020204030204" pitchFamily="49" charset="0"/>
              </a:rPr>
              <a:t>: VAT rate </a:t>
            </a:r>
            <a:r>
              <a:rPr lang="de-AT" sz="1600" b="0" dirty="0" err="1">
                <a:solidFill>
                  <a:schemeClr val="tx1"/>
                </a:solidFill>
                <a:effectLst/>
                <a:latin typeface="Consolas" panose="020B0609020204030204" pitchFamily="49" charset="0"/>
              </a:rPr>
              <a:t>shown</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as</a:t>
            </a:r>
            <a:r>
              <a:rPr lang="de-AT" sz="1600" b="0" dirty="0">
                <a:solidFill>
                  <a:schemeClr val="tx1"/>
                </a:solidFill>
                <a:effectLst/>
                <a:latin typeface="Consolas" panose="020B0609020204030204" pitchFamily="49" charset="0"/>
              </a:rPr>
              <a:t> "20,00 %" </a:t>
            </a:r>
            <a:r>
              <a:rPr lang="de-AT" sz="1600" b="0" dirty="0" err="1">
                <a:solidFill>
                  <a:schemeClr val="tx1"/>
                </a:solidFill>
                <a:effectLst/>
                <a:latin typeface="Consolas" panose="020B0609020204030204" pitchFamily="49" charset="0"/>
              </a:rPr>
              <a:t>with</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corresponding</a:t>
            </a:r>
            <a:r>
              <a:rPr lang="de-AT" sz="1600" b="0" dirty="0">
                <a:solidFill>
                  <a:schemeClr val="tx1"/>
                </a:solidFill>
                <a:effectLst/>
                <a:latin typeface="Consolas" panose="020B0609020204030204" pitchFamily="49" charset="0"/>
              </a:rPr>
              <a:t> VAT </a:t>
            </a:r>
            <a:r>
              <a:rPr lang="de-AT" sz="1600" b="0" dirty="0" err="1">
                <a:solidFill>
                  <a:schemeClr val="tx1"/>
                </a:solidFill>
                <a:effectLst/>
                <a:latin typeface="Consolas" panose="020B0609020204030204" pitchFamily="49" charset="0"/>
              </a:rPr>
              <a:t>amount</a:t>
            </a:r>
            <a:r>
              <a:rPr lang="de-AT" sz="1600" b="0" dirty="0">
                <a:solidFill>
                  <a:schemeClr val="tx1"/>
                </a:solidFill>
                <a:effectLst/>
                <a:latin typeface="Consolas" panose="020B0609020204030204" pitchFamily="49" charset="0"/>
              </a:rPr>
              <a:t> "312,62" and </a:t>
            </a:r>
            <a:r>
              <a:rPr lang="de-AT" sz="1600" b="0" dirty="0" err="1">
                <a:solidFill>
                  <a:schemeClr val="tx1"/>
                </a:solidFill>
                <a:effectLst/>
                <a:latin typeface="Consolas" panose="020B0609020204030204" pitchFamily="49" charset="0"/>
              </a:rPr>
              <a:t>net</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amount</a:t>
            </a:r>
            <a:r>
              <a:rPr lang="de-AT" sz="1600" b="0" dirty="0">
                <a:solidFill>
                  <a:schemeClr val="tx1"/>
                </a:solidFill>
                <a:effectLst/>
                <a:latin typeface="Consolas" panose="020B0609020204030204" pitchFamily="49" charset="0"/>
              </a:rPr>
              <a:t> "1.563,12".  </a:t>
            </a:r>
          </a:p>
          <a:p>
            <a:pPr>
              <a:lnSpc>
                <a:spcPts val="1425"/>
              </a:lnSpc>
              <a:buNone/>
            </a:pPr>
            <a:r>
              <a:rPr lang="de-AT" sz="1600" dirty="0">
                <a:solidFill>
                  <a:schemeClr val="tx1"/>
                </a:solidFill>
                <a:latin typeface="Consolas" panose="020B0609020204030204" pitchFamily="49" charset="0"/>
              </a:rPr>
              <a:t>		</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Net.Amount</a:t>
            </a:r>
            <a:r>
              <a:rPr lang="de-AT" sz="1600" b="0" dirty="0">
                <a:solidFill>
                  <a:schemeClr val="tx1"/>
                </a:solidFill>
                <a:effectLst/>
                <a:latin typeface="Consolas" panose="020B0609020204030204" pitchFamily="49" charset="0"/>
              </a:rPr>
              <a:t>: 1.563,12 (</a:t>
            </a:r>
            <a:r>
              <a:rPr lang="de-AT" sz="1600" b="0" dirty="0" err="1">
                <a:solidFill>
                  <a:schemeClr val="tx1"/>
                </a:solidFill>
                <a:effectLst/>
                <a:latin typeface="Consolas" panose="020B0609020204030204" pitchFamily="49" charset="0"/>
              </a:rPr>
              <a:t>matches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net</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column</a:t>
            </a:r>
            <a:r>
              <a:rPr lang="de-AT" sz="1600" b="0" dirty="0">
                <a:solidFill>
                  <a:schemeClr val="tx1"/>
                </a:solidFill>
                <a:effectLst/>
                <a:latin typeface="Consolas" panose="020B0609020204030204" pitchFamily="49" charset="0"/>
              </a:rPr>
              <a:t>).  </a:t>
            </a:r>
          </a:p>
          <a:p>
            <a:pPr>
              <a:lnSpc>
                <a:spcPts val="1425"/>
              </a:lnSpc>
              <a:buNone/>
            </a:pPr>
            <a:r>
              <a:rPr lang="de-AT" sz="1600" dirty="0">
                <a:solidFill>
                  <a:schemeClr val="tx1"/>
                </a:solidFill>
                <a:latin typeface="Consolas" panose="020B0609020204030204" pitchFamily="49" charset="0"/>
              </a:rPr>
              <a:t>		</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Vat.Amount</a:t>
            </a:r>
            <a:r>
              <a:rPr lang="de-AT" sz="1600" b="0" dirty="0">
                <a:solidFill>
                  <a:schemeClr val="tx1"/>
                </a:solidFill>
                <a:effectLst/>
                <a:latin typeface="Consolas" panose="020B0609020204030204" pitchFamily="49" charset="0"/>
              </a:rPr>
              <a:t>: 312,62.  </a:t>
            </a:r>
          </a:p>
          <a:p>
            <a:pPr>
              <a:lnSpc>
                <a:spcPts val="1425"/>
              </a:lnSpc>
              <a:buNone/>
            </a:pPr>
            <a:r>
              <a:rPr lang="de-AT" sz="1600" dirty="0">
                <a:solidFill>
                  <a:schemeClr val="tx1"/>
                </a:solidFill>
                <a:latin typeface="Consolas" panose="020B0609020204030204" pitchFamily="49" charset="0"/>
              </a:rPr>
              <a:t>		</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Vat.Rate</a:t>
            </a:r>
            <a:r>
              <a:rPr lang="de-AT" sz="1600" b="0" dirty="0">
                <a:solidFill>
                  <a:schemeClr val="tx1"/>
                </a:solidFill>
                <a:effectLst/>
                <a:latin typeface="Consolas" panose="020B0609020204030204" pitchFamily="49" charset="0"/>
              </a:rPr>
              <a:t>: 20 (</a:t>
            </a:r>
            <a:r>
              <a:rPr lang="de-AT" sz="1600" b="0" dirty="0" err="1">
                <a:solidFill>
                  <a:schemeClr val="tx1"/>
                </a:solidFill>
                <a:effectLst/>
                <a:latin typeface="Consolas" panose="020B0609020204030204" pitchFamily="49" charset="0"/>
              </a:rPr>
              <a:t>remove</a:t>
            </a:r>
            <a:r>
              <a:rPr lang="de-AT" sz="1600" b="0" dirty="0">
                <a:solidFill>
                  <a:schemeClr val="tx1"/>
                </a:solidFill>
                <a:effectLst/>
                <a:latin typeface="Consolas" panose="020B0609020204030204" pitchFamily="49" charset="0"/>
              </a:rPr>
              <a:t> % per </a:t>
            </a:r>
            <a:r>
              <a:rPr lang="de-AT" sz="1600" b="0" dirty="0" err="1">
                <a:solidFill>
                  <a:schemeClr val="tx1"/>
                </a:solidFill>
                <a:effectLst/>
                <a:latin typeface="Consolas" panose="020B0609020204030204" pitchFamily="49" charset="0"/>
              </a:rPr>
              <a:t>rule</a:t>
            </a:r>
            <a:r>
              <a:rPr lang="de-AT" sz="1600" b="0" dirty="0">
                <a:solidFill>
                  <a:schemeClr val="tx1"/>
                </a:solidFill>
                <a:effectLst/>
                <a:latin typeface="Consolas" panose="020B0609020204030204" pitchFamily="49" charset="0"/>
              </a:rPr>
              <a:t>).</a:t>
            </a:r>
          </a:p>
          <a:p>
            <a:pPr marL="285750" indent="-285750">
              <a:lnSpc>
                <a:spcPts val="1425"/>
              </a:lnSpc>
              <a:buFontTx/>
              <a:buChar char="-"/>
            </a:pPr>
            <a:r>
              <a:rPr lang="de-AT" sz="1600" b="0" dirty="0">
                <a:solidFill>
                  <a:schemeClr val="tx1"/>
                </a:solidFill>
                <a:effectLst/>
                <a:latin typeface="Consolas" panose="020B0609020204030204" pitchFamily="49" charset="0"/>
              </a:rPr>
              <a:t>Notes on </a:t>
            </a:r>
            <a:r>
              <a:rPr lang="de-AT" sz="1600" b="0" dirty="0" err="1">
                <a:solidFill>
                  <a:schemeClr val="tx1"/>
                </a:solidFill>
                <a:effectLst/>
                <a:latin typeface="Consolas" panose="020B0609020204030204" pitchFamily="49" charset="0"/>
              </a:rPr>
              <a:t>formats</a:t>
            </a:r>
            <a:r>
              <a:rPr lang="de-AT" sz="1600" b="0" dirty="0">
                <a:solidFill>
                  <a:schemeClr val="tx1"/>
                </a:solidFill>
                <a:effectLst/>
                <a:latin typeface="Consolas" panose="020B0609020204030204" pitchFamily="49" charset="0"/>
              </a:rPr>
              <a:t> and </a:t>
            </a:r>
            <a:r>
              <a:rPr lang="de-AT" sz="1600" b="0" dirty="0" err="1">
                <a:solidFill>
                  <a:schemeClr val="tx1"/>
                </a:solidFill>
                <a:effectLst/>
                <a:latin typeface="Consolas" panose="020B0609020204030204" pitchFamily="49" charset="0"/>
              </a:rPr>
              <a:t>rules</a:t>
            </a:r>
            <a:r>
              <a:rPr lang="de-AT" sz="1600" b="0" dirty="0">
                <a:solidFill>
                  <a:schemeClr val="tx1"/>
                </a:solidFill>
                <a:effectLst/>
                <a:latin typeface="Consolas" panose="020B0609020204030204" pitchFamily="49" charset="0"/>
              </a:rPr>
              <a:t>:  - </a:t>
            </a:r>
            <a:r>
              <a:rPr lang="de-AT" sz="1600" b="0" dirty="0" err="1">
                <a:solidFill>
                  <a:schemeClr val="tx1"/>
                </a:solidFill>
                <a:effectLst/>
                <a:latin typeface="Consolas" panose="020B0609020204030204" pitchFamily="49" charset="0"/>
              </a:rPr>
              <a:t>Numeric</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formats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use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comma</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decimal</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separator</a:t>
            </a:r>
            <a:r>
              <a:rPr lang="de-AT" sz="1600" b="0" dirty="0">
                <a:solidFill>
                  <a:schemeClr val="tx1"/>
                </a:solidFill>
                <a:effectLst/>
                <a:latin typeface="Consolas" panose="020B0609020204030204" pitchFamily="49" charset="0"/>
              </a:rPr>
              <a:t> in source; final </a:t>
            </a:r>
            <a:r>
              <a:rPr lang="de-AT" sz="1600" b="0" dirty="0" err="1">
                <a:solidFill>
                  <a:schemeClr val="tx1"/>
                </a:solidFill>
                <a:effectLst/>
                <a:latin typeface="Consolas" panose="020B0609020204030204" pitchFamily="49" charset="0"/>
              </a:rPr>
              <a:t>numeric</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values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must</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preserve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decimals</a:t>
            </a:r>
            <a:r>
              <a:rPr lang="de-AT" sz="1600" b="0" dirty="0">
                <a:solidFill>
                  <a:schemeClr val="tx1"/>
                </a:solidFill>
                <a:effectLst/>
                <a:latin typeface="Consolas" panose="020B0609020204030204" pitchFamily="49" charset="0"/>
              </a:rPr>
              <a:t> but </a:t>
            </a:r>
            <a:r>
              <a:rPr lang="de-AT" sz="1600" b="0" dirty="0" err="1">
                <a:solidFill>
                  <a:schemeClr val="tx1"/>
                </a:solidFill>
                <a:effectLst/>
                <a:latin typeface="Consolas" panose="020B0609020204030204" pitchFamily="49" charset="0"/>
              </a:rPr>
              <a:t>as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numbers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keep</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decimal</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precision</a:t>
            </a:r>
            <a:r>
              <a:rPr lang="de-AT" sz="1600" b="0" dirty="0">
                <a:solidFill>
                  <a:schemeClr val="tx1"/>
                </a:solidFill>
                <a:effectLst/>
                <a:latin typeface="Consolas" panose="020B0609020204030204" pitchFamily="49" charset="0"/>
              </a:rPr>
              <a:t>).  </a:t>
            </a:r>
          </a:p>
          <a:p>
            <a:pPr marL="285750" indent="-285750">
              <a:lnSpc>
                <a:spcPts val="1425"/>
              </a:lnSpc>
              <a:buFontTx/>
              <a:buChar char="-"/>
            </a:pPr>
            <a:r>
              <a:rPr lang="de-AT" sz="1600" b="0" dirty="0" err="1">
                <a:solidFill>
                  <a:schemeClr val="tx1"/>
                </a:solidFill>
                <a:effectLst/>
                <a:latin typeface="Consolas" panose="020B0609020204030204" pitchFamily="49" charset="0"/>
              </a:rPr>
              <a:t>No</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fields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are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being</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inferred</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beyond</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explicitly</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present</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values</a:t>
            </a:r>
            <a:r>
              <a:rPr lang="de-AT" sz="1600" b="0" dirty="0">
                <a:solidFill>
                  <a:schemeClr val="tx1"/>
                </a:solidFill>
                <a:effectLst/>
                <a:latin typeface="Consolas" panose="020B0609020204030204" pitchFamily="49" charset="0"/>
              </a:rPr>
              <a:t>.  </a:t>
            </a:r>
          </a:p>
          <a:p>
            <a:pPr>
              <a:lnSpc>
                <a:spcPts val="1425"/>
              </a:lnSpc>
            </a:pP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If</a:t>
            </a:r>
            <a:r>
              <a:rPr lang="de-AT" sz="1600" b="0" dirty="0">
                <a:solidFill>
                  <a:schemeClr val="tx1"/>
                </a:solidFill>
                <a:effectLst/>
                <a:latin typeface="Consolas" panose="020B0609020204030204" pitchFamily="49" charset="0"/>
              </a:rPr>
              <a:t> </a:t>
            </a:r>
            <a:r>
              <a:rPr lang="de-AT" sz="1600" dirty="0">
                <a:solidFill>
                  <a:schemeClr val="tx1"/>
                </a:solidFill>
                <a:effectLst/>
                <a:latin typeface="Consolas" panose="020B0609020204030204" pitchFamily="49" charset="0"/>
              </a:rPr>
              <a:t>multiple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matches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existed</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would</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include</a:t>
            </a:r>
            <a:r>
              <a:rPr lang="de-AT" sz="1600" b="0" dirty="0">
                <a:solidFill>
                  <a:schemeClr val="tx1"/>
                </a:solidFill>
                <a:effectLst/>
                <a:latin typeface="Consolas" panose="020B0609020204030204" pitchFamily="49" charset="0"/>
              </a:rPr>
              <a:t> multiple </a:t>
            </a:r>
            <a:r>
              <a:rPr lang="de-AT" sz="1600" b="0" dirty="0" err="1">
                <a:solidFill>
                  <a:schemeClr val="tx1"/>
                </a:solidFill>
                <a:effectLst/>
                <a:latin typeface="Consolas" panose="020B0609020204030204" pitchFamily="49" charset="0"/>
              </a:rPr>
              <a:t>entries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here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single</a:t>
            </a:r>
            <a:r>
              <a:rPr lang="de-AT" sz="1600" b="0" dirty="0">
                <a:solidFill>
                  <a:schemeClr val="tx1"/>
                </a:solidFill>
                <a:effectLst/>
                <a:latin typeface="Consolas" panose="020B0609020204030204" pitchFamily="49" charset="0"/>
              </a:rPr>
              <a:t> VAT </a:t>
            </a:r>
            <a:r>
              <a:rPr lang="de-AT" sz="1600" b="0" dirty="0" err="1">
                <a:solidFill>
                  <a:schemeClr val="tx1"/>
                </a:solidFill>
                <a:effectLst/>
                <a:latin typeface="Consolas" panose="020B0609020204030204" pitchFamily="49" charset="0"/>
              </a:rPr>
              <a:t>group</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present</a:t>
            </a:r>
            <a:r>
              <a:rPr lang="de-AT" sz="1600" b="0" dirty="0">
                <a:solidFill>
                  <a:schemeClr val="tx1"/>
                </a:solidFill>
                <a:effectLst/>
                <a:latin typeface="Consolas" panose="020B0609020204030204" pitchFamily="49" charset="0"/>
              </a:rPr>
              <a:t>."</a:t>
            </a:r>
            <a:r>
              <a:rPr lang="de-AT" sz="1600" b="0" dirty="0">
                <a:solidFill>
                  <a:srgbClr val="E4E4E4"/>
                </a:solidFill>
                <a:effectLst/>
                <a:latin typeface="Consolas" panose="020B0609020204030204" pitchFamily="49" charset="0"/>
              </a:rPr>
              <a:t>,</a:t>
            </a:r>
          </a:p>
        </p:txBody>
      </p:sp>
    </p:spTree>
    <p:extLst>
      <p:ext uri="{BB962C8B-B14F-4D97-AF65-F5344CB8AC3E}">
        <p14:creationId xmlns:p14="http://schemas.microsoft.com/office/powerpoint/2010/main" val="1448630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3DDA0-9651-3D7E-BC86-D458C4568C4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3328783-A0C1-8272-1D26-38DD018F5B92}"/>
              </a:ext>
            </a:extLst>
          </p:cNvPr>
          <p:cNvSpPr>
            <a:spLocks noGrp="1"/>
          </p:cNvSpPr>
          <p:nvPr>
            <p:ph type="title"/>
          </p:nvPr>
        </p:nvSpPr>
        <p:spPr/>
        <p:txBody>
          <a:bodyPr/>
          <a:lstStyle/>
          <a:p>
            <a:r>
              <a:rPr lang="en-US" dirty="0"/>
              <a:t>Reasoning traces – Step 2</a:t>
            </a:r>
          </a:p>
        </p:txBody>
      </p:sp>
      <p:sp>
        <p:nvSpPr>
          <p:cNvPr id="4" name="Textfeld 3">
            <a:extLst>
              <a:ext uri="{FF2B5EF4-FFF2-40B4-BE49-F238E27FC236}">
                <a16:creationId xmlns:a16="http://schemas.microsoft.com/office/drawing/2014/main" id="{6D517116-3AE7-77DA-0CAA-6C4E33D3FAFA}"/>
              </a:ext>
            </a:extLst>
          </p:cNvPr>
          <p:cNvSpPr txBox="1"/>
          <p:nvPr/>
        </p:nvSpPr>
        <p:spPr>
          <a:xfrm>
            <a:off x="360309" y="1017725"/>
            <a:ext cx="8711023" cy="3331874"/>
          </a:xfrm>
          <a:prstGeom prst="rect">
            <a:avLst/>
          </a:prstGeom>
          <a:noFill/>
        </p:spPr>
        <p:txBody>
          <a:bodyPr wrap="square">
            <a:spAutoFit/>
          </a:bodyPr>
          <a:lstStyle/>
          <a:p>
            <a:pPr>
              <a:lnSpc>
                <a:spcPts val="1425"/>
              </a:lnSpc>
              <a:buNone/>
            </a:pPr>
            <a:r>
              <a:rPr lang="de-AT" sz="1600" b="0" dirty="0">
                <a:solidFill>
                  <a:schemeClr val="tx2"/>
                </a:solidFill>
                <a:effectLst/>
                <a:latin typeface="Consolas" panose="020B0609020204030204" pitchFamily="49" charset="0"/>
              </a:rPr>
              <a:t>"</a:t>
            </a:r>
            <a:r>
              <a:rPr lang="de-AT" sz="1600" b="0" dirty="0" err="1">
                <a:solidFill>
                  <a:schemeClr val="tx2"/>
                </a:solidFill>
                <a:effectLst/>
                <a:latin typeface="Consolas" panose="020B0609020204030204" pitchFamily="49" charset="0"/>
              </a:rPr>
              <a:t>reasoning</a:t>
            </a:r>
            <a:r>
              <a:rPr lang="de-AT" sz="1600" b="0" dirty="0">
                <a:solidFill>
                  <a:schemeClr val="tx2"/>
                </a:solidFill>
                <a:effectLst/>
                <a:latin typeface="Consolas" panose="020B0609020204030204" pitchFamily="49" charset="0"/>
              </a:rPr>
              <a:t>": {</a:t>
            </a:r>
          </a:p>
          <a:p>
            <a:pPr>
              <a:lnSpc>
                <a:spcPts val="1425"/>
              </a:lnSpc>
              <a:buNone/>
            </a:pPr>
            <a:r>
              <a:rPr lang="de-AT" sz="1600" b="0" dirty="0">
                <a:solidFill>
                  <a:srgbClr val="E4E4E4"/>
                </a:solidFill>
                <a:effectLst/>
                <a:latin typeface="Consolas" panose="020B0609020204030204" pitchFamily="49" charset="0"/>
              </a:rPr>
              <a:t>    </a:t>
            </a:r>
            <a:r>
              <a:rPr lang="de-AT" sz="1600" b="0" dirty="0">
                <a:solidFill>
                  <a:schemeClr val="tx2"/>
                </a:solidFill>
                <a:effectLst/>
                <a:latin typeface="Consolas" panose="020B0609020204030204" pitchFamily="49" charset="0"/>
              </a:rPr>
              <a:t>"step2": </a:t>
            </a:r>
          </a:p>
          <a:p>
            <a:pPr>
              <a:lnSpc>
                <a:spcPts val="1425"/>
              </a:lnSpc>
              <a:buNone/>
            </a:pPr>
            <a:r>
              <a:rPr lang="de-AT" sz="1600" b="0" dirty="0">
                <a:solidFill>
                  <a:schemeClr val="tx1"/>
                </a:solidFill>
                <a:effectLst/>
                <a:latin typeface="Consolas" panose="020B0609020204030204" pitchFamily="49" charset="0"/>
              </a:rPr>
              <a:t>"</a:t>
            </a:r>
            <a:r>
              <a:rPr lang="de-AT" sz="1600" b="0" dirty="0" err="1">
                <a:solidFill>
                  <a:schemeClr val="tx1"/>
                </a:solidFill>
                <a:effectLst/>
                <a:latin typeface="Consolas" panose="020B0609020204030204" pitchFamily="49" charset="0"/>
              </a:rPr>
              <a:t>Invoice.Date</a:t>
            </a:r>
            <a:r>
              <a:rPr lang="de-AT" sz="1600" b="0" dirty="0">
                <a:solidFill>
                  <a:schemeClr val="tx1"/>
                </a:solidFill>
                <a:effectLst/>
                <a:latin typeface="Consolas" panose="020B0609020204030204" pitchFamily="49" charset="0"/>
              </a:rPr>
              <a:t> — 95% — "Datum 06.04.2023" </a:t>
            </a:r>
            <a:r>
              <a:rPr lang="de-AT" sz="1600" b="0" dirty="0" err="1">
                <a:solidFill>
                  <a:schemeClr val="tx1"/>
                </a:solidFill>
                <a:effectLst/>
                <a:latin typeface="Consolas" panose="020B0609020204030204" pitchFamily="49" charset="0"/>
              </a:rPr>
              <a:t>appears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explicitly</a:t>
            </a:r>
            <a:r>
              <a:rPr lang="de-AT" sz="1600" b="0" dirty="0">
                <a:solidFill>
                  <a:schemeClr val="tx1"/>
                </a:solidFill>
                <a:effectLst/>
                <a:latin typeface="Consolas" panose="020B0609020204030204" pitchFamily="49" charset="0"/>
              </a:rPr>
              <a:t>.</a:t>
            </a:r>
          </a:p>
          <a:p>
            <a:pPr>
              <a:lnSpc>
                <a:spcPts val="1425"/>
              </a:lnSpc>
              <a:buNone/>
            </a:pPr>
            <a:endParaRPr lang="de-AT" sz="1600" b="0" dirty="0">
              <a:solidFill>
                <a:schemeClr val="tx1"/>
              </a:solidFill>
              <a:effectLst/>
              <a:latin typeface="Consolas" panose="020B0609020204030204" pitchFamily="49" charset="0"/>
            </a:endParaRPr>
          </a:p>
          <a:p>
            <a:pPr>
              <a:lnSpc>
                <a:spcPts val="1425"/>
              </a:lnSpc>
              <a:buNone/>
            </a:pPr>
            <a:r>
              <a:rPr lang="de-AT" sz="1600" b="0" dirty="0" err="1">
                <a:solidFill>
                  <a:schemeClr val="tx1"/>
                </a:solidFill>
                <a:effectLst/>
                <a:latin typeface="Consolas" panose="020B0609020204030204" pitchFamily="49" charset="0"/>
              </a:rPr>
              <a:t>Sender.VatId</a:t>
            </a:r>
            <a:r>
              <a:rPr lang="de-AT" sz="1600" b="0" dirty="0">
                <a:solidFill>
                  <a:schemeClr val="tx1"/>
                </a:solidFill>
                <a:effectLst/>
                <a:latin typeface="Consolas" panose="020B0609020204030204" pitchFamily="49" charset="0"/>
              </a:rPr>
              <a:t> — 95% — "VAT Registration n° ATU39103108" </a:t>
            </a:r>
            <a:r>
              <a:rPr lang="de-AT" sz="1600" b="0" dirty="0" err="1">
                <a:solidFill>
                  <a:schemeClr val="tx1"/>
                </a:solidFill>
                <a:effectLst/>
                <a:latin typeface="Consolas" panose="020B0609020204030204" pitchFamily="49" charset="0"/>
              </a:rPr>
              <a:t>shown</a:t>
            </a:r>
            <a:r>
              <a:rPr lang="de-AT" sz="1600" b="0" dirty="0">
                <a:solidFill>
                  <a:schemeClr val="tx1"/>
                </a:solidFill>
                <a:effectLst/>
                <a:latin typeface="Consolas" panose="020B0609020204030204" pitchFamily="49" charset="0"/>
              </a:rPr>
              <a:t> in </a:t>
            </a:r>
            <a:r>
              <a:rPr lang="de-AT" sz="1600" b="0" dirty="0" err="1">
                <a:solidFill>
                  <a:schemeClr val="tx1"/>
                </a:solidFill>
                <a:effectLst/>
                <a:latin typeface="Consolas" panose="020B0609020204030204" pitchFamily="49" charset="0"/>
              </a:rPr>
              <a:t>header</a:t>
            </a:r>
            <a:r>
              <a:rPr lang="de-AT" sz="1600" b="0" dirty="0">
                <a:solidFill>
                  <a:schemeClr val="tx1"/>
                </a:solidFill>
                <a:effectLst/>
                <a:latin typeface="Consolas" panose="020B0609020204030204" pitchFamily="49" charset="0"/>
              </a:rPr>
              <a:t> and </a:t>
            </a:r>
            <a:r>
              <a:rPr lang="de-AT" sz="1600" b="0" dirty="0" err="1">
                <a:solidFill>
                  <a:schemeClr val="tx1"/>
                </a:solidFill>
                <a:effectLst/>
                <a:latin typeface="Consolas" panose="020B0609020204030204" pitchFamily="49" charset="0"/>
              </a:rPr>
              <a:t>footer</a:t>
            </a:r>
            <a:r>
              <a:rPr lang="de-AT" sz="1600" b="0" dirty="0">
                <a:solidFill>
                  <a:schemeClr val="tx1"/>
                </a:solidFill>
                <a:effectLst/>
                <a:latin typeface="Consolas" panose="020B0609020204030204" pitchFamily="49" charset="0"/>
              </a:rPr>
              <a:t>.</a:t>
            </a:r>
          </a:p>
          <a:p>
            <a:pPr>
              <a:lnSpc>
                <a:spcPts val="1425"/>
              </a:lnSpc>
              <a:buNone/>
            </a:pPr>
            <a:endParaRPr lang="de-AT" sz="1600" b="0" dirty="0">
              <a:solidFill>
                <a:schemeClr val="tx1"/>
              </a:solidFill>
              <a:effectLst/>
              <a:latin typeface="Consolas" panose="020B0609020204030204" pitchFamily="49" charset="0"/>
            </a:endParaRPr>
          </a:p>
          <a:p>
            <a:pPr>
              <a:lnSpc>
                <a:spcPts val="1425"/>
              </a:lnSpc>
              <a:buNone/>
            </a:pPr>
            <a:r>
              <a:rPr lang="de-AT" sz="1600" b="0" dirty="0" err="1">
                <a:solidFill>
                  <a:schemeClr val="tx1"/>
                </a:solidFill>
                <a:effectLst/>
                <a:latin typeface="Consolas" panose="020B0609020204030204" pitchFamily="49" charset="0"/>
              </a:rPr>
              <a:t>GrandTotal.Amount</a:t>
            </a:r>
            <a:r>
              <a:rPr lang="de-AT" sz="1600" b="0" dirty="0">
                <a:solidFill>
                  <a:schemeClr val="tx1"/>
                </a:solidFill>
                <a:effectLst/>
                <a:latin typeface="Consolas" panose="020B0609020204030204" pitchFamily="49" charset="0"/>
              </a:rPr>
              <a:t> — 90% — "Gesamtsumme brutto" </a:t>
            </a:r>
            <a:r>
              <a:rPr lang="de-AT" sz="1600" b="0" dirty="0" err="1">
                <a:solidFill>
                  <a:schemeClr val="tx1"/>
                </a:solidFill>
                <a:effectLst/>
                <a:latin typeface="Consolas" panose="020B0609020204030204" pitchFamily="49" charset="0"/>
              </a:rPr>
              <a:t>shown</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as</a:t>
            </a:r>
            <a:r>
              <a:rPr lang="de-AT" sz="1600" b="0" dirty="0">
                <a:solidFill>
                  <a:schemeClr val="tx1"/>
                </a:solidFill>
                <a:effectLst/>
                <a:latin typeface="Consolas" panose="020B0609020204030204" pitchFamily="49" charset="0"/>
              </a:rPr>
              <a:t> 1.875,74 EUR in </a:t>
            </a:r>
            <a:r>
              <a:rPr lang="de-AT" sz="1600" b="0" dirty="0" err="1">
                <a:solidFill>
                  <a:schemeClr val="tx1"/>
                </a:solidFill>
                <a:effectLst/>
                <a:latin typeface="Consolas" panose="020B0609020204030204" pitchFamily="49" charset="0"/>
              </a:rPr>
              <a:t>totals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table</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clear</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gross</a:t>
            </a:r>
            <a:r>
              <a:rPr lang="de-AT" sz="1600" b="0" dirty="0">
                <a:solidFill>
                  <a:schemeClr val="tx1"/>
                </a:solidFill>
                <a:effectLst/>
                <a:latin typeface="Consolas" panose="020B0609020204030204" pitchFamily="49" charset="0"/>
              </a:rPr>
              <a:t> total).</a:t>
            </a:r>
          </a:p>
          <a:p>
            <a:pPr>
              <a:lnSpc>
                <a:spcPts val="1425"/>
              </a:lnSpc>
              <a:buNone/>
            </a:pPr>
            <a:endParaRPr lang="de-AT" sz="1600" b="0" dirty="0">
              <a:solidFill>
                <a:schemeClr val="tx1"/>
              </a:solidFill>
              <a:effectLst/>
              <a:latin typeface="Consolas" panose="020B0609020204030204" pitchFamily="49" charset="0"/>
            </a:endParaRPr>
          </a:p>
          <a:p>
            <a:pPr>
              <a:lnSpc>
                <a:spcPts val="1425"/>
              </a:lnSpc>
              <a:buNone/>
            </a:pPr>
            <a:r>
              <a:rPr lang="de-AT" sz="1600" b="0" dirty="0" err="1">
                <a:solidFill>
                  <a:schemeClr val="tx1"/>
                </a:solidFill>
                <a:effectLst/>
                <a:latin typeface="Consolas" panose="020B0609020204030204" pitchFamily="49" charset="0"/>
              </a:rPr>
              <a:t>Vat.Rate</a:t>
            </a:r>
            <a:r>
              <a:rPr lang="de-AT" sz="1600" b="0" dirty="0">
                <a:solidFill>
                  <a:schemeClr val="tx1"/>
                </a:solidFill>
                <a:effectLst/>
                <a:latin typeface="Consolas" panose="020B0609020204030204" pitchFamily="49" charset="0"/>
              </a:rPr>
              <a:t> — 95% — VAT rate </a:t>
            </a:r>
            <a:r>
              <a:rPr lang="de-AT" sz="1600" b="0" dirty="0" err="1">
                <a:solidFill>
                  <a:schemeClr val="tx1"/>
                </a:solidFill>
                <a:effectLst/>
                <a:latin typeface="Consolas" panose="020B0609020204030204" pitchFamily="49" charset="0"/>
              </a:rPr>
              <a:t>shown</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explicitly</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as</a:t>
            </a:r>
            <a:r>
              <a:rPr lang="de-AT" sz="1600" b="0" dirty="0">
                <a:solidFill>
                  <a:schemeClr val="tx1"/>
                </a:solidFill>
                <a:effectLst/>
                <a:latin typeface="Consolas" panose="020B0609020204030204" pitchFamily="49" charset="0"/>
              </a:rPr>
              <a:t> "20,00 %".</a:t>
            </a:r>
          </a:p>
          <a:p>
            <a:pPr>
              <a:lnSpc>
                <a:spcPts val="1425"/>
              </a:lnSpc>
              <a:buNone/>
            </a:pPr>
            <a:endParaRPr lang="de-AT" sz="1600" b="0" dirty="0">
              <a:solidFill>
                <a:schemeClr val="tx1"/>
              </a:solidFill>
              <a:effectLst/>
              <a:latin typeface="Consolas" panose="020B0609020204030204" pitchFamily="49" charset="0"/>
            </a:endParaRPr>
          </a:p>
          <a:p>
            <a:pPr>
              <a:lnSpc>
                <a:spcPts val="1425"/>
              </a:lnSpc>
              <a:buNone/>
            </a:pPr>
            <a:r>
              <a:rPr lang="de-AT" sz="1600" b="0" dirty="0" err="1">
                <a:solidFill>
                  <a:schemeClr val="tx1"/>
                </a:solidFill>
                <a:effectLst/>
                <a:latin typeface="Consolas" panose="020B0609020204030204" pitchFamily="49" charset="0"/>
              </a:rPr>
              <a:t>Net.Amount</a:t>
            </a:r>
            <a:r>
              <a:rPr lang="de-AT" sz="1600" b="0" dirty="0">
                <a:solidFill>
                  <a:schemeClr val="tx1"/>
                </a:solidFill>
                <a:effectLst/>
                <a:latin typeface="Consolas" panose="020B0609020204030204" pitchFamily="49" charset="0"/>
              </a:rPr>
              <a:t> — 95% — Net </a:t>
            </a:r>
            <a:r>
              <a:rPr lang="de-AT" sz="1600" b="0" dirty="0" err="1">
                <a:solidFill>
                  <a:schemeClr val="tx1"/>
                </a:solidFill>
                <a:effectLst/>
                <a:latin typeface="Consolas" panose="020B0609020204030204" pitchFamily="49" charset="0"/>
              </a:rPr>
              <a:t>amount</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listed</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as</a:t>
            </a:r>
            <a:r>
              <a:rPr lang="de-AT" sz="1600" b="0" dirty="0">
                <a:solidFill>
                  <a:schemeClr val="tx1"/>
                </a:solidFill>
                <a:effectLst/>
                <a:latin typeface="Consolas" panose="020B0609020204030204" pitchFamily="49" charset="0"/>
              </a:rPr>
              <a:t> 1.563,12 in </a:t>
            </a:r>
            <a:r>
              <a:rPr lang="de-AT" sz="1600" b="0" dirty="0" err="1">
                <a:solidFill>
                  <a:schemeClr val="tx1"/>
                </a:solidFill>
                <a:effectLst/>
                <a:latin typeface="Consolas" panose="020B0609020204030204" pitchFamily="49" charset="0"/>
              </a:rPr>
              <a:t>totals</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table</a:t>
            </a:r>
            <a:r>
              <a:rPr lang="de-AT" sz="1600" b="0" dirty="0">
                <a:solidFill>
                  <a:schemeClr val="tx1"/>
                </a:solidFill>
                <a:effectLst/>
                <a:latin typeface="Consolas" panose="020B0609020204030204" pitchFamily="49" charset="0"/>
              </a:rPr>
              <a:t> </a:t>
            </a:r>
          </a:p>
          <a:p>
            <a:pPr>
              <a:lnSpc>
                <a:spcPts val="1425"/>
              </a:lnSpc>
              <a:buNone/>
            </a:pPr>
            <a:r>
              <a:rPr lang="de-AT" sz="1600" b="0" dirty="0" err="1">
                <a:solidFill>
                  <a:schemeClr val="tx1"/>
                </a:solidFill>
                <a:effectLst/>
                <a:latin typeface="Consolas" panose="020B0609020204030204" pitchFamily="49" charset="0"/>
              </a:rPr>
              <a:t>corresponding</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to</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the</a:t>
            </a:r>
            <a:r>
              <a:rPr lang="de-AT" sz="1600" b="0" dirty="0">
                <a:solidFill>
                  <a:schemeClr val="tx1"/>
                </a:solidFill>
                <a:effectLst/>
                <a:latin typeface="Consolas" panose="020B0609020204030204" pitchFamily="49" charset="0"/>
              </a:rPr>
              <a:t> 20% VAT </a:t>
            </a:r>
            <a:r>
              <a:rPr lang="de-AT" sz="1600" b="0" dirty="0" err="1">
                <a:solidFill>
                  <a:schemeClr val="tx1"/>
                </a:solidFill>
                <a:effectLst/>
                <a:latin typeface="Consolas" panose="020B0609020204030204" pitchFamily="49" charset="0"/>
              </a:rPr>
              <a:t>group</a:t>
            </a:r>
            <a:r>
              <a:rPr lang="de-AT" sz="1600" b="0" dirty="0">
                <a:solidFill>
                  <a:schemeClr val="tx1"/>
                </a:solidFill>
                <a:effectLst/>
                <a:latin typeface="Consolas" panose="020B0609020204030204" pitchFamily="49" charset="0"/>
              </a:rPr>
              <a:t>.</a:t>
            </a:r>
          </a:p>
          <a:p>
            <a:pPr>
              <a:lnSpc>
                <a:spcPts val="1425"/>
              </a:lnSpc>
              <a:buNone/>
            </a:pPr>
            <a:endParaRPr lang="de-AT" sz="1600" dirty="0">
              <a:solidFill>
                <a:schemeClr val="tx1"/>
              </a:solidFill>
              <a:latin typeface="Consolas" panose="020B0609020204030204" pitchFamily="49" charset="0"/>
            </a:endParaRPr>
          </a:p>
          <a:p>
            <a:pPr>
              <a:lnSpc>
                <a:spcPts val="1425"/>
              </a:lnSpc>
              <a:buNone/>
            </a:pPr>
            <a:r>
              <a:rPr lang="de-AT" sz="1600" b="0" dirty="0" err="1">
                <a:solidFill>
                  <a:schemeClr val="tx1"/>
                </a:solidFill>
                <a:effectLst/>
                <a:latin typeface="Consolas" panose="020B0609020204030204" pitchFamily="49" charset="0"/>
              </a:rPr>
              <a:t>Vat.Amount</a:t>
            </a:r>
            <a:r>
              <a:rPr lang="de-AT" sz="1600" b="0" dirty="0">
                <a:solidFill>
                  <a:schemeClr val="tx1"/>
                </a:solidFill>
                <a:effectLst/>
                <a:latin typeface="Consolas" panose="020B0609020204030204" pitchFamily="49" charset="0"/>
              </a:rPr>
              <a:t> — 95% — VAT </a:t>
            </a:r>
            <a:r>
              <a:rPr lang="de-AT" sz="1600" b="0" dirty="0" err="1">
                <a:solidFill>
                  <a:schemeClr val="tx1"/>
                </a:solidFill>
                <a:effectLst/>
                <a:latin typeface="Consolas" panose="020B0609020204030204" pitchFamily="49" charset="0"/>
              </a:rPr>
              <a:t>amount</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listed</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as</a:t>
            </a:r>
            <a:r>
              <a:rPr lang="de-AT" sz="1600" b="0" dirty="0">
                <a:solidFill>
                  <a:schemeClr val="tx1"/>
                </a:solidFill>
                <a:effectLst/>
                <a:latin typeface="Consolas" panose="020B0609020204030204" pitchFamily="49" charset="0"/>
              </a:rPr>
              <a:t> 312,62 </a:t>
            </a:r>
            <a:r>
              <a:rPr lang="de-AT" sz="1600" b="0" dirty="0" err="1">
                <a:solidFill>
                  <a:schemeClr val="tx1"/>
                </a:solidFill>
                <a:effectLst/>
                <a:latin typeface="Consolas" panose="020B0609020204030204" pitchFamily="49" charset="0"/>
              </a:rPr>
              <a:t>corresponding</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to</a:t>
            </a:r>
            <a:r>
              <a:rPr lang="de-AT" sz="1600" b="0" dirty="0">
                <a:solidFill>
                  <a:schemeClr val="tx1"/>
                </a:solidFill>
                <a:effectLst/>
                <a:latin typeface="Consolas" panose="020B0609020204030204" pitchFamily="49" charset="0"/>
              </a:rPr>
              <a:t> </a:t>
            </a:r>
            <a:r>
              <a:rPr lang="de-AT" sz="1600" b="0" dirty="0" err="1">
                <a:solidFill>
                  <a:schemeClr val="tx1"/>
                </a:solidFill>
                <a:effectLst/>
                <a:latin typeface="Consolas" panose="020B0609020204030204" pitchFamily="49" charset="0"/>
              </a:rPr>
              <a:t>the</a:t>
            </a:r>
            <a:r>
              <a:rPr lang="de-AT" sz="1600" b="0" dirty="0">
                <a:solidFill>
                  <a:schemeClr val="tx1"/>
                </a:solidFill>
                <a:effectLst/>
                <a:latin typeface="Consolas" panose="020B0609020204030204" pitchFamily="49" charset="0"/>
              </a:rPr>
              <a:t> 20% VAT </a:t>
            </a:r>
            <a:r>
              <a:rPr lang="de-AT" sz="1600" b="0" dirty="0" err="1">
                <a:solidFill>
                  <a:schemeClr val="tx1"/>
                </a:solidFill>
                <a:effectLst/>
                <a:latin typeface="Consolas" panose="020B0609020204030204" pitchFamily="49" charset="0"/>
              </a:rPr>
              <a:t>group</a:t>
            </a:r>
            <a:r>
              <a:rPr lang="de-AT" sz="1600" b="0" dirty="0">
                <a:solidFill>
                  <a:schemeClr val="tx1"/>
                </a:solidFill>
                <a:effectLst/>
                <a:latin typeface="Consolas" panose="020B0609020204030204" pitchFamily="49" charset="0"/>
              </a:rPr>
              <a:t>."</a:t>
            </a:r>
          </a:p>
          <a:p>
            <a:pPr>
              <a:lnSpc>
                <a:spcPts val="1425"/>
              </a:lnSpc>
              <a:buNone/>
            </a:pPr>
            <a:r>
              <a:rPr lang="de-AT" sz="1600" b="0" dirty="0">
                <a:solidFill>
                  <a:schemeClr val="tx2"/>
                </a:solidFill>
                <a:effectLst/>
                <a:latin typeface="Consolas" panose="020B0609020204030204" pitchFamily="49" charset="0"/>
              </a:rPr>
              <a:t>  },</a:t>
            </a:r>
          </a:p>
        </p:txBody>
      </p:sp>
    </p:spTree>
    <p:extLst>
      <p:ext uri="{BB962C8B-B14F-4D97-AF65-F5344CB8AC3E}">
        <p14:creationId xmlns:p14="http://schemas.microsoft.com/office/powerpoint/2010/main" val="140004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5371E11-B663-1254-BF85-B20B11455BB1}"/>
              </a:ext>
            </a:extLst>
          </p:cNvPr>
          <p:cNvSpPr>
            <a:spLocks noGrp="1"/>
          </p:cNvSpPr>
          <p:nvPr>
            <p:ph type="title"/>
          </p:nvPr>
        </p:nvSpPr>
        <p:spPr/>
        <p:txBody>
          <a:bodyPr/>
          <a:lstStyle/>
          <a:p>
            <a:r>
              <a:rPr lang="en-US" dirty="0"/>
              <a:t>Weighted Majority Voting</a:t>
            </a:r>
          </a:p>
        </p:txBody>
      </p:sp>
      <p:grpSp>
        <p:nvGrpSpPr>
          <p:cNvPr id="3" name="Google Shape;4605;p72">
            <a:extLst>
              <a:ext uri="{FF2B5EF4-FFF2-40B4-BE49-F238E27FC236}">
                <a16:creationId xmlns:a16="http://schemas.microsoft.com/office/drawing/2014/main" id="{9830B71E-2CA8-FD35-F967-A92AD0D3C8E2}"/>
              </a:ext>
            </a:extLst>
          </p:cNvPr>
          <p:cNvGrpSpPr/>
          <p:nvPr/>
        </p:nvGrpSpPr>
        <p:grpSpPr>
          <a:xfrm rot="10800000">
            <a:off x="1650926" y="1561744"/>
            <a:ext cx="4381294" cy="3130330"/>
            <a:chOff x="768418" y="190712"/>
            <a:chExt cx="3623814" cy="2589128"/>
          </a:xfrm>
        </p:grpSpPr>
        <p:cxnSp>
          <p:nvCxnSpPr>
            <p:cNvPr id="4" name="Google Shape;4606;p72">
              <a:extLst>
                <a:ext uri="{FF2B5EF4-FFF2-40B4-BE49-F238E27FC236}">
                  <a16:creationId xmlns:a16="http://schemas.microsoft.com/office/drawing/2014/main" id="{A7C3EC2D-3142-0AE7-D524-4F4456F44AA8}"/>
                </a:ext>
              </a:extLst>
            </p:cNvPr>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 name="Google Shape;4607;p72">
              <a:extLst>
                <a:ext uri="{FF2B5EF4-FFF2-40B4-BE49-F238E27FC236}">
                  <a16:creationId xmlns:a16="http://schemas.microsoft.com/office/drawing/2014/main" id="{EF26897F-D52F-73F2-1BAC-1CDC9FCB2BD2}"/>
                </a:ext>
              </a:extLst>
            </p:cNvPr>
            <p:cNvCxnSpPr>
              <a:cxnSpLocks/>
            </p:cNvCxnSpPr>
            <p:nvPr/>
          </p:nvCxnSpPr>
          <p:spPr>
            <a:xfrm>
              <a:off x="3486925" y="565494"/>
              <a:ext cx="760606" cy="382117"/>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 name="Google Shape;4608;p72">
              <a:extLst>
                <a:ext uri="{FF2B5EF4-FFF2-40B4-BE49-F238E27FC236}">
                  <a16:creationId xmlns:a16="http://schemas.microsoft.com/office/drawing/2014/main" id="{0E86EA7B-8E9C-A24F-FEAF-57A400FBB9C0}"/>
                </a:ext>
              </a:extLst>
            </p:cNvPr>
            <p:cNvCxnSpPr>
              <a:cxnSpLocks/>
            </p:cNvCxnSpPr>
            <p:nvPr/>
          </p:nvCxnSpPr>
          <p:spPr>
            <a:xfrm flipV="1">
              <a:off x="2725449" y="325137"/>
              <a:ext cx="1522082" cy="240358"/>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7" name="Google Shape;4609;p72">
              <a:extLst>
                <a:ext uri="{FF2B5EF4-FFF2-40B4-BE49-F238E27FC236}">
                  <a16:creationId xmlns:a16="http://schemas.microsoft.com/office/drawing/2014/main" id="{8473CE5A-65C1-D411-169B-7ED1AF2C1AFD}"/>
                </a:ext>
              </a:extLst>
            </p:cNvPr>
            <p:cNvCxnSpPr>
              <a:cxnSpLocks/>
            </p:cNvCxnSpPr>
            <p:nvPr/>
          </p:nvCxnSpPr>
          <p:spPr>
            <a:xfrm flipV="1">
              <a:off x="1609249" y="575587"/>
              <a:ext cx="1088304" cy="1051490"/>
            </a:xfrm>
            <a:prstGeom prst="bentConnector3">
              <a:avLst>
                <a:gd name="adj1" fmla="val -130"/>
              </a:avLst>
            </a:prstGeom>
            <a:ln>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8" name="Google Shape;4610;p72">
              <a:extLst>
                <a:ext uri="{FF2B5EF4-FFF2-40B4-BE49-F238E27FC236}">
                  <a16:creationId xmlns:a16="http://schemas.microsoft.com/office/drawing/2014/main" id="{030303BA-F603-DC12-D219-A6EC06047C39}"/>
                </a:ext>
              </a:extLst>
            </p:cNvPr>
            <p:cNvCxnSpPr>
              <a:cxnSpLocks/>
            </p:cNvCxnSpPr>
            <p:nvPr/>
          </p:nvCxnSpPr>
          <p:spPr>
            <a:xfrm>
              <a:off x="768418" y="1641145"/>
              <a:ext cx="1680649" cy="958745"/>
            </a:xfrm>
            <a:prstGeom prst="bentConnector3">
              <a:avLst>
                <a:gd name="adj1" fmla="val 50000"/>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 name="Google Shape;4612;p72">
              <a:extLst>
                <a:ext uri="{FF2B5EF4-FFF2-40B4-BE49-F238E27FC236}">
                  <a16:creationId xmlns:a16="http://schemas.microsoft.com/office/drawing/2014/main" id="{3115BA29-673E-5532-2489-E2B47D65B2DD}"/>
                </a:ext>
              </a:extLst>
            </p:cNvPr>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1" name="Google Shape;4613;p72">
              <a:extLst>
                <a:ext uri="{FF2B5EF4-FFF2-40B4-BE49-F238E27FC236}">
                  <a16:creationId xmlns:a16="http://schemas.microsoft.com/office/drawing/2014/main" id="{57D11750-F837-1FF9-9D10-768C1BDF2520}"/>
                </a:ext>
              </a:extLst>
            </p:cNvPr>
            <p:cNvSpPr/>
            <p:nvPr/>
          </p:nvSpPr>
          <p:spPr>
            <a:xfrm rot="10800000">
              <a:off x="4095707" y="813289"/>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900" noProof="0" dirty="0">
                  <a:solidFill>
                    <a:schemeClr val="bg1"/>
                  </a:solidFill>
                  <a:latin typeface="Sora" pitchFamily="2" charset="0"/>
                  <a:cs typeface="Sora" pitchFamily="2" charset="0"/>
                </a:rPr>
                <a:t>17</a:t>
              </a:r>
            </a:p>
          </p:txBody>
        </p:sp>
        <p:sp>
          <p:nvSpPr>
            <p:cNvPr id="12" name="Google Shape;4614;p72">
              <a:extLst>
                <a:ext uri="{FF2B5EF4-FFF2-40B4-BE49-F238E27FC236}">
                  <a16:creationId xmlns:a16="http://schemas.microsoft.com/office/drawing/2014/main" id="{D814867F-98C2-7E95-BBF6-EDF9C2D1C364}"/>
                </a:ext>
              </a:extLst>
            </p:cNvPr>
            <p:cNvSpPr/>
            <p:nvPr/>
          </p:nvSpPr>
          <p:spPr>
            <a:xfrm rot="10800000">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solidFill>
                    <a:schemeClr val="bg1"/>
                  </a:solidFill>
                  <a:latin typeface="Sora" pitchFamily="2" charset="0"/>
                  <a:cs typeface="Sora" pitchFamily="2" charset="0"/>
                </a:rPr>
                <a:t>17</a:t>
              </a:r>
            </a:p>
          </p:txBody>
        </p:sp>
        <p:sp>
          <p:nvSpPr>
            <p:cNvPr id="13" name="Google Shape;4615;p72">
              <a:extLst>
                <a:ext uri="{FF2B5EF4-FFF2-40B4-BE49-F238E27FC236}">
                  <a16:creationId xmlns:a16="http://schemas.microsoft.com/office/drawing/2014/main" id="{282410C8-D94B-A107-7097-6CE527D523C6}"/>
                </a:ext>
              </a:extLst>
            </p:cNvPr>
            <p:cNvSpPr/>
            <p:nvPr/>
          </p:nvSpPr>
          <p:spPr>
            <a:xfrm rot="10800000">
              <a:off x="4095707" y="190712"/>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900" noProof="0" dirty="0">
                  <a:solidFill>
                    <a:schemeClr val="bg1"/>
                  </a:solidFill>
                  <a:latin typeface="Sora" pitchFamily="2" charset="0"/>
                  <a:cs typeface="Sora" pitchFamily="2" charset="0"/>
                </a:rPr>
                <a:t>17</a:t>
              </a:r>
            </a:p>
          </p:txBody>
        </p:sp>
        <p:sp>
          <p:nvSpPr>
            <p:cNvPr id="14" name="Google Shape;4616;p72">
              <a:extLst>
                <a:ext uri="{FF2B5EF4-FFF2-40B4-BE49-F238E27FC236}">
                  <a16:creationId xmlns:a16="http://schemas.microsoft.com/office/drawing/2014/main" id="{0FA52359-C258-3A72-6601-E72932B37DB4}"/>
                </a:ext>
              </a:extLst>
            </p:cNvPr>
            <p:cNvSpPr/>
            <p:nvPr/>
          </p:nvSpPr>
          <p:spPr>
            <a:xfrm rot="10800000">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900" noProof="0" dirty="0">
                  <a:solidFill>
                    <a:schemeClr val="bg1"/>
                  </a:solidFill>
                  <a:latin typeface="Sora" pitchFamily="2" charset="0"/>
                  <a:cs typeface="Sora" pitchFamily="2" charset="0"/>
                </a:rPr>
                <a:t>20</a:t>
              </a:r>
            </a:p>
          </p:txBody>
        </p:sp>
        <p:sp>
          <p:nvSpPr>
            <p:cNvPr id="15" name="Google Shape;4617;p72">
              <a:extLst>
                <a:ext uri="{FF2B5EF4-FFF2-40B4-BE49-F238E27FC236}">
                  <a16:creationId xmlns:a16="http://schemas.microsoft.com/office/drawing/2014/main" id="{D114FB89-E6CD-2360-A43E-B82D690D17AC}"/>
                </a:ext>
              </a:extLst>
            </p:cNvPr>
            <p:cNvSpPr/>
            <p:nvPr/>
          </p:nvSpPr>
          <p:spPr>
            <a:xfrm rot="10800000">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900" noProof="0" dirty="0">
                  <a:solidFill>
                    <a:schemeClr val="bg1"/>
                  </a:solidFill>
                  <a:latin typeface="Sora" pitchFamily="2" charset="0"/>
                  <a:cs typeface="Sora" pitchFamily="2" charset="0"/>
                </a:rPr>
                <a:t>20</a:t>
              </a:r>
            </a:p>
          </p:txBody>
        </p:sp>
        <p:sp>
          <p:nvSpPr>
            <p:cNvPr id="16" name="Google Shape;4618;p72">
              <a:extLst>
                <a:ext uri="{FF2B5EF4-FFF2-40B4-BE49-F238E27FC236}">
                  <a16:creationId xmlns:a16="http://schemas.microsoft.com/office/drawing/2014/main" id="{5D4A5D0B-9B81-E02C-FB4F-13A17C0B4618}"/>
                </a:ext>
              </a:extLst>
            </p:cNvPr>
            <p:cNvSpPr/>
            <p:nvPr/>
          </p:nvSpPr>
          <p:spPr>
            <a:xfrm rot="10800000">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solidFill>
                    <a:schemeClr val="bg1"/>
                  </a:solidFill>
                  <a:latin typeface="Sora" pitchFamily="2" charset="0"/>
                  <a:cs typeface="Sora" pitchFamily="2" charset="0"/>
                </a:rPr>
                <a:t>20</a:t>
              </a:r>
            </a:p>
          </p:txBody>
        </p:sp>
      </p:grpSp>
      <p:sp>
        <p:nvSpPr>
          <p:cNvPr id="18" name="Textfeld 17">
            <a:extLst>
              <a:ext uri="{FF2B5EF4-FFF2-40B4-BE49-F238E27FC236}">
                <a16:creationId xmlns:a16="http://schemas.microsoft.com/office/drawing/2014/main" id="{CF7C7603-71FA-BC1E-FE82-106EAA65E3A4}"/>
              </a:ext>
            </a:extLst>
          </p:cNvPr>
          <p:cNvSpPr txBox="1"/>
          <p:nvPr/>
        </p:nvSpPr>
        <p:spPr>
          <a:xfrm>
            <a:off x="1923953" y="1561744"/>
            <a:ext cx="449162" cy="230832"/>
          </a:xfrm>
          <a:prstGeom prst="rect">
            <a:avLst/>
          </a:prstGeom>
          <a:noFill/>
        </p:spPr>
        <p:txBody>
          <a:bodyPr wrap="none" rtlCol="0">
            <a:spAutoFit/>
          </a:bodyPr>
          <a:lstStyle/>
          <a:p>
            <a:r>
              <a:rPr lang="en-US" sz="900" dirty="0">
                <a:latin typeface="Sora" pitchFamily="2" charset="0"/>
                <a:cs typeface="Sora" pitchFamily="2" charset="0"/>
              </a:rPr>
              <a:t>0.98</a:t>
            </a:r>
          </a:p>
        </p:txBody>
      </p:sp>
      <p:sp>
        <p:nvSpPr>
          <p:cNvPr id="19" name="Textfeld 18">
            <a:extLst>
              <a:ext uri="{FF2B5EF4-FFF2-40B4-BE49-F238E27FC236}">
                <a16:creationId xmlns:a16="http://schemas.microsoft.com/office/drawing/2014/main" id="{8E4A5561-900B-FF27-0C87-B09AD8E42DF7}"/>
              </a:ext>
            </a:extLst>
          </p:cNvPr>
          <p:cNvSpPr txBox="1"/>
          <p:nvPr/>
        </p:nvSpPr>
        <p:spPr>
          <a:xfrm>
            <a:off x="1923953" y="2406462"/>
            <a:ext cx="441146" cy="230832"/>
          </a:xfrm>
          <a:prstGeom prst="rect">
            <a:avLst/>
          </a:prstGeom>
          <a:noFill/>
        </p:spPr>
        <p:txBody>
          <a:bodyPr wrap="none" rtlCol="0">
            <a:spAutoFit/>
          </a:bodyPr>
          <a:lstStyle/>
          <a:p>
            <a:r>
              <a:rPr lang="en-US" sz="900" dirty="0">
                <a:latin typeface="Sora" pitchFamily="2" charset="0"/>
                <a:cs typeface="Sora" pitchFamily="2" charset="0"/>
              </a:rPr>
              <a:t>0.97</a:t>
            </a:r>
          </a:p>
        </p:txBody>
      </p:sp>
      <p:cxnSp>
        <p:nvCxnSpPr>
          <p:cNvPr id="29" name="Google Shape;4607;p72">
            <a:extLst>
              <a:ext uri="{FF2B5EF4-FFF2-40B4-BE49-F238E27FC236}">
                <a16:creationId xmlns:a16="http://schemas.microsoft.com/office/drawing/2014/main" id="{79229E12-342C-5F26-DBCE-D6E3D6ECA291}"/>
              </a:ext>
            </a:extLst>
          </p:cNvPr>
          <p:cNvCxnSpPr>
            <a:cxnSpLocks/>
          </p:cNvCxnSpPr>
          <p:nvPr/>
        </p:nvCxnSpPr>
        <p:spPr>
          <a:xfrm rot="10800000" flipV="1">
            <a:off x="1848131" y="2942453"/>
            <a:ext cx="1966632" cy="274955"/>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27" name="Google Shape;4613;p72">
            <a:extLst>
              <a:ext uri="{FF2B5EF4-FFF2-40B4-BE49-F238E27FC236}">
                <a16:creationId xmlns:a16="http://schemas.microsoft.com/office/drawing/2014/main" id="{385274AC-FCDF-1453-860A-C362170403BE}"/>
              </a:ext>
            </a:extLst>
          </p:cNvPr>
          <p:cNvSpPr/>
          <p:nvPr/>
        </p:nvSpPr>
        <p:spPr>
          <a:xfrm>
            <a:off x="1650925" y="3051036"/>
            <a:ext cx="349893" cy="324806"/>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900" noProof="0" dirty="0">
                <a:solidFill>
                  <a:schemeClr val="bg1"/>
                </a:solidFill>
                <a:latin typeface="Sora" pitchFamily="2" charset="0"/>
                <a:cs typeface="Sora" pitchFamily="2" charset="0"/>
              </a:rPr>
              <a:t>10</a:t>
            </a:r>
          </a:p>
        </p:txBody>
      </p:sp>
      <p:sp>
        <p:nvSpPr>
          <p:cNvPr id="33" name="Textfeld 32">
            <a:extLst>
              <a:ext uri="{FF2B5EF4-FFF2-40B4-BE49-F238E27FC236}">
                <a16:creationId xmlns:a16="http://schemas.microsoft.com/office/drawing/2014/main" id="{7EC1C84E-A1EA-A3EE-C733-6E7BA6FD91E5}"/>
              </a:ext>
            </a:extLst>
          </p:cNvPr>
          <p:cNvSpPr txBox="1"/>
          <p:nvPr/>
        </p:nvSpPr>
        <p:spPr>
          <a:xfrm>
            <a:off x="1923953" y="3013951"/>
            <a:ext cx="433132" cy="230832"/>
          </a:xfrm>
          <a:prstGeom prst="rect">
            <a:avLst/>
          </a:prstGeom>
          <a:noFill/>
        </p:spPr>
        <p:txBody>
          <a:bodyPr wrap="none" rtlCol="0">
            <a:spAutoFit/>
          </a:bodyPr>
          <a:lstStyle/>
          <a:p>
            <a:r>
              <a:rPr lang="en-US" sz="900" dirty="0">
                <a:latin typeface="Sora" pitchFamily="2" charset="0"/>
                <a:cs typeface="Sora" pitchFamily="2" charset="0"/>
              </a:rPr>
              <a:t>1.00</a:t>
            </a:r>
          </a:p>
        </p:txBody>
      </p:sp>
      <p:sp>
        <p:nvSpPr>
          <p:cNvPr id="34" name="Textfeld 33">
            <a:extLst>
              <a:ext uri="{FF2B5EF4-FFF2-40B4-BE49-F238E27FC236}">
                <a16:creationId xmlns:a16="http://schemas.microsoft.com/office/drawing/2014/main" id="{C4941BF0-7210-7DC1-9935-BA1509B3F6D0}"/>
              </a:ext>
            </a:extLst>
          </p:cNvPr>
          <p:cNvSpPr txBox="1"/>
          <p:nvPr/>
        </p:nvSpPr>
        <p:spPr>
          <a:xfrm>
            <a:off x="1923953" y="3581148"/>
            <a:ext cx="445956" cy="230832"/>
          </a:xfrm>
          <a:prstGeom prst="rect">
            <a:avLst/>
          </a:prstGeom>
          <a:noFill/>
        </p:spPr>
        <p:txBody>
          <a:bodyPr wrap="none" rtlCol="0">
            <a:spAutoFit/>
          </a:bodyPr>
          <a:lstStyle/>
          <a:p>
            <a:r>
              <a:rPr lang="en-US" sz="900" dirty="0">
                <a:latin typeface="Sora" pitchFamily="2" charset="0"/>
                <a:cs typeface="Sora" pitchFamily="2" charset="0"/>
              </a:rPr>
              <a:t>0.85</a:t>
            </a:r>
          </a:p>
        </p:txBody>
      </p:sp>
      <p:sp>
        <p:nvSpPr>
          <p:cNvPr id="35" name="Textfeld 34">
            <a:extLst>
              <a:ext uri="{FF2B5EF4-FFF2-40B4-BE49-F238E27FC236}">
                <a16:creationId xmlns:a16="http://schemas.microsoft.com/office/drawing/2014/main" id="{A1CEF749-E62A-09C1-22B3-429109F85C64}"/>
              </a:ext>
            </a:extLst>
          </p:cNvPr>
          <p:cNvSpPr txBox="1"/>
          <p:nvPr/>
        </p:nvSpPr>
        <p:spPr>
          <a:xfrm>
            <a:off x="1923953" y="4344153"/>
            <a:ext cx="441146" cy="230832"/>
          </a:xfrm>
          <a:prstGeom prst="rect">
            <a:avLst/>
          </a:prstGeom>
          <a:noFill/>
        </p:spPr>
        <p:txBody>
          <a:bodyPr wrap="none" rtlCol="0">
            <a:spAutoFit/>
          </a:bodyPr>
          <a:lstStyle/>
          <a:p>
            <a:r>
              <a:rPr lang="en-US" sz="900" dirty="0">
                <a:latin typeface="Sora" pitchFamily="2" charset="0"/>
                <a:cs typeface="Sora" pitchFamily="2" charset="0"/>
              </a:rPr>
              <a:t>0.79</a:t>
            </a:r>
          </a:p>
        </p:txBody>
      </p:sp>
      <p:sp>
        <p:nvSpPr>
          <p:cNvPr id="36" name="Textfeld 35">
            <a:extLst>
              <a:ext uri="{FF2B5EF4-FFF2-40B4-BE49-F238E27FC236}">
                <a16:creationId xmlns:a16="http://schemas.microsoft.com/office/drawing/2014/main" id="{86682C73-33F7-2477-8814-1B0DE8251966}"/>
              </a:ext>
            </a:extLst>
          </p:cNvPr>
          <p:cNvSpPr txBox="1"/>
          <p:nvPr/>
        </p:nvSpPr>
        <p:spPr>
          <a:xfrm>
            <a:off x="3591182" y="3769336"/>
            <a:ext cx="409087" cy="230832"/>
          </a:xfrm>
          <a:prstGeom prst="rect">
            <a:avLst/>
          </a:prstGeom>
          <a:noFill/>
        </p:spPr>
        <p:txBody>
          <a:bodyPr wrap="none" rtlCol="0">
            <a:spAutoFit/>
          </a:bodyPr>
          <a:lstStyle/>
          <a:p>
            <a:pPr algn="ctr"/>
            <a:r>
              <a:rPr lang="en-US" sz="900" dirty="0">
                <a:latin typeface="Sora" pitchFamily="2" charset="0"/>
                <a:cs typeface="Sora" pitchFamily="2" charset="0"/>
              </a:rPr>
              <a:t>1.64</a:t>
            </a:r>
          </a:p>
        </p:txBody>
      </p:sp>
      <p:sp>
        <p:nvSpPr>
          <p:cNvPr id="38" name="Textfeld 37">
            <a:extLst>
              <a:ext uri="{FF2B5EF4-FFF2-40B4-BE49-F238E27FC236}">
                <a16:creationId xmlns:a16="http://schemas.microsoft.com/office/drawing/2014/main" id="{6F201BC5-1803-8B1A-B44F-BCAA1469F9AB}"/>
              </a:ext>
            </a:extLst>
          </p:cNvPr>
          <p:cNvSpPr txBox="1"/>
          <p:nvPr/>
        </p:nvSpPr>
        <p:spPr>
          <a:xfrm>
            <a:off x="3579160" y="2493818"/>
            <a:ext cx="433132" cy="230832"/>
          </a:xfrm>
          <a:prstGeom prst="rect">
            <a:avLst/>
          </a:prstGeom>
          <a:noFill/>
        </p:spPr>
        <p:txBody>
          <a:bodyPr wrap="none" rtlCol="0">
            <a:spAutoFit/>
          </a:bodyPr>
          <a:lstStyle/>
          <a:p>
            <a:pPr algn="ctr"/>
            <a:r>
              <a:rPr lang="en-US" sz="900" dirty="0">
                <a:latin typeface="Sora" pitchFamily="2" charset="0"/>
                <a:cs typeface="Sora" pitchFamily="2" charset="0"/>
              </a:rPr>
              <a:t>1.00</a:t>
            </a:r>
          </a:p>
        </p:txBody>
      </p:sp>
      <p:sp>
        <p:nvSpPr>
          <p:cNvPr id="39" name="Textfeld 38">
            <a:extLst>
              <a:ext uri="{FF2B5EF4-FFF2-40B4-BE49-F238E27FC236}">
                <a16:creationId xmlns:a16="http://schemas.microsoft.com/office/drawing/2014/main" id="{135AC2E0-069D-EBF2-A567-79AF1658F76E}"/>
              </a:ext>
            </a:extLst>
          </p:cNvPr>
          <p:cNvSpPr txBox="1"/>
          <p:nvPr/>
        </p:nvSpPr>
        <p:spPr>
          <a:xfrm>
            <a:off x="3591181" y="1315895"/>
            <a:ext cx="409087" cy="230832"/>
          </a:xfrm>
          <a:prstGeom prst="rect">
            <a:avLst/>
          </a:prstGeom>
          <a:noFill/>
        </p:spPr>
        <p:txBody>
          <a:bodyPr wrap="none" rtlCol="0">
            <a:spAutoFit/>
          </a:bodyPr>
          <a:lstStyle/>
          <a:p>
            <a:pPr algn="ctr"/>
            <a:r>
              <a:rPr lang="en-US" sz="900" dirty="0">
                <a:latin typeface="Sora" pitchFamily="2" charset="0"/>
                <a:cs typeface="Sora" pitchFamily="2" charset="0"/>
              </a:rPr>
              <a:t>1.95</a:t>
            </a:r>
          </a:p>
        </p:txBody>
      </p:sp>
      <p:cxnSp>
        <p:nvCxnSpPr>
          <p:cNvPr id="40" name="Google Shape;4607;p72">
            <a:extLst>
              <a:ext uri="{FF2B5EF4-FFF2-40B4-BE49-F238E27FC236}">
                <a16:creationId xmlns:a16="http://schemas.microsoft.com/office/drawing/2014/main" id="{69703659-4379-F709-6756-41229CA65A55}"/>
              </a:ext>
            </a:extLst>
          </p:cNvPr>
          <p:cNvCxnSpPr>
            <a:cxnSpLocks/>
          </p:cNvCxnSpPr>
          <p:nvPr/>
        </p:nvCxnSpPr>
        <p:spPr>
          <a:xfrm rot="10800000">
            <a:off x="3845720" y="2938459"/>
            <a:ext cx="1169913" cy="651"/>
          </a:xfrm>
          <a:prstGeom prst="bentConnector3">
            <a:avLst>
              <a:gd name="adj1" fmla="val 50000"/>
            </a:avLst>
          </a:prstGeom>
          <a:ln>
            <a:headEnd type="none" w="med" len="med"/>
            <a:tailEnd type="none" w="med" len="med"/>
          </a:ln>
        </p:spPr>
        <p:style>
          <a:lnRef idx="1">
            <a:schemeClr val="accent2"/>
          </a:lnRef>
          <a:fillRef idx="0">
            <a:schemeClr val="accent2"/>
          </a:fillRef>
          <a:effectRef idx="0">
            <a:schemeClr val="accent2"/>
          </a:effectRef>
          <a:fontRef idx="minor">
            <a:schemeClr val="tx1"/>
          </a:fontRef>
        </p:style>
      </p:cxnSp>
      <p:sp>
        <p:nvSpPr>
          <p:cNvPr id="28" name="Google Shape;4618;p72">
            <a:extLst>
              <a:ext uri="{FF2B5EF4-FFF2-40B4-BE49-F238E27FC236}">
                <a16:creationId xmlns:a16="http://schemas.microsoft.com/office/drawing/2014/main" id="{B57B0307-69BE-7D1A-10F9-9ED51EDDEE93}"/>
              </a:ext>
            </a:extLst>
          </p:cNvPr>
          <p:cNvSpPr/>
          <p:nvPr/>
        </p:nvSpPr>
        <p:spPr>
          <a:xfrm>
            <a:off x="3569219" y="2712430"/>
            <a:ext cx="463844" cy="44954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solidFill>
                  <a:schemeClr val="bg1"/>
                </a:solidFill>
                <a:latin typeface="Sora" pitchFamily="2" charset="0"/>
                <a:cs typeface="Sora" pitchFamily="2" charset="0"/>
              </a:rPr>
              <a:t>10</a:t>
            </a:r>
          </a:p>
        </p:txBody>
      </p:sp>
      <p:grpSp>
        <p:nvGrpSpPr>
          <p:cNvPr id="57" name="Gruppieren 56">
            <a:extLst>
              <a:ext uri="{FF2B5EF4-FFF2-40B4-BE49-F238E27FC236}">
                <a16:creationId xmlns:a16="http://schemas.microsoft.com/office/drawing/2014/main" id="{079CF9F5-3727-1707-1932-57F1518103F4}"/>
              </a:ext>
            </a:extLst>
          </p:cNvPr>
          <p:cNvGrpSpPr/>
          <p:nvPr/>
        </p:nvGrpSpPr>
        <p:grpSpPr>
          <a:xfrm>
            <a:off x="5762847" y="1757116"/>
            <a:ext cx="1565506" cy="1761716"/>
            <a:chOff x="4326097" y="2598897"/>
            <a:chExt cx="1565506" cy="1761716"/>
          </a:xfrm>
        </p:grpSpPr>
        <p:sp>
          <p:nvSpPr>
            <p:cNvPr id="58" name="Google Shape;1776;p64">
              <a:extLst>
                <a:ext uri="{FF2B5EF4-FFF2-40B4-BE49-F238E27FC236}">
                  <a16:creationId xmlns:a16="http://schemas.microsoft.com/office/drawing/2014/main" id="{D40986E9-E86C-D62E-60A3-017DBF8B1F73}"/>
                </a:ext>
              </a:extLst>
            </p:cNvPr>
            <p:cNvSpPr/>
            <p:nvPr/>
          </p:nvSpPr>
          <p:spPr>
            <a:xfrm>
              <a:off x="5199941" y="3558877"/>
              <a:ext cx="67234" cy="124016"/>
            </a:xfrm>
            <a:custGeom>
              <a:avLst/>
              <a:gdLst/>
              <a:ahLst/>
              <a:cxnLst/>
              <a:rect l="l" t="t" r="r" b="b"/>
              <a:pathLst>
                <a:path w="4104" h="7570" extrusionOk="0">
                  <a:moveTo>
                    <a:pt x="1" y="1"/>
                  </a:moveTo>
                  <a:lnTo>
                    <a:pt x="1" y="7569"/>
                  </a:lnTo>
                  <a:lnTo>
                    <a:pt x="4104" y="7569"/>
                  </a:lnTo>
                  <a:lnTo>
                    <a:pt x="41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 name="Google Shape;1777;p64">
              <a:extLst>
                <a:ext uri="{FF2B5EF4-FFF2-40B4-BE49-F238E27FC236}">
                  <a16:creationId xmlns:a16="http://schemas.microsoft.com/office/drawing/2014/main" id="{D94E19AE-EBD8-2824-39EF-49FBD038C333}"/>
                </a:ext>
              </a:extLst>
            </p:cNvPr>
            <p:cNvSpPr/>
            <p:nvPr/>
          </p:nvSpPr>
          <p:spPr>
            <a:xfrm>
              <a:off x="5265662" y="3410495"/>
              <a:ext cx="396899" cy="316231"/>
            </a:xfrm>
            <a:custGeom>
              <a:avLst/>
              <a:gdLst/>
              <a:ahLst/>
              <a:cxnLst/>
              <a:rect l="l" t="t" r="r" b="b"/>
              <a:pathLst>
                <a:path w="24227" h="19303" extrusionOk="0">
                  <a:moveTo>
                    <a:pt x="62" y="9059"/>
                  </a:moveTo>
                  <a:cubicBezTo>
                    <a:pt x="62" y="9059"/>
                    <a:pt x="5746" y="1034"/>
                    <a:pt x="16627" y="1"/>
                  </a:cubicBezTo>
                  <a:lnTo>
                    <a:pt x="16354" y="9089"/>
                  </a:lnTo>
                  <a:cubicBezTo>
                    <a:pt x="16323" y="10396"/>
                    <a:pt x="16688" y="11673"/>
                    <a:pt x="17478" y="12676"/>
                  </a:cubicBezTo>
                  <a:cubicBezTo>
                    <a:pt x="18542" y="13983"/>
                    <a:pt x="20579" y="15168"/>
                    <a:pt x="24226" y="14104"/>
                  </a:cubicBezTo>
                  <a:cubicBezTo>
                    <a:pt x="24226" y="14104"/>
                    <a:pt x="17843" y="17782"/>
                    <a:pt x="10183" y="18816"/>
                  </a:cubicBezTo>
                  <a:cubicBezTo>
                    <a:pt x="6657" y="19302"/>
                    <a:pt x="3040" y="18512"/>
                    <a:pt x="1" y="16627"/>
                  </a:cubicBezTo>
                  <a:lnTo>
                    <a:pt x="1" y="16627"/>
                  </a:lnTo>
                  <a:lnTo>
                    <a:pt x="1" y="905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0" name="Google Shape;1778;p64">
              <a:extLst>
                <a:ext uri="{FF2B5EF4-FFF2-40B4-BE49-F238E27FC236}">
                  <a16:creationId xmlns:a16="http://schemas.microsoft.com/office/drawing/2014/main" id="{B7DE86DD-5118-949E-2B58-E8C63B5C847F}"/>
                </a:ext>
              </a:extLst>
            </p:cNvPr>
            <p:cNvSpPr/>
            <p:nvPr/>
          </p:nvSpPr>
          <p:spPr>
            <a:xfrm>
              <a:off x="5526911" y="3382614"/>
              <a:ext cx="314888" cy="265954"/>
            </a:xfrm>
            <a:custGeom>
              <a:avLst/>
              <a:gdLst/>
              <a:ahLst/>
              <a:cxnLst/>
              <a:rect l="l" t="t" r="r" b="b"/>
              <a:pathLst>
                <a:path w="19221" h="16234" extrusionOk="0">
                  <a:moveTo>
                    <a:pt x="12838" y="1"/>
                  </a:moveTo>
                  <a:cubicBezTo>
                    <a:pt x="4509" y="548"/>
                    <a:pt x="588" y="4864"/>
                    <a:pt x="588" y="4864"/>
                  </a:cubicBezTo>
                  <a:lnTo>
                    <a:pt x="436" y="10791"/>
                  </a:lnTo>
                  <a:cubicBezTo>
                    <a:pt x="0" y="13945"/>
                    <a:pt x="2549" y="16234"/>
                    <a:pt x="5730" y="16234"/>
                  </a:cubicBezTo>
                  <a:cubicBezTo>
                    <a:pt x="6319" y="16234"/>
                    <a:pt x="6931" y="16155"/>
                    <a:pt x="7549" y="15989"/>
                  </a:cubicBezTo>
                  <a:lnTo>
                    <a:pt x="13141" y="14530"/>
                  </a:lnTo>
                  <a:lnTo>
                    <a:pt x="16333" y="11186"/>
                  </a:lnTo>
                  <a:lnTo>
                    <a:pt x="19221" y="7265"/>
                  </a:lnTo>
                  <a:lnTo>
                    <a:pt x="17488" y="5776"/>
                  </a:lnTo>
                  <a:lnTo>
                    <a:pt x="14084" y="7083"/>
                  </a:lnTo>
                  <a:lnTo>
                    <a:pt x="10953" y="8299"/>
                  </a:lnTo>
                  <a:lnTo>
                    <a:pt x="6181" y="8299"/>
                  </a:lnTo>
                  <a:lnTo>
                    <a:pt x="5421" y="6171"/>
                  </a:lnTo>
                  <a:cubicBezTo>
                    <a:pt x="9737" y="3891"/>
                    <a:pt x="12838" y="3648"/>
                    <a:pt x="12838" y="3648"/>
                  </a:cubicBezTo>
                  <a:lnTo>
                    <a:pt x="13476" y="2432"/>
                  </a:lnTo>
                  <a:lnTo>
                    <a:pt x="128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 name="Google Shape;1779;p64">
              <a:extLst>
                <a:ext uri="{FF2B5EF4-FFF2-40B4-BE49-F238E27FC236}">
                  <a16:creationId xmlns:a16="http://schemas.microsoft.com/office/drawing/2014/main" id="{16591868-A295-CA82-7234-674E3D321FCD}"/>
                </a:ext>
              </a:extLst>
            </p:cNvPr>
            <p:cNvSpPr/>
            <p:nvPr/>
          </p:nvSpPr>
          <p:spPr>
            <a:xfrm>
              <a:off x="4537202" y="3622109"/>
              <a:ext cx="145919" cy="186253"/>
            </a:xfrm>
            <a:custGeom>
              <a:avLst/>
              <a:gdLst/>
              <a:ahLst/>
              <a:cxnLst/>
              <a:rect l="l" t="t" r="r" b="b"/>
              <a:pathLst>
                <a:path w="8907" h="11369" extrusionOk="0">
                  <a:moveTo>
                    <a:pt x="3740" y="1"/>
                  </a:moveTo>
                  <a:lnTo>
                    <a:pt x="1" y="5533"/>
                  </a:lnTo>
                  <a:lnTo>
                    <a:pt x="4712" y="11369"/>
                  </a:lnTo>
                  <a:lnTo>
                    <a:pt x="8907" y="7843"/>
                  </a:lnTo>
                  <a:lnTo>
                    <a:pt x="37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 name="Google Shape;1780;p64">
              <a:extLst>
                <a:ext uri="{FF2B5EF4-FFF2-40B4-BE49-F238E27FC236}">
                  <a16:creationId xmlns:a16="http://schemas.microsoft.com/office/drawing/2014/main" id="{BFCBA880-259A-8C74-0B75-052B3A75BC5C}"/>
                </a:ext>
              </a:extLst>
            </p:cNvPr>
            <p:cNvSpPr/>
            <p:nvPr/>
          </p:nvSpPr>
          <p:spPr>
            <a:xfrm>
              <a:off x="4396798" y="3712731"/>
              <a:ext cx="305255" cy="369999"/>
            </a:xfrm>
            <a:custGeom>
              <a:avLst/>
              <a:gdLst/>
              <a:ahLst/>
              <a:cxnLst/>
              <a:rect l="l" t="t" r="r" b="b"/>
              <a:pathLst>
                <a:path w="18633" h="22585" extrusionOk="0">
                  <a:moveTo>
                    <a:pt x="8572" y="1"/>
                  </a:moveTo>
                  <a:cubicBezTo>
                    <a:pt x="2645" y="1065"/>
                    <a:pt x="426" y="9758"/>
                    <a:pt x="0" y="22190"/>
                  </a:cubicBezTo>
                  <a:cubicBezTo>
                    <a:pt x="0" y="22190"/>
                    <a:pt x="1824" y="22402"/>
                    <a:pt x="3313" y="21551"/>
                  </a:cubicBezTo>
                  <a:cubicBezTo>
                    <a:pt x="4013" y="21156"/>
                    <a:pt x="4712" y="20792"/>
                    <a:pt x="5532" y="20670"/>
                  </a:cubicBezTo>
                  <a:cubicBezTo>
                    <a:pt x="7265" y="20244"/>
                    <a:pt x="10122" y="19971"/>
                    <a:pt x="12311" y="21612"/>
                  </a:cubicBezTo>
                  <a:cubicBezTo>
                    <a:pt x="12311" y="21612"/>
                    <a:pt x="13283" y="22585"/>
                    <a:pt x="15168" y="21764"/>
                  </a:cubicBezTo>
                  <a:cubicBezTo>
                    <a:pt x="15168" y="21764"/>
                    <a:pt x="18633" y="9758"/>
                    <a:pt x="14408" y="370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 name="Google Shape;1781;p64">
              <a:extLst>
                <a:ext uri="{FF2B5EF4-FFF2-40B4-BE49-F238E27FC236}">
                  <a16:creationId xmlns:a16="http://schemas.microsoft.com/office/drawing/2014/main" id="{689CCFD0-5912-DF99-CD69-98F047DF0AC8}"/>
                </a:ext>
              </a:extLst>
            </p:cNvPr>
            <p:cNvSpPr/>
            <p:nvPr/>
          </p:nvSpPr>
          <p:spPr>
            <a:xfrm>
              <a:off x="4368917" y="4041013"/>
              <a:ext cx="198703" cy="255321"/>
            </a:xfrm>
            <a:custGeom>
              <a:avLst/>
              <a:gdLst/>
              <a:ahLst/>
              <a:cxnLst/>
              <a:rect l="l" t="t" r="r" b="b"/>
              <a:pathLst>
                <a:path w="12129" h="15585" extrusionOk="0">
                  <a:moveTo>
                    <a:pt x="9279" y="1"/>
                  </a:moveTo>
                  <a:cubicBezTo>
                    <a:pt x="8415" y="1"/>
                    <a:pt x="7123" y="170"/>
                    <a:pt x="5958" y="995"/>
                  </a:cubicBezTo>
                  <a:cubicBezTo>
                    <a:pt x="5958" y="995"/>
                    <a:pt x="0" y="8563"/>
                    <a:pt x="4104" y="15585"/>
                  </a:cubicBezTo>
                  <a:lnTo>
                    <a:pt x="6353" y="14247"/>
                  </a:lnTo>
                  <a:cubicBezTo>
                    <a:pt x="6353" y="14247"/>
                    <a:pt x="3283" y="8411"/>
                    <a:pt x="7994" y="5098"/>
                  </a:cubicBezTo>
                  <a:lnTo>
                    <a:pt x="8663" y="4855"/>
                  </a:lnTo>
                  <a:lnTo>
                    <a:pt x="8663" y="6618"/>
                  </a:lnTo>
                  <a:lnTo>
                    <a:pt x="8663" y="13791"/>
                  </a:lnTo>
                  <a:lnTo>
                    <a:pt x="11672" y="13791"/>
                  </a:lnTo>
                  <a:lnTo>
                    <a:pt x="11672" y="6679"/>
                  </a:lnTo>
                  <a:lnTo>
                    <a:pt x="12128" y="569"/>
                  </a:lnTo>
                  <a:cubicBezTo>
                    <a:pt x="11429" y="235"/>
                    <a:pt x="10791" y="113"/>
                    <a:pt x="10274" y="83"/>
                  </a:cubicBezTo>
                  <a:cubicBezTo>
                    <a:pt x="10274" y="83"/>
                    <a:pt x="9880" y="1"/>
                    <a:pt x="92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 name="Google Shape;1782;p64">
              <a:extLst>
                <a:ext uri="{FF2B5EF4-FFF2-40B4-BE49-F238E27FC236}">
                  <a16:creationId xmlns:a16="http://schemas.microsoft.com/office/drawing/2014/main" id="{2DDDE4DA-891B-6E8F-D89E-0FA98C32B84A}"/>
                </a:ext>
              </a:extLst>
            </p:cNvPr>
            <p:cNvSpPr/>
            <p:nvPr/>
          </p:nvSpPr>
          <p:spPr>
            <a:xfrm>
              <a:off x="4595471" y="3429415"/>
              <a:ext cx="644864" cy="931198"/>
            </a:xfrm>
            <a:custGeom>
              <a:avLst/>
              <a:gdLst/>
              <a:ahLst/>
              <a:cxnLst/>
              <a:rect l="l" t="t" r="r" b="b"/>
              <a:pathLst>
                <a:path w="39363" h="56841" extrusionOk="0">
                  <a:moveTo>
                    <a:pt x="39211" y="12463"/>
                  </a:moveTo>
                  <a:cubicBezTo>
                    <a:pt x="38846" y="20700"/>
                    <a:pt x="37326" y="37904"/>
                    <a:pt x="31551" y="48938"/>
                  </a:cubicBezTo>
                  <a:cubicBezTo>
                    <a:pt x="28663" y="54470"/>
                    <a:pt x="22888" y="56841"/>
                    <a:pt x="17569" y="56050"/>
                  </a:cubicBezTo>
                  <a:cubicBezTo>
                    <a:pt x="13496" y="55442"/>
                    <a:pt x="9666" y="53011"/>
                    <a:pt x="7538" y="48695"/>
                  </a:cubicBezTo>
                  <a:cubicBezTo>
                    <a:pt x="3648" y="40913"/>
                    <a:pt x="1246" y="28785"/>
                    <a:pt x="243" y="12767"/>
                  </a:cubicBezTo>
                  <a:cubicBezTo>
                    <a:pt x="0" y="9393"/>
                    <a:pt x="1794" y="6262"/>
                    <a:pt x="4712" y="4682"/>
                  </a:cubicBezTo>
                  <a:cubicBezTo>
                    <a:pt x="5198" y="4408"/>
                    <a:pt x="5745" y="4165"/>
                    <a:pt x="6322" y="3983"/>
                  </a:cubicBezTo>
                  <a:cubicBezTo>
                    <a:pt x="6930" y="3800"/>
                    <a:pt x="7508" y="3618"/>
                    <a:pt x="8207" y="3436"/>
                  </a:cubicBezTo>
                  <a:cubicBezTo>
                    <a:pt x="15380" y="1521"/>
                    <a:pt x="25989" y="1"/>
                    <a:pt x="34590" y="4378"/>
                  </a:cubicBezTo>
                  <a:cubicBezTo>
                    <a:pt x="34682" y="4408"/>
                    <a:pt x="34773" y="4469"/>
                    <a:pt x="34894" y="4530"/>
                  </a:cubicBezTo>
                  <a:cubicBezTo>
                    <a:pt x="37660" y="6141"/>
                    <a:pt x="39363" y="9180"/>
                    <a:pt x="39211" y="12463"/>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 name="Google Shape;1783;p64">
              <a:extLst>
                <a:ext uri="{FF2B5EF4-FFF2-40B4-BE49-F238E27FC236}">
                  <a16:creationId xmlns:a16="http://schemas.microsoft.com/office/drawing/2014/main" id="{04B9B16E-E3D3-196A-D568-CD452B0C91B7}"/>
                </a:ext>
              </a:extLst>
            </p:cNvPr>
            <p:cNvSpPr/>
            <p:nvPr/>
          </p:nvSpPr>
          <p:spPr>
            <a:xfrm>
              <a:off x="4595471" y="3429415"/>
              <a:ext cx="570668" cy="918256"/>
            </a:xfrm>
            <a:custGeom>
              <a:avLst/>
              <a:gdLst/>
              <a:ahLst/>
              <a:cxnLst/>
              <a:rect l="l" t="t" r="r" b="b"/>
              <a:pathLst>
                <a:path w="34834" h="56051" extrusionOk="0">
                  <a:moveTo>
                    <a:pt x="34834" y="4560"/>
                  </a:moveTo>
                  <a:cubicBezTo>
                    <a:pt x="26171" y="1"/>
                    <a:pt x="15472" y="1521"/>
                    <a:pt x="8177" y="3466"/>
                  </a:cubicBezTo>
                  <a:cubicBezTo>
                    <a:pt x="7508" y="3648"/>
                    <a:pt x="6870" y="3831"/>
                    <a:pt x="6262" y="3983"/>
                  </a:cubicBezTo>
                  <a:cubicBezTo>
                    <a:pt x="5684" y="4135"/>
                    <a:pt x="5167" y="4378"/>
                    <a:pt x="4681" y="4682"/>
                  </a:cubicBezTo>
                  <a:cubicBezTo>
                    <a:pt x="1794" y="6232"/>
                    <a:pt x="0" y="9332"/>
                    <a:pt x="183" y="12767"/>
                  </a:cubicBezTo>
                  <a:cubicBezTo>
                    <a:pt x="1216" y="28785"/>
                    <a:pt x="3617" y="40913"/>
                    <a:pt x="7478" y="48695"/>
                  </a:cubicBezTo>
                  <a:cubicBezTo>
                    <a:pt x="9605" y="53011"/>
                    <a:pt x="13435" y="55442"/>
                    <a:pt x="17508" y="56050"/>
                  </a:cubicBezTo>
                  <a:cubicBezTo>
                    <a:pt x="10608" y="42403"/>
                    <a:pt x="7326" y="31673"/>
                    <a:pt x="6140" y="23405"/>
                  </a:cubicBezTo>
                  <a:cubicBezTo>
                    <a:pt x="5046" y="15685"/>
                    <a:pt x="11095" y="8724"/>
                    <a:pt x="18876" y="8876"/>
                  </a:cubicBezTo>
                  <a:lnTo>
                    <a:pt x="19666" y="8876"/>
                  </a:lnTo>
                  <a:cubicBezTo>
                    <a:pt x="27022" y="8876"/>
                    <a:pt x="33131" y="7053"/>
                    <a:pt x="34834" y="4560"/>
                  </a:cubicBezTo>
                  <a:close/>
                </a:path>
              </a:pathLst>
            </a:custGeom>
            <a:solidFill>
              <a:srgbClr val="134F5C">
                <a:alpha val="566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 name="Google Shape;1784;p64">
              <a:extLst>
                <a:ext uri="{FF2B5EF4-FFF2-40B4-BE49-F238E27FC236}">
                  <a16:creationId xmlns:a16="http://schemas.microsoft.com/office/drawing/2014/main" id="{CBD4537C-FDB0-F153-DAEA-AC33A63C04D4}"/>
                </a:ext>
              </a:extLst>
            </p:cNvPr>
            <p:cNvSpPr/>
            <p:nvPr/>
          </p:nvSpPr>
          <p:spPr>
            <a:xfrm>
              <a:off x="4326097" y="2598897"/>
              <a:ext cx="986456" cy="960064"/>
            </a:xfrm>
            <a:custGeom>
              <a:avLst/>
              <a:gdLst/>
              <a:ahLst/>
              <a:cxnLst/>
              <a:rect l="l" t="t" r="r" b="b"/>
              <a:pathLst>
                <a:path w="60214" h="58603" extrusionOk="0">
                  <a:moveTo>
                    <a:pt x="60032" y="33982"/>
                  </a:moveTo>
                  <a:cubicBezTo>
                    <a:pt x="58968" y="49788"/>
                    <a:pt x="41794" y="54347"/>
                    <a:pt x="38451" y="55077"/>
                  </a:cubicBezTo>
                  <a:cubicBezTo>
                    <a:pt x="37964" y="55168"/>
                    <a:pt x="37508" y="55290"/>
                    <a:pt x="36992" y="55442"/>
                  </a:cubicBezTo>
                  <a:cubicBezTo>
                    <a:pt x="35533" y="55867"/>
                    <a:pt x="34104" y="56171"/>
                    <a:pt x="32797" y="56445"/>
                  </a:cubicBezTo>
                  <a:cubicBezTo>
                    <a:pt x="20943" y="58603"/>
                    <a:pt x="13678" y="54834"/>
                    <a:pt x="9332" y="50548"/>
                  </a:cubicBezTo>
                  <a:cubicBezTo>
                    <a:pt x="5836" y="47052"/>
                    <a:pt x="3708" y="42493"/>
                    <a:pt x="3009" y="37630"/>
                  </a:cubicBezTo>
                  <a:cubicBezTo>
                    <a:pt x="0" y="16961"/>
                    <a:pt x="10304" y="8480"/>
                    <a:pt x="17690" y="5137"/>
                  </a:cubicBezTo>
                  <a:cubicBezTo>
                    <a:pt x="21551" y="3404"/>
                    <a:pt x="24590" y="3009"/>
                    <a:pt x="24590" y="3009"/>
                  </a:cubicBezTo>
                  <a:cubicBezTo>
                    <a:pt x="37083" y="0"/>
                    <a:pt x="45898" y="3100"/>
                    <a:pt x="51946" y="10912"/>
                  </a:cubicBezTo>
                  <a:cubicBezTo>
                    <a:pt x="55047" y="14894"/>
                    <a:pt x="57418" y="20152"/>
                    <a:pt x="59150" y="26414"/>
                  </a:cubicBezTo>
                  <a:cubicBezTo>
                    <a:pt x="59880" y="28876"/>
                    <a:pt x="60214" y="31429"/>
                    <a:pt x="60032" y="3398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 name="Google Shape;1785;p64">
              <a:extLst>
                <a:ext uri="{FF2B5EF4-FFF2-40B4-BE49-F238E27FC236}">
                  <a16:creationId xmlns:a16="http://schemas.microsoft.com/office/drawing/2014/main" id="{1C5FBCAC-77E2-C489-48BB-0D00F6DCFC92}"/>
                </a:ext>
              </a:extLst>
            </p:cNvPr>
            <p:cNvSpPr/>
            <p:nvPr/>
          </p:nvSpPr>
          <p:spPr>
            <a:xfrm>
              <a:off x="4326097" y="2683031"/>
              <a:ext cx="537313" cy="875923"/>
            </a:xfrm>
            <a:custGeom>
              <a:avLst/>
              <a:gdLst/>
              <a:ahLst/>
              <a:cxnLst/>
              <a:rect l="l" t="t" r="r" b="b"/>
              <a:pathLst>
                <a:path w="32798" h="53467" extrusionOk="0">
                  <a:moveTo>
                    <a:pt x="32797" y="51309"/>
                  </a:moveTo>
                  <a:cubicBezTo>
                    <a:pt x="20943" y="53467"/>
                    <a:pt x="13678" y="49698"/>
                    <a:pt x="9332" y="45412"/>
                  </a:cubicBezTo>
                  <a:cubicBezTo>
                    <a:pt x="5836" y="41916"/>
                    <a:pt x="3708" y="37357"/>
                    <a:pt x="3009" y="32494"/>
                  </a:cubicBezTo>
                  <a:cubicBezTo>
                    <a:pt x="0" y="11825"/>
                    <a:pt x="10304" y="3344"/>
                    <a:pt x="17690" y="1"/>
                  </a:cubicBezTo>
                  <a:cubicBezTo>
                    <a:pt x="10699" y="12949"/>
                    <a:pt x="122" y="41157"/>
                    <a:pt x="32797" y="51309"/>
                  </a:cubicBezTo>
                  <a:close/>
                </a:path>
              </a:pathLst>
            </a:custGeom>
            <a:solidFill>
              <a:srgbClr val="134F5C">
                <a:alpha val="566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 name="Google Shape;1786;p64">
              <a:extLst>
                <a:ext uri="{FF2B5EF4-FFF2-40B4-BE49-F238E27FC236}">
                  <a16:creationId xmlns:a16="http://schemas.microsoft.com/office/drawing/2014/main" id="{70DA6D63-D0D6-5BBF-1A61-E355478464E9}"/>
                </a:ext>
              </a:extLst>
            </p:cNvPr>
            <p:cNvSpPr/>
            <p:nvPr/>
          </p:nvSpPr>
          <p:spPr>
            <a:xfrm>
              <a:off x="4574552" y="2757910"/>
              <a:ext cx="723058" cy="512068"/>
            </a:xfrm>
            <a:custGeom>
              <a:avLst/>
              <a:gdLst/>
              <a:ahLst/>
              <a:cxnLst/>
              <a:rect l="l" t="t" r="r" b="b"/>
              <a:pathLst>
                <a:path w="44136" h="31257" extrusionOk="0">
                  <a:moveTo>
                    <a:pt x="27905" y="1"/>
                  </a:moveTo>
                  <a:cubicBezTo>
                    <a:pt x="24936" y="1"/>
                    <a:pt x="21964" y="419"/>
                    <a:pt x="19089" y="1296"/>
                  </a:cubicBezTo>
                  <a:cubicBezTo>
                    <a:pt x="10700" y="3789"/>
                    <a:pt x="5198" y="9290"/>
                    <a:pt x="1551" y="16676"/>
                  </a:cubicBezTo>
                  <a:cubicBezTo>
                    <a:pt x="335" y="19108"/>
                    <a:pt x="1" y="21874"/>
                    <a:pt x="639" y="24549"/>
                  </a:cubicBezTo>
                  <a:cubicBezTo>
                    <a:pt x="1437" y="27790"/>
                    <a:pt x="3830" y="31257"/>
                    <a:pt x="10420" y="31257"/>
                  </a:cubicBezTo>
                  <a:cubicBezTo>
                    <a:pt x="11863" y="31257"/>
                    <a:pt x="13508" y="31091"/>
                    <a:pt x="15381" y="30719"/>
                  </a:cubicBezTo>
                  <a:cubicBezTo>
                    <a:pt x="15381" y="30719"/>
                    <a:pt x="31764" y="28136"/>
                    <a:pt x="39819" y="23941"/>
                  </a:cubicBezTo>
                  <a:cubicBezTo>
                    <a:pt x="42494" y="22512"/>
                    <a:pt x="44135" y="19716"/>
                    <a:pt x="44014" y="16707"/>
                  </a:cubicBezTo>
                  <a:cubicBezTo>
                    <a:pt x="42281" y="10445"/>
                    <a:pt x="39910" y="5187"/>
                    <a:pt x="36779" y="1235"/>
                  </a:cubicBezTo>
                  <a:cubicBezTo>
                    <a:pt x="33894" y="426"/>
                    <a:pt x="30901" y="1"/>
                    <a:pt x="279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 name="Google Shape;1787;p64">
              <a:extLst>
                <a:ext uri="{FF2B5EF4-FFF2-40B4-BE49-F238E27FC236}">
                  <a16:creationId xmlns:a16="http://schemas.microsoft.com/office/drawing/2014/main" id="{A7596D3C-8068-9FA6-0E29-C78005BEA331}"/>
                </a:ext>
              </a:extLst>
            </p:cNvPr>
            <p:cNvSpPr/>
            <p:nvPr/>
          </p:nvSpPr>
          <p:spPr>
            <a:xfrm>
              <a:off x="4833966" y="3053987"/>
              <a:ext cx="129979" cy="66251"/>
            </a:xfrm>
            <a:custGeom>
              <a:avLst/>
              <a:gdLst/>
              <a:ahLst/>
              <a:cxnLst/>
              <a:rect l="l" t="t" r="r" b="b"/>
              <a:pathLst>
                <a:path w="7934" h="4044" extrusionOk="0">
                  <a:moveTo>
                    <a:pt x="7721" y="2280"/>
                  </a:moveTo>
                  <a:cubicBezTo>
                    <a:pt x="7721" y="2280"/>
                    <a:pt x="5472" y="1"/>
                    <a:pt x="1581" y="1490"/>
                  </a:cubicBezTo>
                  <a:cubicBezTo>
                    <a:pt x="1125" y="1672"/>
                    <a:pt x="639" y="1976"/>
                    <a:pt x="335" y="2402"/>
                  </a:cubicBezTo>
                  <a:cubicBezTo>
                    <a:pt x="31" y="2767"/>
                    <a:pt x="1" y="3435"/>
                    <a:pt x="396" y="3739"/>
                  </a:cubicBezTo>
                  <a:cubicBezTo>
                    <a:pt x="852" y="4043"/>
                    <a:pt x="1399" y="3830"/>
                    <a:pt x="1824" y="3618"/>
                  </a:cubicBezTo>
                  <a:cubicBezTo>
                    <a:pt x="2372" y="3314"/>
                    <a:pt x="2919" y="3010"/>
                    <a:pt x="3527" y="2827"/>
                  </a:cubicBezTo>
                  <a:cubicBezTo>
                    <a:pt x="4864" y="2402"/>
                    <a:pt x="6262" y="2311"/>
                    <a:pt x="7630" y="2615"/>
                  </a:cubicBezTo>
                  <a:cubicBezTo>
                    <a:pt x="7812" y="2675"/>
                    <a:pt x="7934" y="2311"/>
                    <a:pt x="7721" y="228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 name="Google Shape;1788;p64">
              <a:extLst>
                <a:ext uri="{FF2B5EF4-FFF2-40B4-BE49-F238E27FC236}">
                  <a16:creationId xmlns:a16="http://schemas.microsoft.com/office/drawing/2014/main" id="{273B36FC-954B-63DC-F269-940E9832DA35}"/>
                </a:ext>
              </a:extLst>
            </p:cNvPr>
            <p:cNvSpPr/>
            <p:nvPr/>
          </p:nvSpPr>
          <p:spPr>
            <a:xfrm>
              <a:off x="5193470" y="2963365"/>
              <a:ext cx="59272" cy="66251"/>
            </a:xfrm>
            <a:custGeom>
              <a:avLst/>
              <a:gdLst/>
              <a:ahLst/>
              <a:cxnLst/>
              <a:rect l="l" t="t" r="r" b="b"/>
              <a:pathLst>
                <a:path w="3618" h="4044" extrusionOk="0">
                  <a:moveTo>
                    <a:pt x="2493" y="153"/>
                  </a:moveTo>
                  <a:cubicBezTo>
                    <a:pt x="1733" y="1"/>
                    <a:pt x="1003" y="365"/>
                    <a:pt x="578" y="973"/>
                  </a:cubicBezTo>
                  <a:cubicBezTo>
                    <a:pt x="0" y="1764"/>
                    <a:pt x="244" y="4043"/>
                    <a:pt x="244" y="4043"/>
                  </a:cubicBezTo>
                  <a:cubicBezTo>
                    <a:pt x="244" y="4013"/>
                    <a:pt x="274" y="3982"/>
                    <a:pt x="274" y="3922"/>
                  </a:cubicBezTo>
                  <a:cubicBezTo>
                    <a:pt x="304" y="3891"/>
                    <a:pt x="335" y="3861"/>
                    <a:pt x="335" y="3770"/>
                  </a:cubicBezTo>
                  <a:lnTo>
                    <a:pt x="335" y="3739"/>
                  </a:lnTo>
                  <a:cubicBezTo>
                    <a:pt x="517" y="3526"/>
                    <a:pt x="700" y="3283"/>
                    <a:pt x="912" y="3101"/>
                  </a:cubicBezTo>
                  <a:cubicBezTo>
                    <a:pt x="1216" y="2888"/>
                    <a:pt x="1551" y="2767"/>
                    <a:pt x="1946" y="2675"/>
                  </a:cubicBezTo>
                  <a:cubicBezTo>
                    <a:pt x="2584" y="2523"/>
                    <a:pt x="3344" y="2371"/>
                    <a:pt x="3496" y="1612"/>
                  </a:cubicBezTo>
                  <a:cubicBezTo>
                    <a:pt x="3618" y="973"/>
                    <a:pt x="3131" y="274"/>
                    <a:pt x="2493" y="153"/>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 name="Google Shape;1789;p64">
              <a:extLst>
                <a:ext uri="{FF2B5EF4-FFF2-40B4-BE49-F238E27FC236}">
                  <a16:creationId xmlns:a16="http://schemas.microsoft.com/office/drawing/2014/main" id="{0CF1579E-6E26-7DDF-8622-FB846EACBF60}"/>
                </a:ext>
              </a:extLst>
            </p:cNvPr>
            <p:cNvSpPr/>
            <p:nvPr/>
          </p:nvSpPr>
          <p:spPr>
            <a:xfrm>
              <a:off x="4789655" y="3692827"/>
              <a:ext cx="257959" cy="231567"/>
            </a:xfrm>
            <a:custGeom>
              <a:avLst/>
              <a:gdLst/>
              <a:ahLst/>
              <a:cxnLst/>
              <a:rect l="l" t="t" r="r" b="b"/>
              <a:pathLst>
                <a:path w="15746" h="14135" extrusionOk="0">
                  <a:moveTo>
                    <a:pt x="7873" y="0"/>
                  </a:moveTo>
                  <a:cubicBezTo>
                    <a:pt x="3526" y="0"/>
                    <a:pt x="1" y="3161"/>
                    <a:pt x="1" y="7052"/>
                  </a:cubicBezTo>
                  <a:cubicBezTo>
                    <a:pt x="1" y="10943"/>
                    <a:pt x="3526" y="14134"/>
                    <a:pt x="7873" y="14134"/>
                  </a:cubicBezTo>
                  <a:cubicBezTo>
                    <a:pt x="12220" y="14134"/>
                    <a:pt x="15745" y="10943"/>
                    <a:pt x="15745" y="7052"/>
                  </a:cubicBezTo>
                  <a:cubicBezTo>
                    <a:pt x="15745" y="3161"/>
                    <a:pt x="12220" y="0"/>
                    <a:pt x="78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 name="Google Shape;1790;p64">
              <a:extLst>
                <a:ext uri="{FF2B5EF4-FFF2-40B4-BE49-F238E27FC236}">
                  <a16:creationId xmlns:a16="http://schemas.microsoft.com/office/drawing/2014/main" id="{8D65551B-5C50-2AF8-21E9-9AD1F0FDB18A}"/>
                </a:ext>
              </a:extLst>
            </p:cNvPr>
            <p:cNvSpPr/>
            <p:nvPr/>
          </p:nvSpPr>
          <p:spPr>
            <a:xfrm>
              <a:off x="4822024" y="3721708"/>
              <a:ext cx="193215" cy="173294"/>
            </a:xfrm>
            <a:custGeom>
              <a:avLst/>
              <a:gdLst/>
              <a:ahLst/>
              <a:cxnLst/>
              <a:rect l="l" t="t" r="r" b="b"/>
              <a:pathLst>
                <a:path w="11794" h="10578" extrusionOk="0">
                  <a:moveTo>
                    <a:pt x="11794" y="5289"/>
                  </a:moveTo>
                  <a:cubicBezTo>
                    <a:pt x="11794" y="8207"/>
                    <a:pt x="9149" y="10578"/>
                    <a:pt x="5897" y="10578"/>
                  </a:cubicBezTo>
                  <a:cubicBezTo>
                    <a:pt x="2645" y="10578"/>
                    <a:pt x="0" y="8207"/>
                    <a:pt x="0" y="5289"/>
                  </a:cubicBezTo>
                  <a:cubicBezTo>
                    <a:pt x="0" y="2371"/>
                    <a:pt x="2645" y="0"/>
                    <a:pt x="5897" y="0"/>
                  </a:cubicBezTo>
                  <a:cubicBezTo>
                    <a:pt x="9149" y="0"/>
                    <a:pt x="11794" y="2371"/>
                    <a:pt x="11794" y="528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 name="Google Shape;1791;p64">
              <a:extLst>
                <a:ext uri="{FF2B5EF4-FFF2-40B4-BE49-F238E27FC236}">
                  <a16:creationId xmlns:a16="http://schemas.microsoft.com/office/drawing/2014/main" id="{24584416-192C-E53F-2081-8D30C15C42DB}"/>
                </a:ext>
              </a:extLst>
            </p:cNvPr>
            <p:cNvSpPr/>
            <p:nvPr/>
          </p:nvSpPr>
          <p:spPr>
            <a:xfrm>
              <a:off x="5519114" y="3030709"/>
              <a:ext cx="372489" cy="423651"/>
            </a:xfrm>
            <a:custGeom>
              <a:avLst/>
              <a:gdLst/>
              <a:ahLst/>
              <a:cxnLst/>
              <a:rect l="l" t="t" r="r" b="b"/>
              <a:pathLst>
                <a:path w="22737" h="25860" extrusionOk="0">
                  <a:moveTo>
                    <a:pt x="11095" y="631"/>
                  </a:moveTo>
                  <a:lnTo>
                    <a:pt x="11095" y="8899"/>
                  </a:lnTo>
                  <a:lnTo>
                    <a:pt x="1034" y="4309"/>
                  </a:lnTo>
                  <a:lnTo>
                    <a:pt x="11095" y="631"/>
                  </a:lnTo>
                  <a:close/>
                  <a:moveTo>
                    <a:pt x="11611" y="631"/>
                  </a:moveTo>
                  <a:lnTo>
                    <a:pt x="21703" y="4279"/>
                  </a:lnTo>
                  <a:lnTo>
                    <a:pt x="11611" y="8899"/>
                  </a:lnTo>
                  <a:lnTo>
                    <a:pt x="11611" y="631"/>
                  </a:lnTo>
                  <a:close/>
                  <a:moveTo>
                    <a:pt x="22128" y="4704"/>
                  </a:moveTo>
                  <a:lnTo>
                    <a:pt x="22159" y="19385"/>
                  </a:lnTo>
                  <a:lnTo>
                    <a:pt x="11642" y="14431"/>
                  </a:lnTo>
                  <a:lnTo>
                    <a:pt x="11642" y="9507"/>
                  </a:lnTo>
                  <a:lnTo>
                    <a:pt x="11611" y="9507"/>
                  </a:lnTo>
                  <a:lnTo>
                    <a:pt x="22128" y="4704"/>
                  </a:lnTo>
                  <a:close/>
                  <a:moveTo>
                    <a:pt x="578" y="4704"/>
                  </a:moveTo>
                  <a:lnTo>
                    <a:pt x="11064" y="9507"/>
                  </a:lnTo>
                  <a:lnTo>
                    <a:pt x="11064" y="14431"/>
                  </a:lnTo>
                  <a:lnTo>
                    <a:pt x="578" y="19416"/>
                  </a:lnTo>
                  <a:lnTo>
                    <a:pt x="578" y="4704"/>
                  </a:lnTo>
                  <a:close/>
                  <a:moveTo>
                    <a:pt x="11095" y="15039"/>
                  </a:moveTo>
                  <a:lnTo>
                    <a:pt x="11095" y="25161"/>
                  </a:lnTo>
                  <a:lnTo>
                    <a:pt x="912" y="19902"/>
                  </a:lnTo>
                  <a:lnTo>
                    <a:pt x="11095" y="15039"/>
                  </a:lnTo>
                  <a:close/>
                  <a:moveTo>
                    <a:pt x="11611" y="15039"/>
                  </a:moveTo>
                  <a:lnTo>
                    <a:pt x="21824" y="19841"/>
                  </a:lnTo>
                  <a:lnTo>
                    <a:pt x="11611" y="25161"/>
                  </a:lnTo>
                  <a:lnTo>
                    <a:pt x="11611" y="15039"/>
                  </a:lnTo>
                  <a:close/>
                  <a:moveTo>
                    <a:pt x="11338" y="1"/>
                  </a:moveTo>
                  <a:cubicBezTo>
                    <a:pt x="11307" y="1"/>
                    <a:pt x="11277" y="8"/>
                    <a:pt x="11247" y="23"/>
                  </a:cubicBezTo>
                  <a:lnTo>
                    <a:pt x="183" y="4036"/>
                  </a:lnTo>
                  <a:lnTo>
                    <a:pt x="122" y="4036"/>
                  </a:lnTo>
                  <a:lnTo>
                    <a:pt x="61" y="4096"/>
                  </a:lnTo>
                  <a:lnTo>
                    <a:pt x="31" y="4127"/>
                  </a:lnTo>
                  <a:cubicBezTo>
                    <a:pt x="0" y="4157"/>
                    <a:pt x="0" y="4188"/>
                    <a:pt x="0" y="4248"/>
                  </a:cubicBezTo>
                  <a:lnTo>
                    <a:pt x="0" y="4279"/>
                  </a:lnTo>
                  <a:lnTo>
                    <a:pt x="0" y="19841"/>
                  </a:lnTo>
                  <a:cubicBezTo>
                    <a:pt x="0" y="19902"/>
                    <a:pt x="0" y="19933"/>
                    <a:pt x="31" y="19963"/>
                  </a:cubicBezTo>
                  <a:cubicBezTo>
                    <a:pt x="31" y="19993"/>
                    <a:pt x="61" y="19993"/>
                    <a:pt x="61" y="20054"/>
                  </a:cubicBezTo>
                  <a:lnTo>
                    <a:pt x="122" y="20084"/>
                  </a:lnTo>
                  <a:lnTo>
                    <a:pt x="11155" y="25829"/>
                  </a:lnTo>
                  <a:cubicBezTo>
                    <a:pt x="11216" y="25860"/>
                    <a:pt x="11247" y="25860"/>
                    <a:pt x="11277" y="25860"/>
                  </a:cubicBezTo>
                  <a:cubicBezTo>
                    <a:pt x="11307" y="25860"/>
                    <a:pt x="11368" y="25860"/>
                    <a:pt x="11399" y="25829"/>
                  </a:cubicBezTo>
                  <a:lnTo>
                    <a:pt x="22493" y="19993"/>
                  </a:lnTo>
                  <a:lnTo>
                    <a:pt x="22523" y="19963"/>
                  </a:lnTo>
                  <a:cubicBezTo>
                    <a:pt x="22554" y="19933"/>
                    <a:pt x="22554" y="19933"/>
                    <a:pt x="22554" y="19902"/>
                  </a:cubicBezTo>
                  <a:cubicBezTo>
                    <a:pt x="22736" y="19902"/>
                    <a:pt x="22736" y="19841"/>
                    <a:pt x="22736" y="19811"/>
                  </a:cubicBezTo>
                  <a:lnTo>
                    <a:pt x="22675" y="4279"/>
                  </a:lnTo>
                  <a:lnTo>
                    <a:pt x="22675" y="4248"/>
                  </a:lnTo>
                  <a:cubicBezTo>
                    <a:pt x="22675" y="4188"/>
                    <a:pt x="22675" y="4157"/>
                    <a:pt x="22645" y="4127"/>
                  </a:cubicBezTo>
                  <a:lnTo>
                    <a:pt x="22615" y="4096"/>
                  </a:lnTo>
                  <a:lnTo>
                    <a:pt x="22554" y="4036"/>
                  </a:lnTo>
                  <a:lnTo>
                    <a:pt x="22493" y="4036"/>
                  </a:lnTo>
                  <a:lnTo>
                    <a:pt x="11429" y="23"/>
                  </a:lnTo>
                  <a:cubicBezTo>
                    <a:pt x="11399" y="8"/>
                    <a:pt x="11368" y="1"/>
                    <a:pt x="1133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4" name="Textfeld 73">
            <a:extLst>
              <a:ext uri="{FF2B5EF4-FFF2-40B4-BE49-F238E27FC236}">
                <a16:creationId xmlns:a16="http://schemas.microsoft.com/office/drawing/2014/main" id="{F6EE9906-C686-A934-A1B1-6A505B82E686}"/>
              </a:ext>
            </a:extLst>
          </p:cNvPr>
          <p:cNvSpPr txBox="1"/>
          <p:nvPr/>
        </p:nvSpPr>
        <p:spPr>
          <a:xfrm>
            <a:off x="6933033" y="2279295"/>
            <a:ext cx="428322" cy="307777"/>
          </a:xfrm>
          <a:prstGeom prst="rect">
            <a:avLst/>
          </a:prstGeom>
          <a:noFill/>
        </p:spPr>
        <p:txBody>
          <a:bodyPr wrap="none" rtlCol="0">
            <a:spAutoFit/>
          </a:bodyPr>
          <a:lstStyle/>
          <a:p>
            <a:r>
              <a:rPr lang="en-US" dirty="0">
                <a:latin typeface="Sora" pitchFamily="2" charset="0"/>
                <a:cs typeface="Sora" pitchFamily="2" charset="0"/>
              </a:rPr>
              <a:t>20</a:t>
            </a:r>
          </a:p>
        </p:txBody>
      </p:sp>
    </p:spTree>
    <p:extLst>
      <p:ext uri="{BB962C8B-B14F-4D97-AF65-F5344CB8AC3E}">
        <p14:creationId xmlns:p14="http://schemas.microsoft.com/office/powerpoint/2010/main" val="39385412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3219875E-9C55-87DA-1BB2-23342C7AEC06}"/>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99AEE7AC-7322-BDBC-5218-8F68B7177E30}"/>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Results</a:t>
            </a:r>
          </a:p>
        </p:txBody>
      </p:sp>
      <p:sp>
        <p:nvSpPr>
          <p:cNvPr id="467" name="Google Shape;467;p36">
            <a:extLst>
              <a:ext uri="{FF2B5EF4-FFF2-40B4-BE49-F238E27FC236}">
                <a16:creationId xmlns:a16="http://schemas.microsoft.com/office/drawing/2014/main" id="{F9B45649-32FE-5505-1605-201FD3DCDBEF}"/>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We can confidently say that …</a:t>
            </a:r>
          </a:p>
        </p:txBody>
      </p:sp>
      <p:sp>
        <p:nvSpPr>
          <p:cNvPr id="468" name="Google Shape;468;p36">
            <a:extLst>
              <a:ext uri="{FF2B5EF4-FFF2-40B4-BE49-F238E27FC236}">
                <a16:creationId xmlns:a16="http://schemas.microsoft.com/office/drawing/2014/main" id="{7FC466D4-1DD5-47ED-1329-DDDFFAD1D41A}"/>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04</a:t>
            </a:r>
          </a:p>
        </p:txBody>
      </p:sp>
      <p:grpSp>
        <p:nvGrpSpPr>
          <p:cNvPr id="469" name="Google Shape;469;p36">
            <a:extLst>
              <a:ext uri="{FF2B5EF4-FFF2-40B4-BE49-F238E27FC236}">
                <a16:creationId xmlns:a16="http://schemas.microsoft.com/office/drawing/2014/main" id="{967AB443-DBC1-B507-D235-CE61F6CDE6ED}"/>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E99F76A2-49E4-C368-0C4E-ED658CA419B2}"/>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E505E593-0B5F-8530-A8E4-A7260492CA9E}"/>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9A127743-F507-DD85-8ED9-A538AA27D054}"/>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EB395DE3-666B-BE6E-16FB-8F0845082281}"/>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C1F243A1-5340-4677-2D3B-FC0A6B78215D}"/>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0F348F2E-E901-B746-11DC-F4E3799CFA0B}"/>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2CF13B9C-63CB-9F54-12B7-F3E135B7AA04}"/>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37D05F5E-15F0-941F-D450-F8C41E1EA4E4}"/>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1769953D-2C86-9B18-E796-E66A5E8957F7}"/>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CC479756-01C7-EC13-6C96-51038BB6C00F}"/>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63549CCB-5EA0-A0BC-E548-DCCEE167C656}"/>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B75E2B76-CD18-D0D8-FF8F-AA295392F8E3}"/>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87FB9E1A-A4BF-90DA-6AA4-33FEBE5DCF8D}"/>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25D7656B-1741-50D8-721C-2E3C36B35EC9}"/>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2EC3D8FE-F045-B5C6-7CD1-81E867001793}"/>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14599F92-9BD8-F47C-91B6-83DF3DF8E6BB}"/>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A1FD5CFE-5E13-D339-B3B8-279D7A863FCC}"/>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43CA0333-0991-6CF8-B903-F375D6ACC8F7}"/>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625F1BA5-4CED-B675-3B36-3FC0494BC1BF}"/>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36848248-E787-9A39-01A4-628B94949CDA}"/>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288F006A-C74B-356A-6D88-2421381CB1EF}"/>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B42680E2-7B87-C7CD-EA27-BCB02B20CA10}"/>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A0FACA5E-04C4-602E-5E12-4809B967A06B}"/>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67C32AFD-B6B8-4C67-9BEA-E99446B75338}"/>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6AED07EB-7CCC-4FAD-A639-EC3BFB64A7AD}"/>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BAA728E7-F4C9-1A42-EA4A-EA992F20FA7B}"/>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A5C14350-AF98-B4C9-FC59-367341C8E4C6}"/>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B9D3D0A3-7BB9-D7FE-1AFC-D01EAB29FE00}"/>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93AA49CF-125F-F702-131B-229639305B4C}"/>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1BC22694-C53C-2BEA-5400-947EDB5ACC0F}"/>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B02D3738-DC14-3BFB-FC67-B7B6CB0C59DF}"/>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5E919780-DFB4-44EB-A982-F13047F901A4}"/>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E498E53C-62C1-CD77-4EE8-A47B13FCD10B}"/>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231EBE43-3F5B-B6C5-03F1-0A516BC02E20}"/>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114591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31">
          <a:extLst>
            <a:ext uri="{FF2B5EF4-FFF2-40B4-BE49-F238E27FC236}">
              <a16:creationId xmlns:a16="http://schemas.microsoft.com/office/drawing/2014/main" id="{5BC78CC8-E6C7-0201-6902-529CAB1E1A4F}"/>
            </a:ext>
          </a:extLst>
        </p:cNvPr>
        <p:cNvGrpSpPr/>
        <p:nvPr/>
      </p:nvGrpSpPr>
      <p:grpSpPr>
        <a:xfrm>
          <a:off x="0" y="0"/>
          <a:ext cx="0" cy="0"/>
          <a:chOff x="0" y="0"/>
          <a:chExt cx="0" cy="0"/>
        </a:xfrm>
      </p:grpSpPr>
      <p:sp>
        <p:nvSpPr>
          <p:cNvPr id="1132" name="Google Shape;1132;p59">
            <a:extLst>
              <a:ext uri="{FF2B5EF4-FFF2-40B4-BE49-F238E27FC236}">
                <a16:creationId xmlns:a16="http://schemas.microsoft.com/office/drawing/2014/main" id="{63DDF668-5FE3-FFA2-A0FB-4E272F8771A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 more = better …</a:t>
            </a:r>
          </a:p>
        </p:txBody>
      </p:sp>
      <p:grpSp>
        <p:nvGrpSpPr>
          <p:cNvPr id="4" name="Gruppieren 3">
            <a:extLst>
              <a:ext uri="{FF2B5EF4-FFF2-40B4-BE49-F238E27FC236}">
                <a16:creationId xmlns:a16="http://schemas.microsoft.com/office/drawing/2014/main" id="{E6FCDD64-3A2A-D8C6-D9A8-A07E6A62E373}"/>
              </a:ext>
            </a:extLst>
          </p:cNvPr>
          <p:cNvGrpSpPr/>
          <p:nvPr/>
        </p:nvGrpSpPr>
        <p:grpSpPr>
          <a:xfrm>
            <a:off x="5063571" y="630934"/>
            <a:ext cx="3092317" cy="1267233"/>
            <a:chOff x="3380821" y="3838142"/>
            <a:chExt cx="3092317" cy="1267233"/>
          </a:xfrm>
        </p:grpSpPr>
        <p:sp>
          <p:nvSpPr>
            <p:cNvPr id="1134" name="Google Shape;1134;p59">
              <a:extLst>
                <a:ext uri="{FF2B5EF4-FFF2-40B4-BE49-F238E27FC236}">
                  <a16:creationId xmlns:a16="http://schemas.microsoft.com/office/drawing/2014/main" id="{15C74575-1E05-6E52-3909-2CA382194EF9}"/>
                </a:ext>
              </a:extLst>
            </p:cNvPr>
            <p:cNvSpPr txBox="1"/>
            <p:nvPr/>
          </p:nvSpPr>
          <p:spPr>
            <a:xfrm>
              <a:off x="3380821" y="3838142"/>
              <a:ext cx="2738400" cy="516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US" sz="2000" b="1" noProof="0" dirty="0">
                  <a:solidFill>
                    <a:schemeClr val="dk1"/>
                  </a:solidFill>
                  <a:latin typeface="Sora"/>
                  <a:ea typeface="Sora"/>
                  <a:cs typeface="Sora"/>
                  <a:sym typeface="Sora"/>
                </a:rPr>
                <a:t>Legend</a:t>
              </a:r>
            </a:p>
          </p:txBody>
        </p:sp>
        <p:sp>
          <p:nvSpPr>
            <p:cNvPr id="1135" name="Google Shape;1135;p59">
              <a:extLst>
                <a:ext uri="{FF2B5EF4-FFF2-40B4-BE49-F238E27FC236}">
                  <a16:creationId xmlns:a16="http://schemas.microsoft.com/office/drawing/2014/main" id="{5274247B-4D90-B993-0102-9CEDB759E2B1}"/>
                </a:ext>
              </a:extLst>
            </p:cNvPr>
            <p:cNvSpPr txBox="1"/>
            <p:nvPr/>
          </p:nvSpPr>
          <p:spPr>
            <a:xfrm>
              <a:off x="3734738" y="4291575"/>
              <a:ext cx="2738400" cy="813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Color: Confidence interval size</a:t>
              </a:r>
            </a:p>
            <a:p>
              <a:pPr marL="0" lvl="0" indent="0" algn="l" rtl="0">
                <a:lnSpc>
                  <a:spcPct val="115000"/>
                </a:lnSpc>
                <a:spcBef>
                  <a:spcPts val="0"/>
                </a:spcBef>
                <a:spcAft>
                  <a:spcPts val="0"/>
                </a:spcAft>
                <a:buNone/>
              </a:pPr>
              <a:r>
                <a:rPr lang="en-US" dirty="0">
                  <a:solidFill>
                    <a:schemeClr val="dk1"/>
                  </a:solidFill>
                  <a:latin typeface="Lato"/>
                  <a:ea typeface="Lato"/>
                  <a:cs typeface="Lato"/>
                  <a:sym typeface="Lato"/>
                </a:rPr>
                <a:t>x-Axis: Confidence </a:t>
              </a:r>
            </a:p>
            <a:p>
              <a:pPr marL="0" lvl="0" indent="0" algn="l" rtl="0">
                <a:lnSpc>
                  <a:spcPct val="115000"/>
                </a:lnSpc>
                <a:spcBef>
                  <a:spcPts val="0"/>
                </a:spcBef>
                <a:spcAft>
                  <a:spcPts val="0"/>
                </a:spcAft>
                <a:buNone/>
              </a:pPr>
              <a:r>
                <a:rPr lang="en-US" dirty="0">
                  <a:solidFill>
                    <a:schemeClr val="dk1"/>
                  </a:solidFill>
                  <a:latin typeface="Lato"/>
                  <a:ea typeface="Lato"/>
                  <a:cs typeface="Lato"/>
                  <a:sym typeface="Lato"/>
                </a:rPr>
                <a:t>y-Axis: Number of Samples</a:t>
              </a:r>
              <a:endParaRPr lang="en-US" noProof="0" dirty="0">
                <a:solidFill>
                  <a:schemeClr val="dk1"/>
                </a:solidFill>
                <a:latin typeface="Lato"/>
                <a:ea typeface="Lato"/>
                <a:cs typeface="Lato"/>
                <a:sym typeface="Lato"/>
              </a:endParaRPr>
            </a:p>
          </p:txBody>
        </p:sp>
      </p:grpSp>
      <p:pic>
        <p:nvPicPr>
          <p:cNvPr id="2" name="Grafik 1" descr="Ein Bild, das Text, Diagramm, Reihe, Plan enthält.&#10;&#10;KI-generierte Inhalte können fehlerhaft sein.">
            <a:extLst>
              <a:ext uri="{FF2B5EF4-FFF2-40B4-BE49-F238E27FC236}">
                <a16:creationId xmlns:a16="http://schemas.microsoft.com/office/drawing/2014/main" id="{86DE4B61-8F2A-4E3E-3291-F73E416F8CF5}"/>
              </a:ext>
            </a:extLst>
          </p:cNvPr>
          <p:cNvPicPr>
            <a:picLocks noChangeAspect="1"/>
          </p:cNvPicPr>
          <p:nvPr/>
        </p:nvPicPr>
        <p:blipFill>
          <a:blip r:embed="rId3"/>
          <a:srcRect b="48741"/>
          <a:stretch>
            <a:fillRect/>
          </a:stretch>
        </p:blipFill>
        <p:spPr>
          <a:xfrm>
            <a:off x="720000" y="2638543"/>
            <a:ext cx="8060043" cy="1420590"/>
          </a:xfrm>
          <a:prstGeom prst="rect">
            <a:avLst/>
          </a:prstGeom>
        </p:spPr>
      </p:pic>
    </p:spTree>
    <p:extLst>
      <p:ext uri="{BB962C8B-B14F-4D97-AF65-F5344CB8AC3E}">
        <p14:creationId xmlns:p14="http://schemas.microsoft.com/office/powerpoint/2010/main" val="1898306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31">
          <a:extLst>
            <a:ext uri="{FF2B5EF4-FFF2-40B4-BE49-F238E27FC236}">
              <a16:creationId xmlns:a16="http://schemas.microsoft.com/office/drawing/2014/main" id="{2611D904-1066-A677-D21F-86D5DC4ADA03}"/>
            </a:ext>
          </a:extLst>
        </p:cNvPr>
        <p:cNvGrpSpPr/>
        <p:nvPr/>
      </p:nvGrpSpPr>
      <p:grpSpPr>
        <a:xfrm>
          <a:off x="0" y="0"/>
          <a:ext cx="0" cy="0"/>
          <a:chOff x="0" y="0"/>
          <a:chExt cx="0" cy="0"/>
        </a:xfrm>
      </p:grpSpPr>
      <p:sp>
        <p:nvSpPr>
          <p:cNvPr id="1132" name="Google Shape;1132;p59">
            <a:extLst>
              <a:ext uri="{FF2B5EF4-FFF2-40B4-BE49-F238E27FC236}">
                <a16:creationId xmlns:a16="http://schemas.microsoft.com/office/drawing/2014/main" id="{A5DF19CE-DF2A-0A1A-A7CA-3943FEA38CC9}"/>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 so take this …</a:t>
            </a:r>
          </a:p>
        </p:txBody>
      </p:sp>
      <p:pic>
        <p:nvPicPr>
          <p:cNvPr id="5" name="Grafik 4">
            <a:extLst>
              <a:ext uri="{FF2B5EF4-FFF2-40B4-BE49-F238E27FC236}">
                <a16:creationId xmlns:a16="http://schemas.microsoft.com/office/drawing/2014/main" id="{83615441-92C9-5843-C6F4-B0294AC3FB71}"/>
              </a:ext>
            </a:extLst>
          </p:cNvPr>
          <p:cNvPicPr>
            <a:picLocks noChangeAspect="1"/>
          </p:cNvPicPr>
          <p:nvPr/>
        </p:nvPicPr>
        <p:blipFill>
          <a:blip r:embed="rId3"/>
          <a:srcRect/>
          <a:stretch/>
        </p:blipFill>
        <p:spPr>
          <a:xfrm>
            <a:off x="635194" y="1084367"/>
            <a:ext cx="6890470" cy="3706694"/>
          </a:xfrm>
          <a:prstGeom prst="rect">
            <a:avLst/>
          </a:prstGeom>
        </p:spPr>
      </p:pic>
      <p:sp>
        <p:nvSpPr>
          <p:cNvPr id="3" name="Google Shape;1135;p59">
            <a:extLst>
              <a:ext uri="{FF2B5EF4-FFF2-40B4-BE49-F238E27FC236}">
                <a16:creationId xmlns:a16="http://schemas.microsoft.com/office/drawing/2014/main" id="{E6F140A3-6B29-A35C-E17B-A4987AA2754E}"/>
              </a:ext>
            </a:extLst>
          </p:cNvPr>
          <p:cNvSpPr txBox="1"/>
          <p:nvPr/>
        </p:nvSpPr>
        <p:spPr>
          <a:xfrm>
            <a:off x="7480300" y="2571750"/>
            <a:ext cx="1836695" cy="1866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b="1" noProof="0" dirty="0">
                <a:solidFill>
                  <a:schemeClr val="dk1"/>
                </a:solidFill>
                <a:latin typeface="Lato"/>
                <a:ea typeface="Lato"/>
                <a:cs typeface="Lato"/>
                <a:sym typeface="Lato"/>
              </a:rPr>
              <a:t>Whisks</a:t>
            </a:r>
            <a:r>
              <a:rPr lang="en-US" noProof="0" dirty="0">
                <a:solidFill>
                  <a:schemeClr val="dk1"/>
                </a:solidFill>
                <a:latin typeface="Lato"/>
                <a:ea typeface="Lato"/>
                <a:cs typeface="Lato"/>
                <a:sym typeface="Lato"/>
              </a:rPr>
              <a:t> =95% Confidence interval</a:t>
            </a:r>
          </a:p>
          <a:p>
            <a:pPr marL="0" lvl="0" indent="0" algn="l" rtl="0">
              <a:lnSpc>
                <a:spcPct val="115000"/>
              </a:lnSpc>
              <a:spcBef>
                <a:spcPts val="0"/>
              </a:spcBef>
              <a:spcAft>
                <a:spcPts val="0"/>
              </a:spcAft>
              <a:buNone/>
            </a:pPr>
            <a:r>
              <a:rPr lang="en-US" b="1" dirty="0">
                <a:solidFill>
                  <a:schemeClr val="dk1"/>
                </a:solidFill>
                <a:latin typeface="Lato"/>
                <a:ea typeface="Lato"/>
                <a:cs typeface="Lato"/>
                <a:sym typeface="Lato"/>
              </a:rPr>
              <a:t>Color </a:t>
            </a:r>
            <a:r>
              <a:rPr lang="en-US" dirty="0">
                <a:solidFill>
                  <a:schemeClr val="dk1"/>
                </a:solidFill>
                <a:latin typeface="Lato"/>
                <a:ea typeface="Lato"/>
                <a:cs typeface="Lato"/>
                <a:sym typeface="Lato"/>
              </a:rPr>
              <a:t>= Number of samples</a:t>
            </a:r>
          </a:p>
          <a:p>
            <a:pPr marL="0" lvl="0" indent="0" algn="l" rtl="0">
              <a:lnSpc>
                <a:spcPct val="115000"/>
              </a:lnSpc>
              <a:spcBef>
                <a:spcPts val="0"/>
              </a:spcBef>
              <a:spcAft>
                <a:spcPts val="0"/>
              </a:spcAft>
              <a:buNone/>
            </a:pPr>
            <a:r>
              <a:rPr lang="en-US" b="1" dirty="0">
                <a:solidFill>
                  <a:schemeClr val="dk1"/>
                </a:solidFill>
                <a:latin typeface="Lato"/>
                <a:ea typeface="Lato"/>
                <a:cs typeface="Lato"/>
                <a:sym typeface="Lato"/>
              </a:rPr>
              <a:t>x-Axis </a:t>
            </a:r>
            <a:r>
              <a:rPr lang="en-US" dirty="0">
                <a:solidFill>
                  <a:schemeClr val="dk1"/>
                </a:solidFill>
                <a:latin typeface="Lato"/>
                <a:ea typeface="Lato"/>
                <a:cs typeface="Lato"/>
                <a:sym typeface="Lato"/>
              </a:rPr>
              <a:t>= Confidence</a:t>
            </a:r>
          </a:p>
          <a:p>
            <a:pPr marL="0" lvl="0" indent="0" algn="l" rtl="0">
              <a:lnSpc>
                <a:spcPct val="115000"/>
              </a:lnSpc>
              <a:spcBef>
                <a:spcPts val="0"/>
              </a:spcBef>
              <a:spcAft>
                <a:spcPts val="0"/>
              </a:spcAft>
              <a:buNone/>
            </a:pPr>
            <a:r>
              <a:rPr lang="en-US" b="1" noProof="0" dirty="0">
                <a:solidFill>
                  <a:schemeClr val="dk1"/>
                </a:solidFill>
                <a:latin typeface="Lato"/>
                <a:ea typeface="Lato"/>
                <a:cs typeface="Lato"/>
                <a:sym typeface="Lato"/>
              </a:rPr>
              <a:t>y-Axis </a:t>
            </a:r>
            <a:r>
              <a:rPr lang="en-US" noProof="0" dirty="0">
                <a:solidFill>
                  <a:schemeClr val="dk1"/>
                </a:solidFill>
                <a:latin typeface="Lato"/>
                <a:ea typeface="Lato"/>
                <a:cs typeface="Lato"/>
                <a:sym typeface="Lato"/>
              </a:rPr>
              <a:t>= Accuracy</a:t>
            </a:r>
            <a:endParaRPr lang="en-US" b="1" noProof="0" dirty="0">
              <a:solidFill>
                <a:schemeClr val="dk1"/>
              </a:solidFill>
              <a:latin typeface="Lato"/>
              <a:ea typeface="Lato"/>
              <a:cs typeface="Lato"/>
              <a:sym typeface="Lato"/>
            </a:endParaRPr>
          </a:p>
        </p:txBody>
      </p:sp>
      <p:sp>
        <p:nvSpPr>
          <p:cNvPr id="4" name="Google Shape;1134;p59">
            <a:extLst>
              <a:ext uri="{FF2B5EF4-FFF2-40B4-BE49-F238E27FC236}">
                <a16:creationId xmlns:a16="http://schemas.microsoft.com/office/drawing/2014/main" id="{5DF208C4-F80C-AC81-4CC7-557F04E78A82}"/>
              </a:ext>
            </a:extLst>
          </p:cNvPr>
          <p:cNvSpPr txBox="1"/>
          <p:nvPr/>
        </p:nvSpPr>
        <p:spPr>
          <a:xfrm>
            <a:off x="6886021" y="1994558"/>
            <a:ext cx="2738400" cy="516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US" sz="2000" b="1" noProof="0" dirty="0">
                <a:solidFill>
                  <a:schemeClr val="dk1"/>
                </a:solidFill>
                <a:latin typeface="Sora"/>
                <a:ea typeface="Sora"/>
                <a:cs typeface="Sora"/>
                <a:sym typeface="Sora"/>
              </a:rPr>
              <a:t>Legend</a:t>
            </a:r>
          </a:p>
        </p:txBody>
      </p:sp>
    </p:spTree>
    <p:extLst>
      <p:ext uri="{BB962C8B-B14F-4D97-AF65-F5344CB8AC3E}">
        <p14:creationId xmlns:p14="http://schemas.microsoft.com/office/powerpoint/2010/main" val="34350532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31">
          <a:extLst>
            <a:ext uri="{FF2B5EF4-FFF2-40B4-BE49-F238E27FC236}">
              <a16:creationId xmlns:a16="http://schemas.microsoft.com/office/drawing/2014/main" id="{6A960654-FD5A-CA3E-F4C7-242AECA9DD3F}"/>
            </a:ext>
          </a:extLst>
        </p:cNvPr>
        <p:cNvGrpSpPr/>
        <p:nvPr/>
      </p:nvGrpSpPr>
      <p:grpSpPr>
        <a:xfrm>
          <a:off x="0" y="0"/>
          <a:ext cx="0" cy="0"/>
          <a:chOff x="0" y="0"/>
          <a:chExt cx="0" cy="0"/>
        </a:xfrm>
      </p:grpSpPr>
      <p:sp>
        <p:nvSpPr>
          <p:cNvPr id="1132" name="Google Shape;1132;p59">
            <a:extLst>
              <a:ext uri="{FF2B5EF4-FFF2-40B4-BE49-F238E27FC236}">
                <a16:creationId xmlns:a16="http://schemas.microsoft.com/office/drawing/2014/main" id="{170F2405-9551-D378-730E-526AB8AE815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 and transform it to this!</a:t>
            </a:r>
          </a:p>
        </p:txBody>
      </p:sp>
      <p:sp>
        <p:nvSpPr>
          <p:cNvPr id="1134" name="Google Shape;1134;p59">
            <a:extLst>
              <a:ext uri="{FF2B5EF4-FFF2-40B4-BE49-F238E27FC236}">
                <a16:creationId xmlns:a16="http://schemas.microsoft.com/office/drawing/2014/main" id="{B49418C3-99AB-65F7-732C-75BB1B789E85}"/>
              </a:ext>
            </a:extLst>
          </p:cNvPr>
          <p:cNvSpPr txBox="1"/>
          <p:nvPr/>
        </p:nvSpPr>
        <p:spPr>
          <a:xfrm>
            <a:off x="6886021" y="1994558"/>
            <a:ext cx="2738400" cy="516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US" sz="2000" b="1" noProof="0" dirty="0">
                <a:solidFill>
                  <a:schemeClr val="dk1"/>
                </a:solidFill>
                <a:latin typeface="Sora"/>
                <a:ea typeface="Sora"/>
                <a:cs typeface="Sora"/>
                <a:sym typeface="Sora"/>
              </a:rPr>
              <a:t>Legend</a:t>
            </a:r>
          </a:p>
        </p:txBody>
      </p:sp>
      <p:pic>
        <p:nvPicPr>
          <p:cNvPr id="2" name="Grafik 1">
            <a:extLst>
              <a:ext uri="{FF2B5EF4-FFF2-40B4-BE49-F238E27FC236}">
                <a16:creationId xmlns:a16="http://schemas.microsoft.com/office/drawing/2014/main" id="{28315C9A-F567-6CC4-797F-8B27D6B25432}"/>
              </a:ext>
            </a:extLst>
          </p:cNvPr>
          <p:cNvPicPr>
            <a:picLocks noChangeAspect="1"/>
          </p:cNvPicPr>
          <p:nvPr/>
        </p:nvPicPr>
        <p:blipFill>
          <a:blip r:embed="rId3"/>
          <a:srcRect/>
          <a:stretch/>
        </p:blipFill>
        <p:spPr>
          <a:xfrm>
            <a:off x="635194" y="1078017"/>
            <a:ext cx="6845105" cy="3682290"/>
          </a:xfrm>
          <a:prstGeom prst="rect">
            <a:avLst/>
          </a:prstGeom>
        </p:spPr>
      </p:pic>
      <p:sp>
        <p:nvSpPr>
          <p:cNvPr id="4" name="Google Shape;1135;p59">
            <a:extLst>
              <a:ext uri="{FF2B5EF4-FFF2-40B4-BE49-F238E27FC236}">
                <a16:creationId xmlns:a16="http://schemas.microsoft.com/office/drawing/2014/main" id="{4DECD906-76E2-2ED6-6509-771DA36A9DC4}"/>
              </a:ext>
            </a:extLst>
          </p:cNvPr>
          <p:cNvSpPr txBox="1"/>
          <p:nvPr/>
        </p:nvSpPr>
        <p:spPr>
          <a:xfrm>
            <a:off x="7480300" y="2571750"/>
            <a:ext cx="1836695" cy="1866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b="1" noProof="0" dirty="0">
                <a:solidFill>
                  <a:schemeClr val="dk1"/>
                </a:solidFill>
                <a:latin typeface="Lato"/>
                <a:ea typeface="Lato"/>
                <a:cs typeface="Lato"/>
                <a:sym typeface="Lato"/>
              </a:rPr>
              <a:t>Whisks</a:t>
            </a:r>
            <a:r>
              <a:rPr lang="en-US" noProof="0" dirty="0">
                <a:solidFill>
                  <a:schemeClr val="dk1"/>
                </a:solidFill>
                <a:latin typeface="Lato"/>
                <a:ea typeface="Lato"/>
                <a:cs typeface="Lato"/>
                <a:sym typeface="Lato"/>
              </a:rPr>
              <a:t> =95% Confidence interval</a:t>
            </a:r>
          </a:p>
          <a:p>
            <a:pPr marL="0" lvl="0" indent="0" algn="l" rtl="0">
              <a:lnSpc>
                <a:spcPct val="115000"/>
              </a:lnSpc>
              <a:spcBef>
                <a:spcPts val="0"/>
              </a:spcBef>
              <a:spcAft>
                <a:spcPts val="0"/>
              </a:spcAft>
              <a:buNone/>
            </a:pPr>
            <a:r>
              <a:rPr lang="en-US" b="1" dirty="0">
                <a:solidFill>
                  <a:schemeClr val="dk1"/>
                </a:solidFill>
                <a:latin typeface="Lato"/>
                <a:ea typeface="Lato"/>
                <a:cs typeface="Lato"/>
                <a:sym typeface="Lato"/>
              </a:rPr>
              <a:t>Color </a:t>
            </a:r>
            <a:r>
              <a:rPr lang="en-US" dirty="0">
                <a:solidFill>
                  <a:schemeClr val="dk1"/>
                </a:solidFill>
                <a:latin typeface="Lato"/>
                <a:ea typeface="Lato"/>
                <a:cs typeface="Lato"/>
                <a:sym typeface="Lato"/>
              </a:rPr>
              <a:t>= Number of samples</a:t>
            </a:r>
          </a:p>
          <a:p>
            <a:pPr marL="0" lvl="0" indent="0" algn="l" rtl="0">
              <a:lnSpc>
                <a:spcPct val="115000"/>
              </a:lnSpc>
              <a:spcBef>
                <a:spcPts val="0"/>
              </a:spcBef>
              <a:spcAft>
                <a:spcPts val="0"/>
              </a:spcAft>
              <a:buNone/>
            </a:pPr>
            <a:r>
              <a:rPr lang="en-US" b="1" dirty="0">
                <a:solidFill>
                  <a:schemeClr val="dk1"/>
                </a:solidFill>
                <a:latin typeface="Lato"/>
                <a:ea typeface="Lato"/>
                <a:cs typeface="Lato"/>
                <a:sym typeface="Lato"/>
              </a:rPr>
              <a:t>x-Axis </a:t>
            </a:r>
            <a:r>
              <a:rPr lang="en-US" dirty="0">
                <a:solidFill>
                  <a:schemeClr val="dk1"/>
                </a:solidFill>
                <a:latin typeface="Lato"/>
                <a:ea typeface="Lato"/>
                <a:cs typeface="Lato"/>
                <a:sym typeface="Lato"/>
              </a:rPr>
              <a:t>= Confidence</a:t>
            </a:r>
          </a:p>
          <a:p>
            <a:pPr marL="0" lvl="0" indent="0" algn="l" rtl="0">
              <a:lnSpc>
                <a:spcPct val="115000"/>
              </a:lnSpc>
              <a:spcBef>
                <a:spcPts val="0"/>
              </a:spcBef>
              <a:spcAft>
                <a:spcPts val="0"/>
              </a:spcAft>
              <a:buNone/>
            </a:pPr>
            <a:r>
              <a:rPr lang="en-US" b="1" noProof="0" dirty="0">
                <a:solidFill>
                  <a:schemeClr val="dk1"/>
                </a:solidFill>
                <a:latin typeface="Lato"/>
                <a:ea typeface="Lato"/>
                <a:cs typeface="Lato"/>
                <a:sym typeface="Lato"/>
              </a:rPr>
              <a:t>y-Axis </a:t>
            </a:r>
            <a:r>
              <a:rPr lang="en-US" noProof="0" dirty="0">
                <a:solidFill>
                  <a:schemeClr val="dk1"/>
                </a:solidFill>
                <a:latin typeface="Lato"/>
                <a:ea typeface="Lato"/>
                <a:cs typeface="Lato"/>
                <a:sym typeface="Lato"/>
              </a:rPr>
              <a:t>= Accuracy</a:t>
            </a:r>
            <a:endParaRPr lang="en-US" b="1" noProof="0" dirty="0">
              <a:solidFill>
                <a:schemeClr val="dk1"/>
              </a:solidFill>
              <a:latin typeface="Lato"/>
              <a:ea typeface="Lato"/>
              <a:cs typeface="Lato"/>
              <a:sym typeface="Lato"/>
            </a:endParaRPr>
          </a:p>
        </p:txBody>
      </p:sp>
    </p:spTree>
    <p:extLst>
      <p:ext uri="{BB962C8B-B14F-4D97-AF65-F5344CB8AC3E}">
        <p14:creationId xmlns:p14="http://schemas.microsoft.com/office/powerpoint/2010/main" val="12189193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31">
          <a:extLst>
            <a:ext uri="{FF2B5EF4-FFF2-40B4-BE49-F238E27FC236}">
              <a16:creationId xmlns:a16="http://schemas.microsoft.com/office/drawing/2014/main" id="{91A047C9-8B3E-92BF-5D71-0BBC7757BF15}"/>
            </a:ext>
          </a:extLst>
        </p:cNvPr>
        <p:cNvGrpSpPr/>
        <p:nvPr/>
      </p:nvGrpSpPr>
      <p:grpSpPr>
        <a:xfrm>
          <a:off x="0" y="0"/>
          <a:ext cx="0" cy="0"/>
          <a:chOff x="0" y="0"/>
          <a:chExt cx="0" cy="0"/>
        </a:xfrm>
      </p:grpSpPr>
      <p:sp>
        <p:nvSpPr>
          <p:cNvPr id="1132" name="Google Shape;1132;p59">
            <a:extLst>
              <a:ext uri="{FF2B5EF4-FFF2-40B4-BE49-F238E27FC236}">
                <a16:creationId xmlns:a16="http://schemas.microsoft.com/office/drawing/2014/main" id="{4AB77D0F-4BA8-94F7-60D8-9A2947CE8EB3}"/>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Also observable here</a:t>
            </a:r>
          </a:p>
        </p:txBody>
      </p:sp>
      <p:grpSp>
        <p:nvGrpSpPr>
          <p:cNvPr id="4" name="Gruppieren 3">
            <a:extLst>
              <a:ext uri="{FF2B5EF4-FFF2-40B4-BE49-F238E27FC236}">
                <a16:creationId xmlns:a16="http://schemas.microsoft.com/office/drawing/2014/main" id="{476360CA-7067-5297-B063-2C1FDCAF5BBD}"/>
              </a:ext>
            </a:extLst>
          </p:cNvPr>
          <p:cNvGrpSpPr/>
          <p:nvPr/>
        </p:nvGrpSpPr>
        <p:grpSpPr>
          <a:xfrm>
            <a:off x="5063571" y="630934"/>
            <a:ext cx="3092317" cy="1267233"/>
            <a:chOff x="3380821" y="3838142"/>
            <a:chExt cx="3092317" cy="1267233"/>
          </a:xfrm>
        </p:grpSpPr>
        <p:sp>
          <p:nvSpPr>
            <p:cNvPr id="1134" name="Google Shape;1134;p59">
              <a:extLst>
                <a:ext uri="{FF2B5EF4-FFF2-40B4-BE49-F238E27FC236}">
                  <a16:creationId xmlns:a16="http://schemas.microsoft.com/office/drawing/2014/main" id="{54612388-5298-6F6F-B95E-1F9170A2F6D1}"/>
                </a:ext>
              </a:extLst>
            </p:cNvPr>
            <p:cNvSpPr txBox="1"/>
            <p:nvPr/>
          </p:nvSpPr>
          <p:spPr>
            <a:xfrm>
              <a:off x="3380821" y="3838142"/>
              <a:ext cx="2738400" cy="516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US" sz="2000" b="1" noProof="0" dirty="0">
                  <a:solidFill>
                    <a:schemeClr val="dk1"/>
                  </a:solidFill>
                  <a:latin typeface="Sora"/>
                  <a:ea typeface="Sora"/>
                  <a:cs typeface="Sora"/>
                  <a:sym typeface="Sora"/>
                </a:rPr>
                <a:t>Legend</a:t>
              </a:r>
            </a:p>
          </p:txBody>
        </p:sp>
        <p:sp>
          <p:nvSpPr>
            <p:cNvPr id="1135" name="Google Shape;1135;p59">
              <a:extLst>
                <a:ext uri="{FF2B5EF4-FFF2-40B4-BE49-F238E27FC236}">
                  <a16:creationId xmlns:a16="http://schemas.microsoft.com/office/drawing/2014/main" id="{F1432334-85BD-2618-3161-81D546871AA3}"/>
                </a:ext>
              </a:extLst>
            </p:cNvPr>
            <p:cNvSpPr txBox="1"/>
            <p:nvPr/>
          </p:nvSpPr>
          <p:spPr>
            <a:xfrm>
              <a:off x="3734738" y="4291575"/>
              <a:ext cx="2738400" cy="813800"/>
            </a:xfrm>
            <a:prstGeom prst="rect">
              <a:avLst/>
            </a:prstGeom>
            <a:noFill/>
            <a:ln>
              <a:noFill/>
            </a:ln>
          </p:spPr>
          <p:txBody>
            <a:bodyPr spcFirstLastPara="1" wrap="square" lIns="91425" tIns="91425" rIns="91425" bIns="91425" anchor="t" anchorCtr="0">
              <a:noAutofit/>
            </a:bodyPr>
            <a:lstStyle/>
            <a:p>
              <a:pPr lvl="0">
                <a:lnSpc>
                  <a:spcPct val="115000"/>
                </a:lnSpc>
              </a:pPr>
              <a:r>
                <a:rPr lang="en-US" dirty="0">
                  <a:solidFill>
                    <a:schemeClr val="dk1"/>
                  </a:solidFill>
                  <a:latin typeface="Lato"/>
                  <a:ea typeface="Lato"/>
                  <a:cs typeface="Lato"/>
                  <a:sym typeface="Lato"/>
                </a:rPr>
                <a:t>Color: Confidence interval size</a:t>
              </a:r>
            </a:p>
            <a:p>
              <a:pPr lvl="0">
                <a:lnSpc>
                  <a:spcPct val="115000"/>
                </a:lnSpc>
              </a:pPr>
              <a:r>
                <a:rPr lang="en-US" dirty="0">
                  <a:solidFill>
                    <a:schemeClr val="dk1"/>
                  </a:solidFill>
                  <a:latin typeface="Lato"/>
                  <a:ea typeface="Lato"/>
                  <a:cs typeface="Lato"/>
                  <a:sym typeface="Lato"/>
                </a:rPr>
                <a:t>x-Axis: Confidence </a:t>
              </a:r>
            </a:p>
            <a:p>
              <a:pPr lvl="0">
                <a:lnSpc>
                  <a:spcPct val="115000"/>
                </a:lnSpc>
              </a:pPr>
              <a:r>
                <a:rPr lang="en-US" dirty="0">
                  <a:solidFill>
                    <a:schemeClr val="dk1"/>
                  </a:solidFill>
                  <a:latin typeface="Lato"/>
                  <a:ea typeface="Lato"/>
                  <a:cs typeface="Lato"/>
                  <a:sym typeface="Lato"/>
                </a:rPr>
                <a:t>y-Axis: Number of Samples</a:t>
              </a:r>
            </a:p>
          </p:txBody>
        </p:sp>
      </p:grpSp>
      <p:pic>
        <p:nvPicPr>
          <p:cNvPr id="2" name="Grafik 1" descr="Ein Bild, das Text, Diagramm, Reihe, Plan enthält.&#10;&#10;KI-generierte Inhalte können fehlerhaft sein.">
            <a:extLst>
              <a:ext uri="{FF2B5EF4-FFF2-40B4-BE49-F238E27FC236}">
                <a16:creationId xmlns:a16="http://schemas.microsoft.com/office/drawing/2014/main" id="{9831797D-D53C-B364-8E5C-E4A28AE59848}"/>
              </a:ext>
            </a:extLst>
          </p:cNvPr>
          <p:cNvPicPr>
            <a:picLocks noChangeAspect="1"/>
          </p:cNvPicPr>
          <p:nvPr/>
        </p:nvPicPr>
        <p:blipFill>
          <a:blip r:embed="rId3"/>
          <a:srcRect b="48741"/>
          <a:stretch>
            <a:fillRect/>
          </a:stretch>
        </p:blipFill>
        <p:spPr>
          <a:xfrm>
            <a:off x="720000" y="2252309"/>
            <a:ext cx="8060043" cy="1420590"/>
          </a:xfrm>
          <a:prstGeom prst="rect">
            <a:avLst/>
          </a:prstGeom>
        </p:spPr>
      </p:pic>
      <p:pic>
        <p:nvPicPr>
          <p:cNvPr id="3" name="Grafik 2" descr="Ein Bild, das Text, Diagramm, Reihe, Plan enthält.&#10;&#10;KI-generierte Inhalte können fehlerhaft sein.">
            <a:extLst>
              <a:ext uri="{FF2B5EF4-FFF2-40B4-BE49-F238E27FC236}">
                <a16:creationId xmlns:a16="http://schemas.microsoft.com/office/drawing/2014/main" id="{B68801AD-8432-C8BA-6AF9-952B28C406A8}"/>
              </a:ext>
            </a:extLst>
          </p:cNvPr>
          <p:cNvPicPr>
            <a:picLocks noChangeAspect="1"/>
          </p:cNvPicPr>
          <p:nvPr/>
        </p:nvPicPr>
        <p:blipFill>
          <a:blip r:embed="rId3"/>
          <a:stretch>
            <a:fillRect/>
          </a:stretch>
        </p:blipFill>
        <p:spPr>
          <a:xfrm>
            <a:off x="720000" y="2252309"/>
            <a:ext cx="8060043" cy="2771400"/>
          </a:xfrm>
          <a:prstGeom prst="rect">
            <a:avLst/>
          </a:prstGeom>
        </p:spPr>
      </p:pic>
    </p:spTree>
    <p:extLst>
      <p:ext uri="{BB962C8B-B14F-4D97-AF65-F5344CB8AC3E}">
        <p14:creationId xmlns:p14="http://schemas.microsoft.com/office/powerpoint/2010/main" val="4278249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07">
          <a:extLst>
            <a:ext uri="{FF2B5EF4-FFF2-40B4-BE49-F238E27FC236}">
              <a16:creationId xmlns:a16="http://schemas.microsoft.com/office/drawing/2014/main" id="{43944EDE-F2AE-5E99-4B10-597EA6796BEE}"/>
            </a:ext>
          </a:extLst>
        </p:cNvPr>
        <p:cNvGrpSpPr/>
        <p:nvPr/>
      </p:nvGrpSpPr>
      <p:grpSpPr>
        <a:xfrm>
          <a:off x="0" y="0"/>
          <a:ext cx="0" cy="0"/>
          <a:chOff x="0" y="0"/>
          <a:chExt cx="0" cy="0"/>
        </a:xfrm>
      </p:grpSpPr>
      <p:sp>
        <p:nvSpPr>
          <p:cNvPr id="508" name="Google Shape;508;p37">
            <a:extLst>
              <a:ext uri="{FF2B5EF4-FFF2-40B4-BE49-F238E27FC236}">
                <a16:creationId xmlns:a16="http://schemas.microsoft.com/office/drawing/2014/main" id="{B1807902-CE30-4B5D-B764-81D2550606AB}"/>
              </a:ext>
            </a:extLst>
          </p:cNvPr>
          <p:cNvSpPr txBox="1">
            <a:spLocks noGrp="1"/>
          </p:cNvSpPr>
          <p:nvPr>
            <p:ph type="subTitle" idx="1"/>
          </p:nvPr>
        </p:nvSpPr>
        <p:spPr>
          <a:xfrm>
            <a:off x="2223600" y="1441695"/>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Calibration correctness</a:t>
            </a:r>
          </a:p>
        </p:txBody>
      </p:sp>
      <p:sp>
        <p:nvSpPr>
          <p:cNvPr id="509" name="Google Shape;509;p37">
            <a:extLst>
              <a:ext uri="{FF2B5EF4-FFF2-40B4-BE49-F238E27FC236}">
                <a16:creationId xmlns:a16="http://schemas.microsoft.com/office/drawing/2014/main" id="{FE3A9698-5A09-B369-9E08-B48B7964D658}"/>
              </a:ext>
            </a:extLst>
          </p:cNvPr>
          <p:cNvSpPr txBox="1">
            <a:spLocks noGrp="1"/>
          </p:cNvSpPr>
          <p:nvPr>
            <p:ph type="title"/>
          </p:nvPr>
        </p:nvSpPr>
        <p:spPr>
          <a:xfrm>
            <a:off x="2223600" y="748174"/>
            <a:ext cx="4696800" cy="6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ECE</a:t>
            </a:r>
            <a:endParaRPr lang="en-US" noProof="0" dirty="0"/>
          </a:p>
        </p:txBody>
      </p:sp>
      <p:sp>
        <p:nvSpPr>
          <p:cNvPr id="510" name="Google Shape;510;p37">
            <a:extLst>
              <a:ext uri="{FF2B5EF4-FFF2-40B4-BE49-F238E27FC236}">
                <a16:creationId xmlns:a16="http://schemas.microsoft.com/office/drawing/2014/main" id="{8A5A0782-4399-8694-E76C-A9D4BBDEC17B}"/>
              </a:ext>
            </a:extLst>
          </p:cNvPr>
          <p:cNvSpPr txBox="1">
            <a:spLocks noGrp="1"/>
          </p:cNvSpPr>
          <p:nvPr>
            <p:ph type="title" idx="2"/>
          </p:nvPr>
        </p:nvSpPr>
        <p:spPr>
          <a:xfrm>
            <a:off x="2223600" y="2044979"/>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BRIER</a:t>
            </a:r>
          </a:p>
        </p:txBody>
      </p:sp>
      <p:sp>
        <p:nvSpPr>
          <p:cNvPr id="511" name="Google Shape;511;p37">
            <a:extLst>
              <a:ext uri="{FF2B5EF4-FFF2-40B4-BE49-F238E27FC236}">
                <a16:creationId xmlns:a16="http://schemas.microsoft.com/office/drawing/2014/main" id="{3504BA3C-18FC-E761-CE65-9EF6575727A6}"/>
              </a:ext>
            </a:extLst>
          </p:cNvPr>
          <p:cNvSpPr txBox="1">
            <a:spLocks noGrp="1"/>
          </p:cNvSpPr>
          <p:nvPr>
            <p:ph type="subTitle" idx="3"/>
          </p:nvPr>
        </p:nvSpPr>
        <p:spPr>
          <a:xfrm>
            <a:off x="2223600" y="2740391"/>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Probabilistic accuracy of predictions</a:t>
            </a:r>
          </a:p>
        </p:txBody>
      </p:sp>
      <p:sp>
        <p:nvSpPr>
          <p:cNvPr id="512" name="Google Shape;512;p37">
            <a:extLst>
              <a:ext uri="{FF2B5EF4-FFF2-40B4-BE49-F238E27FC236}">
                <a16:creationId xmlns:a16="http://schemas.microsoft.com/office/drawing/2014/main" id="{5C8AEC2B-2E89-CCCF-4101-2C41AC359818}"/>
              </a:ext>
            </a:extLst>
          </p:cNvPr>
          <p:cNvSpPr txBox="1">
            <a:spLocks noGrp="1"/>
          </p:cNvSpPr>
          <p:nvPr>
            <p:ph type="title" idx="4"/>
          </p:nvPr>
        </p:nvSpPr>
        <p:spPr>
          <a:xfrm>
            <a:off x="2223600" y="3343583"/>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AUROC</a:t>
            </a:r>
          </a:p>
        </p:txBody>
      </p:sp>
      <p:sp>
        <p:nvSpPr>
          <p:cNvPr id="513" name="Google Shape;513;p37">
            <a:extLst>
              <a:ext uri="{FF2B5EF4-FFF2-40B4-BE49-F238E27FC236}">
                <a16:creationId xmlns:a16="http://schemas.microsoft.com/office/drawing/2014/main" id="{30DB825D-F72A-51C6-7DC6-B7CE9E2E6790}"/>
              </a:ext>
            </a:extLst>
          </p:cNvPr>
          <p:cNvSpPr txBox="1">
            <a:spLocks noGrp="1"/>
          </p:cNvSpPr>
          <p:nvPr>
            <p:ph type="subTitle" idx="5"/>
          </p:nvPr>
        </p:nvSpPr>
        <p:spPr>
          <a:xfrm>
            <a:off x="2223600" y="4039087"/>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Probability curve for correctly labeling samples</a:t>
            </a:r>
          </a:p>
        </p:txBody>
      </p:sp>
      <p:cxnSp>
        <p:nvCxnSpPr>
          <p:cNvPr id="514" name="Google Shape;514;p37">
            <a:extLst>
              <a:ext uri="{FF2B5EF4-FFF2-40B4-BE49-F238E27FC236}">
                <a16:creationId xmlns:a16="http://schemas.microsoft.com/office/drawing/2014/main" id="{EDC3C6F7-52A4-FBD2-E695-6C4390046626}"/>
              </a:ext>
            </a:extLst>
          </p:cNvPr>
          <p:cNvCxnSpPr>
            <a:endCxn id="509" idx="1"/>
          </p:cNvCxnSpPr>
          <p:nvPr/>
        </p:nvCxnSpPr>
        <p:spPr>
          <a:xfrm>
            <a:off x="381000" y="-190376"/>
            <a:ext cx="1842600" cy="1266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5" name="Google Shape;515;p37">
            <a:extLst>
              <a:ext uri="{FF2B5EF4-FFF2-40B4-BE49-F238E27FC236}">
                <a16:creationId xmlns:a16="http://schemas.microsoft.com/office/drawing/2014/main" id="{32E52A67-ECD3-33B7-C41C-9513EE942270}"/>
              </a:ext>
            </a:extLst>
          </p:cNvPr>
          <p:cNvCxnSpPr>
            <a:endCxn id="510" idx="1"/>
          </p:cNvCxnSpPr>
          <p:nvPr/>
        </p:nvCxnSpPr>
        <p:spPr>
          <a:xfrm rot="-5400000" flipH="1">
            <a:off x="171900" y="322529"/>
            <a:ext cx="2413200" cy="1690200"/>
          </a:xfrm>
          <a:prstGeom prst="bentConnector2">
            <a:avLst/>
          </a:prstGeom>
          <a:noFill/>
          <a:ln w="19050" cap="flat" cmpd="sng">
            <a:solidFill>
              <a:schemeClr val="lt2"/>
            </a:solidFill>
            <a:prstDash val="solid"/>
            <a:round/>
            <a:headEnd type="none" w="med" len="med"/>
            <a:tailEnd type="oval" w="med" len="med"/>
          </a:ln>
        </p:spPr>
      </p:cxnSp>
      <p:cxnSp>
        <p:nvCxnSpPr>
          <p:cNvPr id="516" name="Google Shape;516;p37">
            <a:extLst>
              <a:ext uri="{FF2B5EF4-FFF2-40B4-BE49-F238E27FC236}">
                <a16:creationId xmlns:a16="http://schemas.microsoft.com/office/drawing/2014/main" id="{1BB9C7F1-57BB-11D8-B47D-0D854239540C}"/>
              </a:ext>
            </a:extLst>
          </p:cNvPr>
          <p:cNvCxnSpPr>
            <a:stCxn id="510" idx="3"/>
          </p:cNvCxnSpPr>
          <p:nvPr/>
        </p:nvCxnSpPr>
        <p:spPr>
          <a:xfrm>
            <a:off x="6920400" y="2374229"/>
            <a:ext cx="1493700" cy="2575500"/>
          </a:xfrm>
          <a:prstGeom prst="bentConnector2">
            <a:avLst/>
          </a:prstGeom>
          <a:noFill/>
          <a:ln w="19050" cap="flat" cmpd="sng">
            <a:solidFill>
              <a:schemeClr val="lt2"/>
            </a:solidFill>
            <a:prstDash val="solid"/>
            <a:round/>
            <a:headEnd type="none" w="med" len="med"/>
            <a:tailEnd type="oval" w="med" len="med"/>
          </a:ln>
        </p:spPr>
      </p:cxnSp>
      <p:cxnSp>
        <p:nvCxnSpPr>
          <p:cNvPr id="517" name="Google Shape;517;p37">
            <a:extLst>
              <a:ext uri="{FF2B5EF4-FFF2-40B4-BE49-F238E27FC236}">
                <a16:creationId xmlns:a16="http://schemas.microsoft.com/office/drawing/2014/main" id="{9E117C92-C18A-E4EA-23AF-FFDABF1B5F91}"/>
              </a:ext>
            </a:extLst>
          </p:cNvPr>
          <p:cNvCxnSpPr>
            <a:stCxn id="509" idx="3"/>
          </p:cNvCxnSpPr>
          <p:nvPr/>
        </p:nvCxnSpPr>
        <p:spPr>
          <a:xfrm>
            <a:off x="6920400" y="1076524"/>
            <a:ext cx="1646100" cy="4026600"/>
          </a:xfrm>
          <a:prstGeom prst="bentConnector2">
            <a:avLst/>
          </a:prstGeom>
          <a:noFill/>
          <a:ln w="19050" cap="flat" cmpd="sng">
            <a:solidFill>
              <a:schemeClr val="lt2"/>
            </a:solidFill>
            <a:prstDash val="solid"/>
            <a:round/>
            <a:headEnd type="none" w="med" len="med"/>
            <a:tailEnd type="oval" w="med" len="med"/>
          </a:ln>
        </p:spPr>
      </p:cxnSp>
      <p:cxnSp>
        <p:nvCxnSpPr>
          <p:cNvPr id="518" name="Google Shape;518;p37">
            <a:extLst>
              <a:ext uri="{FF2B5EF4-FFF2-40B4-BE49-F238E27FC236}">
                <a16:creationId xmlns:a16="http://schemas.microsoft.com/office/drawing/2014/main" id="{4D67885A-263E-0B5C-0E49-7661AB818BFE}"/>
              </a:ext>
            </a:extLst>
          </p:cNvPr>
          <p:cNvCxnSpPr>
            <a:stCxn id="512" idx="3"/>
          </p:cNvCxnSpPr>
          <p:nvPr/>
        </p:nvCxnSpPr>
        <p:spPr>
          <a:xfrm>
            <a:off x="6920400" y="3672833"/>
            <a:ext cx="1344600" cy="10944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9" name="Google Shape;519;p37">
            <a:extLst>
              <a:ext uri="{FF2B5EF4-FFF2-40B4-BE49-F238E27FC236}">
                <a16:creationId xmlns:a16="http://schemas.microsoft.com/office/drawing/2014/main" id="{C5F505D7-5B47-26C8-5EE6-1DED0312DEFC}"/>
              </a:ext>
            </a:extLst>
          </p:cNvPr>
          <p:cNvCxnSpPr>
            <a:endCxn id="512" idx="1"/>
          </p:cNvCxnSpPr>
          <p:nvPr/>
        </p:nvCxnSpPr>
        <p:spPr>
          <a:xfrm rot="-5400000" flipH="1">
            <a:off x="-497400" y="951833"/>
            <a:ext cx="4150200" cy="1291800"/>
          </a:xfrm>
          <a:prstGeom prst="bentConnector2">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23053082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01">
          <a:extLst>
            <a:ext uri="{FF2B5EF4-FFF2-40B4-BE49-F238E27FC236}">
              <a16:creationId xmlns:a16="http://schemas.microsoft.com/office/drawing/2014/main" id="{16AC24BD-EE47-DACC-F131-0E8CF127F3E9}"/>
            </a:ext>
          </a:extLst>
        </p:cNvPr>
        <p:cNvGrpSpPr/>
        <p:nvPr/>
      </p:nvGrpSpPr>
      <p:grpSpPr>
        <a:xfrm>
          <a:off x="0" y="0"/>
          <a:ext cx="0" cy="0"/>
          <a:chOff x="0" y="0"/>
          <a:chExt cx="0" cy="0"/>
        </a:xfrm>
      </p:grpSpPr>
      <p:sp>
        <p:nvSpPr>
          <p:cNvPr id="603" name="Google Shape;603;p40">
            <a:extLst>
              <a:ext uri="{FF2B5EF4-FFF2-40B4-BE49-F238E27FC236}">
                <a16:creationId xmlns:a16="http://schemas.microsoft.com/office/drawing/2014/main" id="{2509050A-E5DB-2789-494A-4A43F7B86C9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Results</a:t>
            </a:r>
          </a:p>
        </p:txBody>
      </p:sp>
      <p:graphicFrame>
        <p:nvGraphicFramePr>
          <p:cNvPr id="10" name="Tabelle 9">
            <a:extLst>
              <a:ext uri="{FF2B5EF4-FFF2-40B4-BE49-F238E27FC236}">
                <a16:creationId xmlns:a16="http://schemas.microsoft.com/office/drawing/2014/main" id="{CB6EB43C-4327-BCD8-843A-090A7E005F2A}"/>
              </a:ext>
            </a:extLst>
          </p:cNvPr>
          <p:cNvGraphicFramePr>
            <a:graphicFrameLocks noGrp="1"/>
          </p:cNvGraphicFramePr>
          <p:nvPr>
            <p:extLst>
              <p:ext uri="{D42A27DB-BD31-4B8C-83A1-F6EECF244321}">
                <p14:modId xmlns:p14="http://schemas.microsoft.com/office/powerpoint/2010/main" val="1631518427"/>
              </p:ext>
            </p:extLst>
          </p:nvPr>
        </p:nvGraphicFramePr>
        <p:xfrm>
          <a:off x="1524000" y="1639087"/>
          <a:ext cx="6096000" cy="2966720"/>
        </p:xfrm>
        <a:graphic>
          <a:graphicData uri="http://schemas.openxmlformats.org/drawingml/2006/table">
            <a:tbl>
              <a:tblPr firstRow="1" firstCol="1" lastRow="1" bandRow="1">
                <a:tableStyleId>{BC89EF96-8CEA-46FF-86C4-4CE0E7609802}</a:tableStyleId>
              </a:tblPr>
              <a:tblGrid>
                <a:gridCol w="1855041">
                  <a:extLst>
                    <a:ext uri="{9D8B030D-6E8A-4147-A177-3AD203B41FA5}">
                      <a16:colId xmlns:a16="http://schemas.microsoft.com/office/drawing/2014/main" val="2250591824"/>
                    </a:ext>
                  </a:extLst>
                </a:gridCol>
                <a:gridCol w="1447295">
                  <a:extLst>
                    <a:ext uri="{9D8B030D-6E8A-4147-A177-3AD203B41FA5}">
                      <a16:colId xmlns:a16="http://schemas.microsoft.com/office/drawing/2014/main" val="1076215529"/>
                    </a:ext>
                  </a:extLst>
                </a:gridCol>
                <a:gridCol w="1453351">
                  <a:extLst>
                    <a:ext uri="{9D8B030D-6E8A-4147-A177-3AD203B41FA5}">
                      <a16:colId xmlns:a16="http://schemas.microsoft.com/office/drawing/2014/main" val="1840486281"/>
                    </a:ext>
                  </a:extLst>
                </a:gridCol>
                <a:gridCol w="1340313">
                  <a:extLst>
                    <a:ext uri="{9D8B030D-6E8A-4147-A177-3AD203B41FA5}">
                      <a16:colId xmlns:a16="http://schemas.microsoft.com/office/drawing/2014/main" val="1091754031"/>
                    </a:ext>
                  </a:extLst>
                </a:gridCol>
              </a:tblGrid>
              <a:tr h="370840">
                <a:tc>
                  <a:txBody>
                    <a:bodyPr/>
                    <a:lstStyle/>
                    <a:p>
                      <a:endParaRPr lang="en-US" dirty="0"/>
                    </a:p>
                  </a:txBody>
                  <a:tcPr/>
                </a:tc>
                <a:tc>
                  <a:txBody>
                    <a:bodyPr/>
                    <a:lstStyle/>
                    <a:p>
                      <a:r>
                        <a:rPr lang="en-US" dirty="0"/>
                        <a:t>ECE </a:t>
                      </a:r>
                      <a:r>
                        <a:rPr lang="el-GR" sz="1400" b="0" i="0" u="none" strike="noStrike" cap="none" dirty="0">
                          <a:solidFill>
                            <a:schemeClr val="tx1"/>
                          </a:solidFill>
                          <a:effectLst/>
                          <a:latin typeface="+mn-lt"/>
                          <a:ea typeface="+mn-ea"/>
                          <a:cs typeface="+mn-cs"/>
                          <a:sym typeface="Arial"/>
                        </a:rPr>
                        <a:t>Δ </a:t>
                      </a:r>
                      <a:endParaRPr lang="en-US" dirty="0"/>
                    </a:p>
                  </a:txBody>
                  <a:tcPr/>
                </a:tc>
                <a:tc>
                  <a:txBody>
                    <a:bodyPr/>
                    <a:lstStyle/>
                    <a:p>
                      <a:r>
                        <a:rPr lang="en-US" dirty="0"/>
                        <a:t>Brier </a:t>
                      </a:r>
                      <a:r>
                        <a:rPr lang="el-GR" sz="1400" b="0" i="0" u="none" strike="noStrike" cap="none" dirty="0">
                          <a:solidFill>
                            <a:schemeClr val="tx1"/>
                          </a:solidFill>
                          <a:effectLst/>
                          <a:latin typeface="+mn-lt"/>
                          <a:ea typeface="+mn-ea"/>
                          <a:cs typeface="+mn-cs"/>
                          <a:sym typeface="Arial"/>
                        </a:rPr>
                        <a:t>Δ </a:t>
                      </a:r>
                      <a:endParaRPr lang="en-US" dirty="0"/>
                    </a:p>
                  </a:txBody>
                  <a:tcPr/>
                </a:tc>
                <a:tc>
                  <a:txBody>
                    <a:bodyPr/>
                    <a:lstStyle/>
                    <a:p>
                      <a:r>
                        <a:rPr lang="en-US" dirty="0"/>
                        <a:t>AUROC </a:t>
                      </a:r>
                      <a:r>
                        <a:rPr lang="el-GR" sz="1400" b="0" i="0" u="none" strike="noStrike" cap="none" dirty="0">
                          <a:solidFill>
                            <a:schemeClr val="tx1"/>
                          </a:solidFill>
                          <a:effectLst/>
                          <a:latin typeface="+mn-lt"/>
                          <a:ea typeface="+mn-ea"/>
                          <a:cs typeface="+mn-cs"/>
                          <a:sym typeface="Arial"/>
                        </a:rPr>
                        <a:t>Δ </a:t>
                      </a:r>
                      <a:endParaRPr lang="en-US" dirty="0"/>
                    </a:p>
                  </a:txBody>
                  <a:tcPr/>
                </a:tc>
                <a:extLst>
                  <a:ext uri="{0D108BD9-81ED-4DB2-BD59-A6C34878D82A}">
                    <a16:rowId xmlns:a16="http://schemas.microsoft.com/office/drawing/2014/main" val="2743601283"/>
                  </a:ext>
                </a:extLst>
              </a:tr>
              <a:tr h="370840">
                <a:tc>
                  <a:txBody>
                    <a:bodyPr/>
                    <a:lstStyle/>
                    <a:p>
                      <a:r>
                        <a:rPr lang="en-US" dirty="0" err="1"/>
                        <a:t>GrandTotal.Amount</a:t>
                      </a:r>
                      <a:endParaRPr lang="en-US" dirty="0"/>
                    </a:p>
                  </a:txBody>
                  <a:tcPr/>
                </a:tc>
                <a:tc>
                  <a:txBody>
                    <a:bodyPr/>
                    <a:lstStyle/>
                    <a:p>
                      <a:r>
                        <a:rPr lang="en-US" dirty="0"/>
                        <a:t>-0.0211</a:t>
                      </a:r>
                    </a:p>
                  </a:txBody>
                  <a:tcPr/>
                </a:tc>
                <a:tc>
                  <a:txBody>
                    <a:bodyPr/>
                    <a:lstStyle/>
                    <a:p>
                      <a:r>
                        <a:rPr lang="en-US" dirty="0"/>
                        <a:t>0.0004</a:t>
                      </a:r>
                    </a:p>
                  </a:txBody>
                  <a:tcPr/>
                </a:tc>
                <a:tc>
                  <a:txBody>
                    <a:bodyPr/>
                    <a:lstStyle/>
                    <a:p>
                      <a:r>
                        <a:rPr lang="en-US" dirty="0"/>
                        <a:t>0.0008</a:t>
                      </a:r>
                    </a:p>
                  </a:txBody>
                  <a:tcPr/>
                </a:tc>
                <a:extLst>
                  <a:ext uri="{0D108BD9-81ED-4DB2-BD59-A6C34878D82A}">
                    <a16:rowId xmlns:a16="http://schemas.microsoft.com/office/drawing/2014/main" val="3056253112"/>
                  </a:ext>
                </a:extLst>
              </a:tr>
              <a:tr h="370840">
                <a:tc>
                  <a:txBody>
                    <a:bodyPr/>
                    <a:lstStyle/>
                    <a:p>
                      <a:r>
                        <a:rPr lang="en-US" dirty="0" err="1"/>
                        <a:t>Invoice.Date</a:t>
                      </a:r>
                      <a:endParaRPr lang="en-US" dirty="0"/>
                    </a:p>
                  </a:txBody>
                  <a:tcPr/>
                </a:tc>
                <a:tc>
                  <a:txBody>
                    <a:bodyPr/>
                    <a:lstStyle/>
                    <a:p>
                      <a:r>
                        <a:rPr lang="en-US" dirty="0"/>
                        <a:t>-0.0179</a:t>
                      </a:r>
                    </a:p>
                  </a:txBody>
                  <a:tcPr/>
                </a:tc>
                <a:tc>
                  <a:txBody>
                    <a:bodyPr/>
                    <a:lstStyle/>
                    <a:p>
                      <a:r>
                        <a:rPr lang="en-US" dirty="0"/>
                        <a:t>0.0000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-0.0708</a:t>
                      </a:r>
                    </a:p>
                  </a:txBody>
                  <a:tcPr/>
                </a:tc>
                <a:extLst>
                  <a:ext uri="{0D108BD9-81ED-4DB2-BD59-A6C34878D82A}">
                    <a16:rowId xmlns:a16="http://schemas.microsoft.com/office/drawing/2014/main" val="1716428527"/>
                  </a:ext>
                </a:extLst>
              </a:tr>
              <a:tr h="370840">
                <a:tc>
                  <a:txBody>
                    <a:bodyPr/>
                    <a:lstStyle/>
                    <a:p>
                      <a:r>
                        <a:rPr lang="en-US" dirty="0" err="1"/>
                        <a:t>Net.Amount</a:t>
                      </a:r>
                      <a:endParaRPr lang="en-US" dirty="0"/>
                    </a:p>
                  </a:txBody>
                  <a:tcPr/>
                </a:tc>
                <a:tc>
                  <a:txBody>
                    <a:bodyPr/>
                    <a:lstStyle/>
                    <a:p>
                      <a:r>
                        <a:rPr lang="en-US" dirty="0"/>
                        <a:t>-0.0215</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-0.0018</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0.0054</a:t>
                      </a:r>
                    </a:p>
                  </a:txBody>
                  <a:tcPr/>
                </a:tc>
                <a:extLst>
                  <a:ext uri="{0D108BD9-81ED-4DB2-BD59-A6C34878D82A}">
                    <a16:rowId xmlns:a16="http://schemas.microsoft.com/office/drawing/2014/main" val="1254034856"/>
                  </a:ext>
                </a:extLst>
              </a:tr>
              <a:tr h="370840">
                <a:tc>
                  <a:txBody>
                    <a:bodyPr/>
                    <a:lstStyle/>
                    <a:p>
                      <a:r>
                        <a:rPr lang="en-US" dirty="0" err="1"/>
                        <a:t>Sender.VatId</a:t>
                      </a:r>
                      <a:endParaRPr lang="en-US" dirty="0"/>
                    </a:p>
                  </a:txBody>
                  <a:tcPr/>
                </a:tc>
                <a:tc>
                  <a:txBody>
                    <a:bodyPr/>
                    <a:lstStyle/>
                    <a:p>
                      <a:r>
                        <a:rPr lang="en-US" dirty="0"/>
                        <a:t>-0.0910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-0.0117</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0.0277</a:t>
                      </a:r>
                    </a:p>
                  </a:txBody>
                  <a:tcPr/>
                </a:tc>
                <a:extLst>
                  <a:ext uri="{0D108BD9-81ED-4DB2-BD59-A6C34878D82A}">
                    <a16:rowId xmlns:a16="http://schemas.microsoft.com/office/drawing/2014/main" val="2200261219"/>
                  </a:ext>
                </a:extLst>
              </a:tr>
              <a:tr h="370840">
                <a:tc>
                  <a:txBody>
                    <a:bodyPr/>
                    <a:lstStyle/>
                    <a:p>
                      <a:r>
                        <a:rPr lang="en-US" dirty="0" err="1"/>
                        <a:t>Vat.Amount</a:t>
                      </a:r>
                      <a:endParaRPr lang="en-US" dirty="0"/>
                    </a:p>
                  </a:txBody>
                  <a:tcPr/>
                </a:tc>
                <a:tc>
                  <a:txBody>
                    <a:bodyPr/>
                    <a:lstStyle/>
                    <a:p>
                      <a:r>
                        <a:rPr lang="en-US" dirty="0"/>
                        <a:t>-0.0234</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-0.0010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-0.0205</a:t>
                      </a:r>
                    </a:p>
                  </a:txBody>
                  <a:tcPr/>
                </a:tc>
                <a:extLst>
                  <a:ext uri="{0D108BD9-81ED-4DB2-BD59-A6C34878D82A}">
                    <a16:rowId xmlns:a16="http://schemas.microsoft.com/office/drawing/2014/main" val="2625775618"/>
                  </a:ext>
                </a:extLst>
              </a:tr>
              <a:tr h="370840">
                <a:tc>
                  <a:txBody>
                    <a:bodyPr/>
                    <a:lstStyle/>
                    <a:p>
                      <a:r>
                        <a:rPr lang="en-US" dirty="0" err="1"/>
                        <a:t>Vat.Rate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-0.0168</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-0.0001</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-0.0135</a:t>
                      </a:r>
                    </a:p>
                  </a:txBody>
                  <a:tcPr/>
                </a:tc>
                <a:extLst>
                  <a:ext uri="{0D108BD9-81ED-4DB2-BD59-A6C34878D82A}">
                    <a16:rowId xmlns:a16="http://schemas.microsoft.com/office/drawing/2014/main" val="1858149439"/>
                  </a:ext>
                </a:extLst>
              </a:tr>
              <a:tr h="370840">
                <a:tc>
                  <a:txBody>
                    <a:bodyPr/>
                    <a:lstStyle/>
                    <a:p>
                      <a:r>
                        <a:rPr lang="en-US" dirty="0"/>
                        <a:t>Average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-0.032  ✓</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-0.0024 ✓</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-0.0118 X</a:t>
                      </a:r>
                    </a:p>
                  </a:txBody>
                  <a:tcPr/>
                </a:tc>
                <a:extLst>
                  <a:ext uri="{0D108BD9-81ED-4DB2-BD59-A6C34878D82A}">
                    <a16:rowId xmlns:a16="http://schemas.microsoft.com/office/drawing/2014/main" val="826410560"/>
                  </a:ext>
                </a:extLst>
              </a:tr>
            </a:tbl>
          </a:graphicData>
        </a:graphic>
      </p:graphicFrame>
    </p:spTree>
    <p:extLst>
      <p:ext uri="{BB962C8B-B14F-4D97-AF65-F5344CB8AC3E}">
        <p14:creationId xmlns:p14="http://schemas.microsoft.com/office/powerpoint/2010/main" val="29358671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30">
          <a:extLst>
            <a:ext uri="{FF2B5EF4-FFF2-40B4-BE49-F238E27FC236}">
              <a16:creationId xmlns:a16="http://schemas.microsoft.com/office/drawing/2014/main" id="{A3532542-AA6C-33D5-B5FD-F079E51B33EE}"/>
            </a:ext>
          </a:extLst>
        </p:cNvPr>
        <p:cNvGrpSpPr/>
        <p:nvPr/>
      </p:nvGrpSpPr>
      <p:grpSpPr>
        <a:xfrm>
          <a:off x="0" y="0"/>
          <a:ext cx="0" cy="0"/>
          <a:chOff x="0" y="0"/>
          <a:chExt cx="0" cy="0"/>
        </a:xfrm>
      </p:grpSpPr>
      <p:sp>
        <p:nvSpPr>
          <p:cNvPr id="531" name="Google Shape;531;p39">
            <a:extLst>
              <a:ext uri="{FF2B5EF4-FFF2-40B4-BE49-F238E27FC236}">
                <a16:creationId xmlns:a16="http://schemas.microsoft.com/office/drawing/2014/main" id="{9BF641A5-CF49-880B-DE42-AC299B74BC1A}"/>
              </a:ext>
            </a:extLst>
          </p:cNvPr>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lvl="0"/>
            <a:r>
              <a:rPr lang="en-US" noProof="0" dirty="0" err="1"/>
              <a:t>Blumatix</a:t>
            </a:r>
            <a:r>
              <a:rPr lang="en-US" noProof="0" dirty="0"/>
              <a:t>  x FH Salzburg</a:t>
            </a:r>
          </a:p>
        </p:txBody>
      </p:sp>
      <p:sp>
        <p:nvSpPr>
          <p:cNvPr id="532" name="Google Shape;532;p39">
            <a:extLst>
              <a:ext uri="{FF2B5EF4-FFF2-40B4-BE49-F238E27FC236}">
                <a16:creationId xmlns:a16="http://schemas.microsoft.com/office/drawing/2014/main" id="{2DA25BA3-9F2E-B2C0-08DF-101AD382A1B6}"/>
              </a:ext>
            </a:extLst>
          </p:cNvPr>
          <p:cNvSpPr txBox="1">
            <a:spLocks noGrp="1"/>
          </p:cNvSpPr>
          <p:nvPr>
            <p:ph type="subTitle" idx="1"/>
          </p:nvPr>
        </p:nvSpPr>
        <p:spPr>
          <a:xfrm>
            <a:off x="713224" y="945625"/>
            <a:ext cx="4625597"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The LLM does not </a:t>
            </a:r>
            <a:br>
              <a:rPr lang="en-US" noProof="0" dirty="0"/>
            </a:br>
            <a:r>
              <a:rPr lang="en-US" noProof="0" dirty="0"/>
              <a:t>know exact values!</a:t>
            </a:r>
          </a:p>
          <a:p>
            <a:pPr marL="0" lvl="0" indent="0" algn="r" rtl="0">
              <a:spcBef>
                <a:spcPts val="0"/>
              </a:spcBef>
              <a:spcAft>
                <a:spcPts val="0"/>
              </a:spcAft>
              <a:buNone/>
            </a:pPr>
            <a:endParaRPr lang="en-US" dirty="0"/>
          </a:p>
          <a:p>
            <a:pPr marL="0" lvl="0" indent="0" algn="r" rtl="0">
              <a:spcBef>
                <a:spcPts val="0"/>
              </a:spcBef>
              <a:spcAft>
                <a:spcPts val="0"/>
              </a:spcAft>
              <a:buNone/>
            </a:pPr>
            <a:r>
              <a:rPr lang="en-US" noProof="0" dirty="0"/>
              <a:t>But we can adjust </a:t>
            </a:r>
            <a:br>
              <a:rPr lang="en-US" noProof="0" dirty="0"/>
            </a:br>
            <a:r>
              <a:rPr lang="en-US" noProof="0" dirty="0"/>
              <a:t>its judgment quite well</a:t>
            </a:r>
          </a:p>
        </p:txBody>
      </p:sp>
      <p:grpSp>
        <p:nvGrpSpPr>
          <p:cNvPr id="533" name="Google Shape;533;p39">
            <a:extLst>
              <a:ext uri="{FF2B5EF4-FFF2-40B4-BE49-F238E27FC236}">
                <a16:creationId xmlns:a16="http://schemas.microsoft.com/office/drawing/2014/main" id="{9F3DC431-7F4F-101E-5ECF-9E4C36EF2A22}"/>
              </a:ext>
            </a:extLst>
          </p:cNvPr>
          <p:cNvGrpSpPr/>
          <p:nvPr/>
        </p:nvGrpSpPr>
        <p:grpSpPr>
          <a:xfrm>
            <a:off x="5824825" y="1527650"/>
            <a:ext cx="2854173" cy="2794752"/>
            <a:chOff x="5824825" y="1527650"/>
            <a:chExt cx="2854173" cy="2794752"/>
          </a:xfrm>
        </p:grpSpPr>
        <p:sp>
          <p:nvSpPr>
            <p:cNvPr id="534" name="Google Shape;534;p39">
              <a:extLst>
                <a:ext uri="{FF2B5EF4-FFF2-40B4-BE49-F238E27FC236}">
                  <a16:creationId xmlns:a16="http://schemas.microsoft.com/office/drawing/2014/main" id="{DD286D6A-F783-CBCD-2DC3-3ACE8178B463}"/>
                </a:ext>
              </a:extLst>
            </p:cNvPr>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a:extLst>
                <a:ext uri="{FF2B5EF4-FFF2-40B4-BE49-F238E27FC236}">
                  <a16:creationId xmlns:a16="http://schemas.microsoft.com/office/drawing/2014/main" id="{98A4BB21-639A-C67F-22DC-99DCF5C48E56}"/>
                </a:ext>
              </a:extLst>
            </p:cNvPr>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a:extLst>
                <a:ext uri="{FF2B5EF4-FFF2-40B4-BE49-F238E27FC236}">
                  <a16:creationId xmlns:a16="http://schemas.microsoft.com/office/drawing/2014/main" id="{D376A367-F611-EE89-B966-E534645869A9}"/>
                </a:ext>
              </a:extLst>
            </p:cNvPr>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a:extLst>
                <a:ext uri="{FF2B5EF4-FFF2-40B4-BE49-F238E27FC236}">
                  <a16:creationId xmlns:a16="http://schemas.microsoft.com/office/drawing/2014/main" id="{4BD16B23-3DC5-D460-FFD5-D6514B72580D}"/>
                </a:ext>
              </a:extLst>
            </p:cNvPr>
            <p:cNvGrpSpPr/>
            <p:nvPr/>
          </p:nvGrpSpPr>
          <p:grpSpPr>
            <a:xfrm>
              <a:off x="5824825" y="1527650"/>
              <a:ext cx="2854173" cy="2794752"/>
              <a:chOff x="5824825" y="1527650"/>
              <a:chExt cx="2854173" cy="2794752"/>
            </a:xfrm>
          </p:grpSpPr>
          <p:sp>
            <p:nvSpPr>
              <p:cNvPr id="538" name="Google Shape;538;p39">
                <a:extLst>
                  <a:ext uri="{FF2B5EF4-FFF2-40B4-BE49-F238E27FC236}">
                    <a16:creationId xmlns:a16="http://schemas.microsoft.com/office/drawing/2014/main" id="{7C6EAE73-3BD4-47EA-B0B0-D01C93AC487C}"/>
                  </a:ext>
                </a:extLst>
              </p:cNvPr>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a:extLst>
                  <a:ext uri="{FF2B5EF4-FFF2-40B4-BE49-F238E27FC236}">
                    <a16:creationId xmlns:a16="http://schemas.microsoft.com/office/drawing/2014/main" id="{E7887097-AC05-444B-D3C0-4043AF950135}"/>
                  </a:ext>
                </a:extLst>
              </p:cNvPr>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a:extLst>
                  <a:ext uri="{FF2B5EF4-FFF2-40B4-BE49-F238E27FC236}">
                    <a16:creationId xmlns:a16="http://schemas.microsoft.com/office/drawing/2014/main" id="{B7C3027D-6E13-5548-E4AE-4C58BB313919}"/>
                  </a:ext>
                </a:extLst>
              </p:cNvPr>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a:extLst>
                  <a:ext uri="{FF2B5EF4-FFF2-40B4-BE49-F238E27FC236}">
                    <a16:creationId xmlns:a16="http://schemas.microsoft.com/office/drawing/2014/main" id="{C9A0DB57-B6D1-8D2F-A7F0-DAAAA9F084F3}"/>
                  </a:ext>
                </a:extLst>
              </p:cNvPr>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a:extLst>
                  <a:ext uri="{FF2B5EF4-FFF2-40B4-BE49-F238E27FC236}">
                    <a16:creationId xmlns:a16="http://schemas.microsoft.com/office/drawing/2014/main" id="{7DCA39A0-8B77-944B-EC78-612DB41EF440}"/>
                  </a:ext>
                </a:extLst>
              </p:cNvPr>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a:extLst>
                  <a:ext uri="{FF2B5EF4-FFF2-40B4-BE49-F238E27FC236}">
                    <a16:creationId xmlns:a16="http://schemas.microsoft.com/office/drawing/2014/main" id="{51BCA659-A5A2-0C6D-34D5-403B1CB81EDD}"/>
                  </a:ext>
                </a:extLst>
              </p:cNvPr>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a:extLst>
                  <a:ext uri="{FF2B5EF4-FFF2-40B4-BE49-F238E27FC236}">
                    <a16:creationId xmlns:a16="http://schemas.microsoft.com/office/drawing/2014/main" id="{1472C6AE-F830-36BB-178A-A6CAC4D01F4B}"/>
                  </a:ext>
                </a:extLst>
              </p:cNvPr>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a:extLst>
                  <a:ext uri="{FF2B5EF4-FFF2-40B4-BE49-F238E27FC236}">
                    <a16:creationId xmlns:a16="http://schemas.microsoft.com/office/drawing/2014/main" id="{E7A7D772-93BC-7618-30E1-85B64A0E8C62}"/>
                  </a:ext>
                </a:extLst>
              </p:cNvPr>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a:extLst>
                  <a:ext uri="{FF2B5EF4-FFF2-40B4-BE49-F238E27FC236}">
                    <a16:creationId xmlns:a16="http://schemas.microsoft.com/office/drawing/2014/main" id="{5D6A6C50-391A-E3D8-770F-A59AED1063D0}"/>
                  </a:ext>
                </a:extLst>
              </p:cNvPr>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a:extLst>
                  <a:ext uri="{FF2B5EF4-FFF2-40B4-BE49-F238E27FC236}">
                    <a16:creationId xmlns:a16="http://schemas.microsoft.com/office/drawing/2014/main" id="{18A60803-F0EC-D123-598A-D8ACE951D7B1}"/>
                  </a:ext>
                </a:extLst>
              </p:cNvPr>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a:extLst>
                  <a:ext uri="{FF2B5EF4-FFF2-40B4-BE49-F238E27FC236}">
                    <a16:creationId xmlns:a16="http://schemas.microsoft.com/office/drawing/2014/main" id="{E070FB1D-2466-6478-D6FB-AC2F9E2840B6}"/>
                  </a:ext>
                </a:extLst>
              </p:cNvPr>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a:extLst>
                  <a:ext uri="{FF2B5EF4-FFF2-40B4-BE49-F238E27FC236}">
                    <a16:creationId xmlns:a16="http://schemas.microsoft.com/office/drawing/2014/main" id="{7E71A9E8-5012-8BB6-5C16-F173CFBBD925}"/>
                  </a:ext>
                </a:extLst>
              </p:cNvPr>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a:extLst>
                  <a:ext uri="{FF2B5EF4-FFF2-40B4-BE49-F238E27FC236}">
                    <a16:creationId xmlns:a16="http://schemas.microsoft.com/office/drawing/2014/main" id="{AF488EB6-0992-90AA-E258-8AD1C9F351AB}"/>
                  </a:ext>
                </a:extLst>
              </p:cNvPr>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a:extLst>
                  <a:ext uri="{FF2B5EF4-FFF2-40B4-BE49-F238E27FC236}">
                    <a16:creationId xmlns:a16="http://schemas.microsoft.com/office/drawing/2014/main" id="{08B4AF35-EF54-CD3F-F9E3-A03F242DB899}"/>
                  </a:ext>
                </a:extLst>
              </p:cNvPr>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a:extLst>
                  <a:ext uri="{FF2B5EF4-FFF2-40B4-BE49-F238E27FC236}">
                    <a16:creationId xmlns:a16="http://schemas.microsoft.com/office/drawing/2014/main" id="{FD6ED3E2-26C4-23E1-BD43-0E989372A55E}"/>
                  </a:ext>
                </a:extLst>
              </p:cNvPr>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a:extLst>
                  <a:ext uri="{FF2B5EF4-FFF2-40B4-BE49-F238E27FC236}">
                    <a16:creationId xmlns:a16="http://schemas.microsoft.com/office/drawing/2014/main" id="{DE85301C-C872-2533-1F51-61985FA6602A}"/>
                  </a:ext>
                </a:extLst>
              </p:cNvPr>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a:extLst>
                  <a:ext uri="{FF2B5EF4-FFF2-40B4-BE49-F238E27FC236}">
                    <a16:creationId xmlns:a16="http://schemas.microsoft.com/office/drawing/2014/main" id="{BD444000-CEE1-A84D-F830-E4DAAB3E8267}"/>
                  </a:ext>
                </a:extLst>
              </p:cNvPr>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a:extLst>
                  <a:ext uri="{FF2B5EF4-FFF2-40B4-BE49-F238E27FC236}">
                    <a16:creationId xmlns:a16="http://schemas.microsoft.com/office/drawing/2014/main" id="{48E60AE1-58ED-7285-8B31-BE661E7ED599}"/>
                  </a:ext>
                </a:extLst>
              </p:cNvPr>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a:extLst>
                  <a:ext uri="{FF2B5EF4-FFF2-40B4-BE49-F238E27FC236}">
                    <a16:creationId xmlns:a16="http://schemas.microsoft.com/office/drawing/2014/main" id="{C327FC0C-D5CE-9B5F-7E38-1C64E46C1C74}"/>
                  </a:ext>
                </a:extLst>
              </p:cNvPr>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a:extLst>
                  <a:ext uri="{FF2B5EF4-FFF2-40B4-BE49-F238E27FC236}">
                    <a16:creationId xmlns:a16="http://schemas.microsoft.com/office/drawing/2014/main" id="{8E6B23A2-FF74-6CB7-B6D1-EC2DDBA75878}"/>
                  </a:ext>
                </a:extLst>
              </p:cNvPr>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a:extLst>
                  <a:ext uri="{FF2B5EF4-FFF2-40B4-BE49-F238E27FC236}">
                    <a16:creationId xmlns:a16="http://schemas.microsoft.com/office/drawing/2014/main" id="{4425A655-340B-4DB0-8E42-8C92C85C1919}"/>
                  </a:ext>
                </a:extLst>
              </p:cNvPr>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a:extLst>
                  <a:ext uri="{FF2B5EF4-FFF2-40B4-BE49-F238E27FC236}">
                    <a16:creationId xmlns:a16="http://schemas.microsoft.com/office/drawing/2014/main" id="{2523C97C-1B89-44B0-ACDE-134C6889C17F}"/>
                  </a:ext>
                </a:extLst>
              </p:cNvPr>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a:extLst>
                  <a:ext uri="{FF2B5EF4-FFF2-40B4-BE49-F238E27FC236}">
                    <a16:creationId xmlns:a16="http://schemas.microsoft.com/office/drawing/2014/main" id="{3D186A64-87CF-169D-2B45-2DE852A731ED}"/>
                  </a:ext>
                </a:extLst>
              </p:cNvPr>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a:extLst>
                  <a:ext uri="{FF2B5EF4-FFF2-40B4-BE49-F238E27FC236}">
                    <a16:creationId xmlns:a16="http://schemas.microsoft.com/office/drawing/2014/main" id="{BA87CEB5-A79F-3B27-EE0D-E42CDBD3120F}"/>
                  </a:ext>
                </a:extLst>
              </p:cNvPr>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a:extLst>
                  <a:ext uri="{FF2B5EF4-FFF2-40B4-BE49-F238E27FC236}">
                    <a16:creationId xmlns:a16="http://schemas.microsoft.com/office/drawing/2014/main" id="{FC16F0B6-762F-400B-EECA-B43FE3C24C6D}"/>
                  </a:ext>
                </a:extLst>
              </p:cNvPr>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a:extLst>
                  <a:ext uri="{FF2B5EF4-FFF2-40B4-BE49-F238E27FC236}">
                    <a16:creationId xmlns:a16="http://schemas.microsoft.com/office/drawing/2014/main" id="{18C9E725-59A2-1410-4AE5-8DD7951263C7}"/>
                  </a:ext>
                </a:extLst>
              </p:cNvPr>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a:extLst>
                  <a:ext uri="{FF2B5EF4-FFF2-40B4-BE49-F238E27FC236}">
                    <a16:creationId xmlns:a16="http://schemas.microsoft.com/office/drawing/2014/main" id="{0279E31E-8F83-D5F7-5BFA-9C7B7D18E60E}"/>
                  </a:ext>
                </a:extLst>
              </p:cNvPr>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a:extLst>
                  <a:ext uri="{FF2B5EF4-FFF2-40B4-BE49-F238E27FC236}">
                    <a16:creationId xmlns:a16="http://schemas.microsoft.com/office/drawing/2014/main" id="{9C282A9D-9588-AD36-8DFA-B2C18DB97FDE}"/>
                  </a:ext>
                </a:extLst>
              </p:cNvPr>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a:extLst>
                  <a:ext uri="{FF2B5EF4-FFF2-40B4-BE49-F238E27FC236}">
                    <a16:creationId xmlns:a16="http://schemas.microsoft.com/office/drawing/2014/main" id="{F2F92561-FE43-B760-7DD2-252D9626B7EC}"/>
                  </a:ext>
                </a:extLst>
              </p:cNvPr>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a:extLst>
                  <a:ext uri="{FF2B5EF4-FFF2-40B4-BE49-F238E27FC236}">
                    <a16:creationId xmlns:a16="http://schemas.microsoft.com/office/drawing/2014/main" id="{3F3B06DC-890C-0F7E-BF99-8894C01EBB7C}"/>
                  </a:ext>
                </a:extLst>
              </p:cNvPr>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a:extLst>
                  <a:ext uri="{FF2B5EF4-FFF2-40B4-BE49-F238E27FC236}">
                    <a16:creationId xmlns:a16="http://schemas.microsoft.com/office/drawing/2014/main" id="{4CAABFEC-C7FB-7624-219C-2E050F62A633}"/>
                  </a:ext>
                </a:extLst>
              </p:cNvPr>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a:extLst>
                  <a:ext uri="{FF2B5EF4-FFF2-40B4-BE49-F238E27FC236}">
                    <a16:creationId xmlns:a16="http://schemas.microsoft.com/office/drawing/2014/main" id="{2C9986E9-459A-25A2-1A38-8ACE1C103A22}"/>
                  </a:ext>
                </a:extLst>
              </p:cNvPr>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a:extLst>
                  <a:ext uri="{FF2B5EF4-FFF2-40B4-BE49-F238E27FC236}">
                    <a16:creationId xmlns:a16="http://schemas.microsoft.com/office/drawing/2014/main" id="{B410DB45-5F21-187C-B054-B9F934C4798B}"/>
                  </a:ext>
                </a:extLst>
              </p:cNvPr>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a:extLst>
                  <a:ext uri="{FF2B5EF4-FFF2-40B4-BE49-F238E27FC236}">
                    <a16:creationId xmlns:a16="http://schemas.microsoft.com/office/drawing/2014/main" id="{B43727BB-4F59-05C1-BEA5-32ADEF1D47CC}"/>
                  </a:ext>
                </a:extLst>
              </p:cNvPr>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a:extLst>
                  <a:ext uri="{FF2B5EF4-FFF2-40B4-BE49-F238E27FC236}">
                    <a16:creationId xmlns:a16="http://schemas.microsoft.com/office/drawing/2014/main" id="{5C51212D-0D70-CE89-6BCA-4C5F368AD673}"/>
                  </a:ext>
                </a:extLst>
              </p:cNvPr>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a:extLst>
                  <a:ext uri="{FF2B5EF4-FFF2-40B4-BE49-F238E27FC236}">
                    <a16:creationId xmlns:a16="http://schemas.microsoft.com/office/drawing/2014/main" id="{2ABE8324-4033-79B3-E9AF-890AD9D462CE}"/>
                  </a:ext>
                </a:extLst>
              </p:cNvPr>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a:extLst>
                  <a:ext uri="{FF2B5EF4-FFF2-40B4-BE49-F238E27FC236}">
                    <a16:creationId xmlns:a16="http://schemas.microsoft.com/office/drawing/2014/main" id="{10EC75C0-9C4D-738F-3357-F080172E1069}"/>
                  </a:ext>
                </a:extLst>
              </p:cNvPr>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a:extLst>
                  <a:ext uri="{FF2B5EF4-FFF2-40B4-BE49-F238E27FC236}">
                    <a16:creationId xmlns:a16="http://schemas.microsoft.com/office/drawing/2014/main" id="{ED88D2F0-D0B7-3242-078B-B71AAC286338}"/>
                  </a:ext>
                </a:extLst>
              </p:cNvPr>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a:extLst>
                  <a:ext uri="{FF2B5EF4-FFF2-40B4-BE49-F238E27FC236}">
                    <a16:creationId xmlns:a16="http://schemas.microsoft.com/office/drawing/2014/main" id="{20141CF9-330E-E291-979A-19B3A50BA1E6}"/>
                  </a:ext>
                </a:extLst>
              </p:cNvPr>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a:extLst>
                  <a:ext uri="{FF2B5EF4-FFF2-40B4-BE49-F238E27FC236}">
                    <a16:creationId xmlns:a16="http://schemas.microsoft.com/office/drawing/2014/main" id="{8625CF34-D323-8BB4-FD73-2DC4EBD53246}"/>
                  </a:ext>
                </a:extLst>
              </p:cNvPr>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a:extLst>
                  <a:ext uri="{FF2B5EF4-FFF2-40B4-BE49-F238E27FC236}">
                    <a16:creationId xmlns:a16="http://schemas.microsoft.com/office/drawing/2014/main" id="{ADD52D51-E1C1-1F4F-7B3D-DA9D61077DB6}"/>
                  </a:ext>
                </a:extLst>
              </p:cNvPr>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a:extLst>
                  <a:ext uri="{FF2B5EF4-FFF2-40B4-BE49-F238E27FC236}">
                    <a16:creationId xmlns:a16="http://schemas.microsoft.com/office/drawing/2014/main" id="{E113B894-6344-71F3-5054-0B408F106D50}"/>
                  </a:ext>
                </a:extLst>
              </p:cNvPr>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a:extLst>
                  <a:ext uri="{FF2B5EF4-FFF2-40B4-BE49-F238E27FC236}">
                    <a16:creationId xmlns:a16="http://schemas.microsoft.com/office/drawing/2014/main" id="{2F12FD6C-1BF7-3D3F-9D75-3312B386CDF3}"/>
                  </a:ext>
                </a:extLst>
              </p:cNvPr>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a:extLst>
                  <a:ext uri="{FF2B5EF4-FFF2-40B4-BE49-F238E27FC236}">
                    <a16:creationId xmlns:a16="http://schemas.microsoft.com/office/drawing/2014/main" id="{E5DB87AE-EFD0-1857-7F6B-B91FF682D5A1}"/>
                  </a:ext>
                </a:extLst>
              </p:cNvPr>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a:extLst>
                  <a:ext uri="{FF2B5EF4-FFF2-40B4-BE49-F238E27FC236}">
                    <a16:creationId xmlns:a16="http://schemas.microsoft.com/office/drawing/2014/main" id="{BFE69A46-5E50-AB94-AA02-35BF4249A7A7}"/>
                  </a:ext>
                </a:extLst>
              </p:cNvPr>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a:extLst>
                  <a:ext uri="{FF2B5EF4-FFF2-40B4-BE49-F238E27FC236}">
                    <a16:creationId xmlns:a16="http://schemas.microsoft.com/office/drawing/2014/main" id="{870EF0EC-6F64-8DCE-DB61-51A678C36CC8}"/>
                  </a:ext>
                </a:extLst>
              </p:cNvPr>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a:extLst>
                  <a:ext uri="{FF2B5EF4-FFF2-40B4-BE49-F238E27FC236}">
                    <a16:creationId xmlns:a16="http://schemas.microsoft.com/office/drawing/2014/main" id="{F2FB8436-5D6E-B52F-4068-4B31D006558A}"/>
                  </a:ext>
                </a:extLst>
              </p:cNvPr>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a:extLst>
                  <a:ext uri="{FF2B5EF4-FFF2-40B4-BE49-F238E27FC236}">
                    <a16:creationId xmlns:a16="http://schemas.microsoft.com/office/drawing/2014/main" id="{D3AD1F10-5FCE-25C1-F343-56426A716934}"/>
                  </a:ext>
                </a:extLst>
              </p:cNvPr>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a:extLst>
                  <a:ext uri="{FF2B5EF4-FFF2-40B4-BE49-F238E27FC236}">
                    <a16:creationId xmlns:a16="http://schemas.microsoft.com/office/drawing/2014/main" id="{0F7F6FBB-FDC7-B4FB-D15C-6533C2072399}"/>
                  </a:ext>
                </a:extLst>
              </p:cNvPr>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a:extLst>
                  <a:ext uri="{FF2B5EF4-FFF2-40B4-BE49-F238E27FC236}">
                    <a16:creationId xmlns:a16="http://schemas.microsoft.com/office/drawing/2014/main" id="{3C5256BC-A9BC-6D71-9F7F-27CD7763C79B}"/>
                  </a:ext>
                </a:extLst>
              </p:cNvPr>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a:extLst>
                  <a:ext uri="{FF2B5EF4-FFF2-40B4-BE49-F238E27FC236}">
                    <a16:creationId xmlns:a16="http://schemas.microsoft.com/office/drawing/2014/main" id="{0C57C8B1-235A-CD5F-303E-01576BF464F7}"/>
                  </a:ext>
                </a:extLst>
              </p:cNvPr>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a:extLst>
                  <a:ext uri="{FF2B5EF4-FFF2-40B4-BE49-F238E27FC236}">
                    <a16:creationId xmlns:a16="http://schemas.microsoft.com/office/drawing/2014/main" id="{A622753F-E0FD-2284-84D2-693BEB1D411D}"/>
                  </a:ext>
                </a:extLst>
              </p:cNvPr>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a:extLst>
                  <a:ext uri="{FF2B5EF4-FFF2-40B4-BE49-F238E27FC236}">
                    <a16:creationId xmlns:a16="http://schemas.microsoft.com/office/drawing/2014/main" id="{3495A252-A9BF-A993-4F48-739A9E564CC9}"/>
                  </a:ext>
                </a:extLst>
              </p:cNvPr>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a:extLst>
                  <a:ext uri="{FF2B5EF4-FFF2-40B4-BE49-F238E27FC236}">
                    <a16:creationId xmlns:a16="http://schemas.microsoft.com/office/drawing/2014/main" id="{BAADA1DD-975A-32CD-FE6D-B1B5078C8ACC}"/>
                  </a:ext>
                </a:extLst>
              </p:cNvPr>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a:extLst>
                  <a:ext uri="{FF2B5EF4-FFF2-40B4-BE49-F238E27FC236}">
                    <a16:creationId xmlns:a16="http://schemas.microsoft.com/office/drawing/2014/main" id="{CDBA1AF3-EF87-3158-69BD-40F06761E6D2}"/>
                  </a:ext>
                </a:extLst>
              </p:cNvPr>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a:extLst>
                  <a:ext uri="{FF2B5EF4-FFF2-40B4-BE49-F238E27FC236}">
                    <a16:creationId xmlns:a16="http://schemas.microsoft.com/office/drawing/2014/main" id="{EBBBD225-9061-D6FB-2079-EE83877E451C}"/>
                  </a:ext>
                </a:extLst>
              </p:cNvPr>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a:extLst>
                  <a:ext uri="{FF2B5EF4-FFF2-40B4-BE49-F238E27FC236}">
                    <a16:creationId xmlns:a16="http://schemas.microsoft.com/office/drawing/2014/main" id="{92A66ABA-A0EB-F006-772E-1F21C968B720}"/>
                  </a:ext>
                </a:extLst>
              </p:cNvPr>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a:extLst>
                  <a:ext uri="{FF2B5EF4-FFF2-40B4-BE49-F238E27FC236}">
                    <a16:creationId xmlns:a16="http://schemas.microsoft.com/office/drawing/2014/main" id="{0A9781D1-3871-926E-CD4A-442A443A79B9}"/>
                  </a:ext>
                </a:extLst>
              </p:cNvPr>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a:extLst>
                  <a:ext uri="{FF2B5EF4-FFF2-40B4-BE49-F238E27FC236}">
                    <a16:creationId xmlns:a16="http://schemas.microsoft.com/office/drawing/2014/main" id="{BCBB7AB1-9583-3596-CF65-8BA50C63D3CF}"/>
                  </a:ext>
                </a:extLst>
              </p:cNvPr>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a:extLst>
                  <a:ext uri="{FF2B5EF4-FFF2-40B4-BE49-F238E27FC236}">
                    <a16:creationId xmlns:a16="http://schemas.microsoft.com/office/drawing/2014/main" id="{A3CA05B9-A773-9BB8-5708-A281067EC878}"/>
                  </a:ext>
                </a:extLst>
              </p:cNvPr>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34798637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EACAA7F2-2E99-59C2-9CC6-3B35B546C709}"/>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B93D85DF-DE1B-EB04-2FEB-13570FBA4A3A}"/>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Future Works</a:t>
            </a:r>
          </a:p>
        </p:txBody>
      </p:sp>
      <p:sp>
        <p:nvSpPr>
          <p:cNvPr id="467" name="Google Shape;467;p36">
            <a:extLst>
              <a:ext uri="{FF2B5EF4-FFF2-40B4-BE49-F238E27FC236}">
                <a16:creationId xmlns:a16="http://schemas.microsoft.com/office/drawing/2014/main" id="{B014BEE3-CB10-A6D8-D44D-472998CF9EF3}"/>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What can we use this for?</a:t>
            </a:r>
          </a:p>
        </p:txBody>
      </p:sp>
      <p:sp>
        <p:nvSpPr>
          <p:cNvPr id="468" name="Google Shape;468;p36">
            <a:extLst>
              <a:ext uri="{FF2B5EF4-FFF2-40B4-BE49-F238E27FC236}">
                <a16:creationId xmlns:a16="http://schemas.microsoft.com/office/drawing/2014/main" id="{F882CF75-0422-BD85-79CC-8E5AFA544A35}"/>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05</a:t>
            </a:r>
          </a:p>
        </p:txBody>
      </p:sp>
      <p:grpSp>
        <p:nvGrpSpPr>
          <p:cNvPr id="469" name="Google Shape;469;p36">
            <a:extLst>
              <a:ext uri="{FF2B5EF4-FFF2-40B4-BE49-F238E27FC236}">
                <a16:creationId xmlns:a16="http://schemas.microsoft.com/office/drawing/2014/main" id="{5ECBFF8B-4ECC-338E-4D8A-D9589163B845}"/>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D2CE574B-C9CF-974F-610A-D404B6818771}"/>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F64C5324-21DC-AF17-FBA5-A422B49704B2}"/>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C0C43D12-ECF4-8C0D-3A47-451BE6295432}"/>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21014497-F770-52B3-EE87-A7833A5393A6}"/>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CF4117D4-2227-B161-85B1-7F48733F4CE0}"/>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5D444399-AD63-8E2F-1D51-CE5C0A2E6283}"/>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299A759B-FB2B-F6F4-0A95-80C1FAE215B8}"/>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143D7543-8AFD-35BC-8FD0-540BAF1BBC2F}"/>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2C2C525E-D842-A09F-45B4-FB8358E2FC61}"/>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5DDE1F55-D74C-C684-33A5-BF1D01ABE9DE}"/>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04210803-DBD3-651B-BDA3-C007DE1DDBC2}"/>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5FD0AA1B-3B6C-5BFD-AB8C-32FB7DCBD97F}"/>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031CD837-1444-94B5-50C6-00BE6BD75C28}"/>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4193DF81-137C-02A5-2D15-B455E16EE3E6}"/>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A0A92A78-5BD4-B0FC-36F5-F076194FC91D}"/>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9005A0ED-79B7-D0B9-CEAB-FF8080B67137}"/>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E050F9D5-3833-A3C7-827B-4D712A1EFB41}"/>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B9539ED4-8F1B-5DB4-62C2-23F9ED527283}"/>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7EFDAA13-DC0A-B87A-182C-B82B6929A217}"/>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38031CA5-B5D3-8AF9-2948-1852DADAE1FD}"/>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EDB5FB3B-5FE1-4EAD-EE48-32C775CF2156}"/>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4B4A7A69-CBAA-8241-3064-6C14CF2D3AC9}"/>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CF6ABA8D-B839-7267-D844-060F8467A5CA}"/>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2B1F1DA3-D429-1273-C0D0-F461C40E131D}"/>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8FC6F577-BFE3-8768-29EE-1ED433491185}"/>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CF60D6BA-3A80-0E0C-6750-ECE5F5C8116C}"/>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6618FE34-3409-18C9-F2E3-4526FCF5F6E0}"/>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D4B991DB-F17F-BE51-AA87-52D045B3AAE1}"/>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02601064-A084-B214-633F-6BF4396A7BA2}"/>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F80049C1-D436-EEF6-0AE2-5E45098B50F5}"/>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66BE2E82-C367-2114-7F54-6D4861BF7532}"/>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B7CC311F-6D80-8891-0C4C-2169EC70977B}"/>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380DB90F-E875-AFDE-C366-C7F5D56F400C}"/>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6BB5B50E-BFB5-C06D-69DB-43E02A720DA9}"/>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29801423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29">
          <a:extLst>
            <a:ext uri="{FF2B5EF4-FFF2-40B4-BE49-F238E27FC236}">
              <a16:creationId xmlns:a16="http://schemas.microsoft.com/office/drawing/2014/main" id="{D5C1D547-95FD-CE4D-303E-6A7831366872}"/>
            </a:ext>
          </a:extLst>
        </p:cNvPr>
        <p:cNvGrpSpPr/>
        <p:nvPr/>
      </p:nvGrpSpPr>
      <p:grpSpPr>
        <a:xfrm>
          <a:off x="0" y="0"/>
          <a:ext cx="0" cy="0"/>
          <a:chOff x="0" y="0"/>
          <a:chExt cx="0" cy="0"/>
        </a:xfrm>
      </p:grpSpPr>
      <p:sp>
        <p:nvSpPr>
          <p:cNvPr id="631" name="Google Shape;631;p41">
            <a:extLst>
              <a:ext uri="{FF2B5EF4-FFF2-40B4-BE49-F238E27FC236}">
                <a16:creationId xmlns:a16="http://schemas.microsoft.com/office/drawing/2014/main" id="{891365B0-CD6A-F72E-7CB1-996CB62B7A1E}"/>
              </a:ext>
            </a:extLst>
          </p:cNvPr>
          <p:cNvSpPr/>
          <p:nvPr/>
        </p:nvSpPr>
        <p:spPr>
          <a:xfrm>
            <a:off x="6031000" y="1443556"/>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a:extLst>
              <a:ext uri="{FF2B5EF4-FFF2-40B4-BE49-F238E27FC236}">
                <a16:creationId xmlns:a16="http://schemas.microsoft.com/office/drawing/2014/main" id="{B35E5E6E-72AC-8DEE-2BD0-65895D115384}"/>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Future Works</a:t>
            </a:r>
          </a:p>
        </p:txBody>
      </p:sp>
      <p:sp>
        <p:nvSpPr>
          <p:cNvPr id="633" name="Google Shape;633;p41">
            <a:extLst>
              <a:ext uri="{FF2B5EF4-FFF2-40B4-BE49-F238E27FC236}">
                <a16:creationId xmlns:a16="http://schemas.microsoft.com/office/drawing/2014/main" id="{409897E7-6BD9-A811-05F9-7EFF1E3F27DF}"/>
              </a:ext>
            </a:extLst>
          </p:cNvPr>
          <p:cNvSpPr txBox="1">
            <a:spLocks noGrp="1"/>
          </p:cNvSpPr>
          <p:nvPr>
            <p:ph type="subTitle" idx="1"/>
          </p:nvPr>
        </p:nvSpPr>
        <p:spPr>
          <a:xfrm>
            <a:off x="1821208" y="2897816"/>
            <a:ext cx="2175300" cy="8619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noProof="0" dirty="0"/>
              <a:t>Wait </a:t>
            </a:r>
            <a:r>
              <a:rPr lang="en-US" noProof="0" dirty="0" err="1"/>
              <a:t>fo</a:t>
            </a:r>
            <a:r>
              <a:rPr lang="en-US" dirty="0"/>
              <a:t>r the release of </a:t>
            </a:r>
            <a:r>
              <a:rPr lang="en-US" dirty="0" err="1"/>
              <a:t>logprobs</a:t>
            </a:r>
            <a:r>
              <a:rPr lang="en-US" dirty="0"/>
              <a:t> in Azure</a:t>
            </a:r>
            <a:endParaRPr lang="en-US" noProof="0" dirty="0"/>
          </a:p>
          <a:p>
            <a:pPr marL="285750" lvl="0" indent="-285750" algn="l" rtl="0">
              <a:spcBef>
                <a:spcPts val="0"/>
              </a:spcBef>
              <a:spcAft>
                <a:spcPts val="0"/>
              </a:spcAft>
              <a:buFont typeface="Arial" panose="020B0604020202020204" pitchFamily="34" charset="0"/>
              <a:buChar char="•"/>
            </a:pPr>
            <a:r>
              <a:rPr lang="en-US" noProof="0" dirty="0"/>
              <a:t>Downside: Not available for GPT-5 per design</a:t>
            </a:r>
          </a:p>
        </p:txBody>
      </p:sp>
      <p:sp>
        <p:nvSpPr>
          <p:cNvPr id="634" name="Google Shape;634;p41">
            <a:extLst>
              <a:ext uri="{FF2B5EF4-FFF2-40B4-BE49-F238E27FC236}">
                <a16:creationId xmlns:a16="http://schemas.microsoft.com/office/drawing/2014/main" id="{D75CB85A-2DFF-1FF2-5A5A-198A6A2BCB90}"/>
              </a:ext>
            </a:extLst>
          </p:cNvPr>
          <p:cNvSpPr txBox="1">
            <a:spLocks noGrp="1"/>
          </p:cNvSpPr>
          <p:nvPr>
            <p:ph type="subTitle" idx="2"/>
          </p:nvPr>
        </p:nvSpPr>
        <p:spPr>
          <a:xfrm>
            <a:off x="5878600" y="2897816"/>
            <a:ext cx="2175300" cy="8619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noProof="0" dirty="0"/>
              <a:t>More documents = better calibration</a:t>
            </a:r>
          </a:p>
          <a:p>
            <a:pPr marL="285750" lvl="0" indent="-285750" algn="l" rtl="0">
              <a:spcBef>
                <a:spcPts val="0"/>
              </a:spcBef>
              <a:spcAft>
                <a:spcPts val="0"/>
              </a:spcAft>
              <a:buFont typeface="Arial" panose="020B0604020202020204" pitchFamily="34" charset="0"/>
              <a:buChar char="•"/>
            </a:pPr>
            <a:r>
              <a:rPr lang="en-US" dirty="0"/>
              <a:t>Increase the number of samples per bin</a:t>
            </a:r>
            <a:endParaRPr lang="en-US" noProof="0" dirty="0"/>
          </a:p>
        </p:txBody>
      </p:sp>
      <p:sp>
        <p:nvSpPr>
          <p:cNvPr id="636" name="Google Shape;636;p41">
            <a:extLst>
              <a:ext uri="{FF2B5EF4-FFF2-40B4-BE49-F238E27FC236}">
                <a16:creationId xmlns:a16="http://schemas.microsoft.com/office/drawing/2014/main" id="{AC57E412-1EFB-00C4-3CFF-074D96F50FF4}"/>
              </a:ext>
            </a:extLst>
          </p:cNvPr>
          <p:cNvSpPr txBox="1">
            <a:spLocks noGrp="1"/>
          </p:cNvSpPr>
          <p:nvPr>
            <p:ph type="subTitle" idx="4"/>
          </p:nvPr>
        </p:nvSpPr>
        <p:spPr>
          <a:xfrm>
            <a:off x="1821208" y="2587268"/>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err="1"/>
              <a:t>Logprobs</a:t>
            </a:r>
            <a:endParaRPr lang="en-US" noProof="0" dirty="0"/>
          </a:p>
        </p:txBody>
      </p:sp>
      <p:sp>
        <p:nvSpPr>
          <p:cNvPr id="637" name="Google Shape;637;p41">
            <a:extLst>
              <a:ext uri="{FF2B5EF4-FFF2-40B4-BE49-F238E27FC236}">
                <a16:creationId xmlns:a16="http://schemas.microsoft.com/office/drawing/2014/main" id="{2559A710-C526-FDDE-B7F4-596BFB31DDF7}"/>
              </a:ext>
            </a:extLst>
          </p:cNvPr>
          <p:cNvSpPr txBox="1">
            <a:spLocks noGrp="1"/>
          </p:cNvSpPr>
          <p:nvPr>
            <p:ph type="subTitle" idx="5"/>
          </p:nvPr>
        </p:nvSpPr>
        <p:spPr>
          <a:xfrm>
            <a:off x="5878597" y="2587268"/>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More documents</a:t>
            </a:r>
            <a:endParaRPr lang="en-US" noProof="0" dirty="0"/>
          </a:p>
        </p:txBody>
      </p:sp>
      <p:sp>
        <p:nvSpPr>
          <p:cNvPr id="650" name="Google Shape;650;p41">
            <a:extLst>
              <a:ext uri="{FF2B5EF4-FFF2-40B4-BE49-F238E27FC236}">
                <a16:creationId xmlns:a16="http://schemas.microsoft.com/office/drawing/2014/main" id="{0E10EE55-AB87-00CF-891A-589ABC7FCCD4}"/>
              </a:ext>
            </a:extLst>
          </p:cNvPr>
          <p:cNvSpPr/>
          <p:nvPr/>
        </p:nvSpPr>
        <p:spPr>
          <a:xfrm>
            <a:off x="1973608" y="1443556"/>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18" name="Google Shape;6769;p78">
            <a:extLst>
              <a:ext uri="{FF2B5EF4-FFF2-40B4-BE49-F238E27FC236}">
                <a16:creationId xmlns:a16="http://schemas.microsoft.com/office/drawing/2014/main" id="{AE971CE7-AF9E-BA30-457D-7A4B953B3270}"/>
              </a:ext>
            </a:extLst>
          </p:cNvPr>
          <p:cNvGrpSpPr/>
          <p:nvPr/>
        </p:nvGrpSpPr>
        <p:grpSpPr>
          <a:xfrm>
            <a:off x="2086841" y="1551547"/>
            <a:ext cx="489541" cy="490778"/>
            <a:chOff x="-61783350" y="3743950"/>
            <a:chExt cx="316650" cy="317450"/>
          </a:xfrm>
          <a:solidFill>
            <a:schemeClr val="accent2"/>
          </a:solidFill>
        </p:grpSpPr>
        <p:sp>
          <p:nvSpPr>
            <p:cNvPr id="19" name="Google Shape;6770;p78">
              <a:extLst>
                <a:ext uri="{FF2B5EF4-FFF2-40B4-BE49-F238E27FC236}">
                  <a16:creationId xmlns:a16="http://schemas.microsoft.com/office/drawing/2014/main" id="{38B1E57B-D941-9156-6379-770305A7FF9B}"/>
                </a:ext>
              </a:extLst>
            </p:cNvPr>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 name="Google Shape;6771;p78">
              <a:extLst>
                <a:ext uri="{FF2B5EF4-FFF2-40B4-BE49-F238E27FC236}">
                  <a16:creationId xmlns:a16="http://schemas.microsoft.com/office/drawing/2014/main" id="{DD046C88-5565-3E75-5D4A-8FF49DFA72E1}"/>
                </a:ext>
              </a:extLst>
            </p:cNvPr>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 name="Google Shape;6908;p78">
            <a:extLst>
              <a:ext uri="{FF2B5EF4-FFF2-40B4-BE49-F238E27FC236}">
                <a16:creationId xmlns:a16="http://schemas.microsoft.com/office/drawing/2014/main" id="{C0DFD185-67CC-5122-968D-012E6DE5C6A7}"/>
              </a:ext>
            </a:extLst>
          </p:cNvPr>
          <p:cNvGrpSpPr/>
          <p:nvPr/>
        </p:nvGrpSpPr>
        <p:grpSpPr>
          <a:xfrm>
            <a:off x="6136642" y="1554203"/>
            <a:ext cx="505116" cy="503748"/>
            <a:chOff x="6143725" y="3582500"/>
            <a:chExt cx="295375" cy="294575"/>
          </a:xfrm>
          <a:solidFill>
            <a:srgbClr val="D9EAD3"/>
          </a:solidFill>
        </p:grpSpPr>
        <p:sp>
          <p:nvSpPr>
            <p:cNvPr id="7" name="Google Shape;6909;p78">
              <a:extLst>
                <a:ext uri="{FF2B5EF4-FFF2-40B4-BE49-F238E27FC236}">
                  <a16:creationId xmlns:a16="http://schemas.microsoft.com/office/drawing/2014/main" id="{32386DFE-9008-7328-194E-248F62669372}"/>
                </a:ext>
              </a:extLst>
            </p:cNvPr>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 name="Google Shape;6910;p78">
              <a:extLst>
                <a:ext uri="{FF2B5EF4-FFF2-40B4-BE49-F238E27FC236}">
                  <a16:creationId xmlns:a16="http://schemas.microsoft.com/office/drawing/2014/main" id="{9E02BED0-933F-2FF8-CEA3-2A444E76D65C}"/>
                </a:ext>
              </a:extLst>
            </p:cNvPr>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 name="Google Shape;6911;p78">
              <a:extLst>
                <a:ext uri="{FF2B5EF4-FFF2-40B4-BE49-F238E27FC236}">
                  <a16:creationId xmlns:a16="http://schemas.microsoft.com/office/drawing/2014/main" id="{E6A543BF-B92A-A9B0-823B-C3B266346358}"/>
                </a:ext>
              </a:extLst>
            </p:cNvPr>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 name="Google Shape;6912;p78">
              <a:extLst>
                <a:ext uri="{FF2B5EF4-FFF2-40B4-BE49-F238E27FC236}">
                  <a16:creationId xmlns:a16="http://schemas.microsoft.com/office/drawing/2014/main" id="{40E19371-3E35-6A60-9447-FE2C0D8DB5A4}"/>
                </a:ext>
              </a:extLst>
            </p:cNvPr>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 name="Google Shape;6913;p78">
              <a:extLst>
                <a:ext uri="{FF2B5EF4-FFF2-40B4-BE49-F238E27FC236}">
                  <a16:creationId xmlns:a16="http://schemas.microsoft.com/office/drawing/2014/main" id="{8F777285-E9B5-0BC7-7E2D-EB6662068314}"/>
                </a:ext>
              </a:extLst>
            </p:cNvPr>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 name="Google Shape;6914;p78">
              <a:extLst>
                <a:ext uri="{FF2B5EF4-FFF2-40B4-BE49-F238E27FC236}">
                  <a16:creationId xmlns:a16="http://schemas.microsoft.com/office/drawing/2014/main" id="{3215721E-6C3F-A024-8244-638FD1A49161}"/>
                </a:ext>
              </a:extLst>
            </p:cNvPr>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 name="Google Shape;6915;p78">
              <a:extLst>
                <a:ext uri="{FF2B5EF4-FFF2-40B4-BE49-F238E27FC236}">
                  <a16:creationId xmlns:a16="http://schemas.microsoft.com/office/drawing/2014/main" id="{C123D182-36AE-8F62-3DA4-0FF03DFF0C91}"/>
                </a:ext>
              </a:extLst>
            </p:cNvPr>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extLst>
      <p:ext uri="{BB962C8B-B14F-4D97-AF65-F5344CB8AC3E}">
        <p14:creationId xmlns:p14="http://schemas.microsoft.com/office/powerpoint/2010/main" val="9270647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23">
          <a:extLst>
            <a:ext uri="{FF2B5EF4-FFF2-40B4-BE49-F238E27FC236}">
              <a16:creationId xmlns:a16="http://schemas.microsoft.com/office/drawing/2014/main" id="{B32C0625-D993-7C95-A807-185621A7BF06}"/>
            </a:ext>
          </a:extLst>
        </p:cNvPr>
        <p:cNvGrpSpPr/>
        <p:nvPr/>
      </p:nvGrpSpPr>
      <p:grpSpPr>
        <a:xfrm>
          <a:off x="0" y="0"/>
          <a:ext cx="0" cy="0"/>
          <a:chOff x="0" y="0"/>
          <a:chExt cx="0" cy="0"/>
        </a:xfrm>
      </p:grpSpPr>
      <p:sp>
        <p:nvSpPr>
          <p:cNvPr id="524" name="Google Shape;524;p38">
            <a:extLst>
              <a:ext uri="{FF2B5EF4-FFF2-40B4-BE49-F238E27FC236}">
                <a16:creationId xmlns:a16="http://schemas.microsoft.com/office/drawing/2014/main" id="{174C4FF0-ECBE-E9AA-76A7-CFACEA6EE030}"/>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Literature</a:t>
            </a:r>
          </a:p>
        </p:txBody>
      </p:sp>
      <p:sp>
        <p:nvSpPr>
          <p:cNvPr id="526" name="Google Shape;526;p38">
            <a:extLst>
              <a:ext uri="{FF2B5EF4-FFF2-40B4-BE49-F238E27FC236}">
                <a16:creationId xmlns:a16="http://schemas.microsoft.com/office/drawing/2014/main" id="{A289568D-E5FB-19A4-2DC4-0FEFC4F5DA5C}"/>
              </a:ext>
            </a:extLst>
          </p:cNvPr>
          <p:cNvSpPr txBox="1">
            <a:spLocks noGrp="1"/>
          </p:cNvSpPr>
          <p:nvPr>
            <p:ph type="subTitle" idx="2"/>
          </p:nvPr>
        </p:nvSpPr>
        <p:spPr>
          <a:xfrm>
            <a:off x="5909413" y="1164774"/>
            <a:ext cx="2679252" cy="27214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AT" sz="1200" b="1" noProof="0" dirty="0" err="1"/>
              <a:t>Calibration</a:t>
            </a:r>
            <a:r>
              <a:rPr lang="de-AT" sz="1200" b="1" noProof="0" dirty="0"/>
              <a:t> </a:t>
            </a:r>
            <a:r>
              <a:rPr lang="de-AT" sz="1200" b="1" noProof="0" dirty="0" err="1"/>
              <a:t>of</a:t>
            </a:r>
            <a:r>
              <a:rPr lang="de-AT" sz="1200" b="1" noProof="0" dirty="0"/>
              <a:t> </a:t>
            </a:r>
            <a:r>
              <a:rPr lang="de-AT" sz="1200" b="1" noProof="0" dirty="0" err="1"/>
              <a:t>self-confidence</a:t>
            </a:r>
            <a:endParaRPr lang="de-AT" sz="1200" b="1" noProof="0" dirty="0"/>
          </a:p>
          <a:p>
            <a:pPr marL="285750" lvl="0" indent="-285750">
              <a:buFont typeface="Arial" panose="020B0604020202020204" pitchFamily="34" charset="0"/>
              <a:buChar char="•"/>
            </a:pPr>
            <a:r>
              <a:rPr lang="de-AT" sz="1100" dirty="0"/>
              <a:t>Xie, J., Chen, A. S., Lee, Y., Mitchell, E., &amp; Finn, C. (2024). </a:t>
            </a:r>
            <a:r>
              <a:rPr lang="de-AT" sz="1100" b="1" dirty="0" err="1"/>
              <a:t>Calibrating</a:t>
            </a:r>
            <a:r>
              <a:rPr lang="de-AT" sz="1100" b="1" dirty="0"/>
              <a:t> </a:t>
            </a:r>
            <a:r>
              <a:rPr lang="de-AT" sz="1100" b="1" dirty="0" err="1"/>
              <a:t>language</a:t>
            </a:r>
            <a:r>
              <a:rPr lang="de-AT" sz="1100" b="1" dirty="0"/>
              <a:t> </a:t>
            </a:r>
            <a:r>
              <a:rPr lang="de-AT" sz="1100" b="1" dirty="0" err="1"/>
              <a:t>models</a:t>
            </a:r>
            <a:r>
              <a:rPr lang="de-AT" sz="1100" b="1" dirty="0"/>
              <a:t> </a:t>
            </a:r>
            <a:r>
              <a:rPr lang="de-AT" sz="1100" b="1" dirty="0" err="1"/>
              <a:t>with</a:t>
            </a:r>
            <a:r>
              <a:rPr lang="de-AT" sz="1100" b="1" dirty="0"/>
              <a:t> adaptive </a:t>
            </a:r>
            <a:r>
              <a:rPr lang="de-AT" sz="1100" b="1" dirty="0" err="1"/>
              <a:t>temperature</a:t>
            </a:r>
            <a:r>
              <a:rPr lang="de-AT" sz="1100" b="1" dirty="0"/>
              <a:t> </a:t>
            </a:r>
            <a:r>
              <a:rPr lang="de-AT" sz="1100" b="1" dirty="0" err="1"/>
              <a:t>scaling</a:t>
            </a:r>
            <a:r>
              <a:rPr lang="de-AT" sz="1100" b="1" dirty="0"/>
              <a:t>. </a:t>
            </a:r>
            <a:r>
              <a:rPr lang="de-AT" sz="1100" i="1" dirty="0" err="1"/>
              <a:t>arXiv</a:t>
            </a:r>
            <a:r>
              <a:rPr lang="de-AT" sz="1100" i="1" dirty="0"/>
              <a:t> </a:t>
            </a:r>
            <a:r>
              <a:rPr lang="de-AT" sz="1100" i="1" dirty="0" err="1"/>
              <a:t>preprint</a:t>
            </a:r>
            <a:r>
              <a:rPr lang="de-AT" sz="1100" i="1" dirty="0"/>
              <a:t> arXiv:2409.19817</a:t>
            </a:r>
            <a:r>
              <a:rPr lang="de-AT" sz="1100" dirty="0"/>
              <a:t>.</a:t>
            </a:r>
            <a:br>
              <a:rPr lang="de-AT" sz="1100" dirty="0"/>
            </a:br>
            <a:endParaRPr lang="de-AT" sz="1100" dirty="0"/>
          </a:p>
          <a:p>
            <a:pPr marL="285750" lvl="0" indent="-285750">
              <a:buFont typeface="Arial" panose="020B0604020202020204" pitchFamily="34" charset="0"/>
              <a:buChar char="•"/>
            </a:pPr>
            <a:r>
              <a:rPr lang="de-AT" sz="1100" b="1" dirty="0"/>
              <a:t>Other possible </a:t>
            </a:r>
            <a:r>
              <a:rPr lang="de-AT" sz="1100" b="1" dirty="0" err="1"/>
              <a:t>sources</a:t>
            </a:r>
            <a:r>
              <a:rPr lang="de-AT" sz="1100" b="1" dirty="0"/>
              <a:t> </a:t>
            </a:r>
            <a:r>
              <a:rPr lang="de-AT" sz="1100" b="1" dirty="0" err="1"/>
              <a:t>for</a:t>
            </a:r>
            <a:r>
              <a:rPr lang="de-AT" sz="1100" b="1" dirty="0"/>
              <a:t> </a:t>
            </a:r>
            <a:r>
              <a:rPr lang="de-AT" sz="1100" b="1" dirty="0" err="1"/>
              <a:t>calibration</a:t>
            </a:r>
            <a:r>
              <a:rPr lang="de-AT" sz="1100" dirty="0"/>
              <a:t>:</a:t>
            </a:r>
            <a:br>
              <a:rPr lang="de-AT" sz="1100" dirty="0"/>
            </a:br>
            <a:r>
              <a:rPr lang="de-AT" sz="1100" dirty="0"/>
              <a:t>-  </a:t>
            </a:r>
            <a:r>
              <a:rPr lang="de-AT" sz="1100" dirty="0" err="1"/>
              <a:t>Isotonic</a:t>
            </a:r>
            <a:r>
              <a:rPr lang="de-AT" sz="1100" dirty="0"/>
              <a:t> </a:t>
            </a:r>
            <a:r>
              <a:rPr lang="de-AT" sz="1100" dirty="0" err="1"/>
              <a:t>regression</a:t>
            </a:r>
            <a:br>
              <a:rPr lang="de-AT" sz="1100" dirty="0"/>
            </a:br>
            <a:r>
              <a:rPr lang="de-AT" sz="1100" dirty="0"/>
              <a:t>- Platt </a:t>
            </a:r>
            <a:r>
              <a:rPr lang="de-AT" sz="1100" dirty="0" err="1"/>
              <a:t>scaling</a:t>
            </a:r>
            <a:endParaRPr lang="de-AT" sz="1100" dirty="0"/>
          </a:p>
          <a:p>
            <a:pPr marL="285750" lvl="0" indent="-285750">
              <a:buFont typeface="Arial" panose="020B0604020202020204" pitchFamily="34" charset="0"/>
              <a:buChar char="•"/>
            </a:pPr>
            <a:endParaRPr lang="en-US" sz="1200" b="1" noProof="0" dirty="0"/>
          </a:p>
        </p:txBody>
      </p:sp>
      <p:sp>
        <p:nvSpPr>
          <p:cNvPr id="4" name="Google Shape;526;p38">
            <a:extLst>
              <a:ext uri="{FF2B5EF4-FFF2-40B4-BE49-F238E27FC236}">
                <a16:creationId xmlns:a16="http://schemas.microsoft.com/office/drawing/2014/main" id="{DD45CD5B-6B8C-DD03-5007-C43CF4212706}"/>
              </a:ext>
            </a:extLst>
          </p:cNvPr>
          <p:cNvSpPr txBox="1">
            <a:spLocks/>
          </p:cNvSpPr>
          <p:nvPr/>
        </p:nvSpPr>
        <p:spPr>
          <a:xfrm>
            <a:off x="720000" y="1164774"/>
            <a:ext cx="2381250" cy="27214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r>
              <a:rPr lang="de-AT" sz="1200" b="1" dirty="0"/>
              <a:t>Self-</a:t>
            </a:r>
            <a:r>
              <a:rPr lang="de-AT" sz="1200" b="1" dirty="0" err="1"/>
              <a:t>confidence</a:t>
            </a:r>
            <a:r>
              <a:rPr lang="de-AT" sz="1200" b="1" dirty="0"/>
              <a:t> </a:t>
            </a:r>
            <a:r>
              <a:rPr lang="de-AT" sz="1200" b="1" dirty="0" err="1"/>
              <a:t>through</a:t>
            </a:r>
            <a:r>
              <a:rPr lang="de-AT" sz="1200" b="1" dirty="0"/>
              <a:t> </a:t>
            </a:r>
            <a:r>
              <a:rPr lang="de-AT" sz="1200" b="1" dirty="0" err="1"/>
              <a:t>CoT</a:t>
            </a:r>
            <a:endParaRPr lang="de-AT" sz="1200" b="1" dirty="0"/>
          </a:p>
          <a:p>
            <a:pPr marL="285750" indent="-285750">
              <a:buFont typeface="Arial" panose="020B0604020202020204" pitchFamily="34" charset="0"/>
              <a:buChar char="•"/>
            </a:pPr>
            <a:r>
              <a:rPr lang="de-AT" sz="1100" dirty="0"/>
              <a:t>Wang, X., Wei, J., Schuurmans, D., Le, Q., Chi, E., </a:t>
            </a:r>
            <a:r>
              <a:rPr lang="de-AT" sz="1100" dirty="0" err="1"/>
              <a:t>Narang</a:t>
            </a:r>
            <a:r>
              <a:rPr lang="de-AT" sz="1100" dirty="0"/>
              <a:t>, S., ... &amp; Zhou, D. (2022). </a:t>
            </a:r>
            <a:r>
              <a:rPr lang="de-AT" sz="1100" b="1" dirty="0"/>
              <a:t>Self-</a:t>
            </a:r>
            <a:r>
              <a:rPr lang="de-AT" sz="1100" b="1" dirty="0" err="1"/>
              <a:t>consistency</a:t>
            </a:r>
            <a:r>
              <a:rPr lang="de-AT" sz="1100" b="1" dirty="0"/>
              <a:t> </a:t>
            </a:r>
            <a:r>
              <a:rPr lang="de-AT" sz="1100" b="1" dirty="0" err="1"/>
              <a:t>improves</a:t>
            </a:r>
            <a:r>
              <a:rPr lang="de-AT" sz="1100" b="1" dirty="0"/>
              <a:t> </a:t>
            </a:r>
            <a:r>
              <a:rPr lang="de-AT" sz="1100" b="1" dirty="0" err="1"/>
              <a:t>chain</a:t>
            </a:r>
            <a:r>
              <a:rPr lang="de-AT" sz="1100" b="1" dirty="0"/>
              <a:t> </a:t>
            </a:r>
            <a:r>
              <a:rPr lang="de-AT" sz="1100" b="1" dirty="0" err="1"/>
              <a:t>of</a:t>
            </a:r>
            <a:r>
              <a:rPr lang="de-AT" sz="1100" b="1" dirty="0"/>
              <a:t> </a:t>
            </a:r>
            <a:r>
              <a:rPr lang="de-AT" sz="1100" b="1" dirty="0" err="1"/>
              <a:t>thought</a:t>
            </a:r>
            <a:r>
              <a:rPr lang="de-AT" sz="1100" b="1" dirty="0"/>
              <a:t> </a:t>
            </a:r>
            <a:r>
              <a:rPr lang="de-AT" sz="1100" b="1" dirty="0" err="1"/>
              <a:t>reasoning</a:t>
            </a:r>
            <a:r>
              <a:rPr lang="de-AT" sz="1100" b="1" dirty="0"/>
              <a:t> in </a:t>
            </a:r>
            <a:r>
              <a:rPr lang="de-AT" sz="1100" b="1" dirty="0" err="1"/>
              <a:t>language</a:t>
            </a:r>
            <a:r>
              <a:rPr lang="de-AT" sz="1100" b="1" dirty="0"/>
              <a:t> </a:t>
            </a:r>
            <a:r>
              <a:rPr lang="de-AT" sz="1100" b="1" dirty="0" err="1"/>
              <a:t>models</a:t>
            </a:r>
            <a:r>
              <a:rPr lang="de-AT" sz="1100" b="1" dirty="0"/>
              <a:t>.</a:t>
            </a:r>
            <a:r>
              <a:rPr lang="de-AT" sz="1100" dirty="0"/>
              <a:t> </a:t>
            </a:r>
            <a:r>
              <a:rPr lang="de-AT" sz="1100" i="1" dirty="0" err="1"/>
              <a:t>arXiv</a:t>
            </a:r>
            <a:r>
              <a:rPr lang="de-AT" sz="1100" i="1" dirty="0"/>
              <a:t> </a:t>
            </a:r>
            <a:r>
              <a:rPr lang="de-AT" sz="1100" i="1" dirty="0" err="1"/>
              <a:t>preprint</a:t>
            </a:r>
            <a:r>
              <a:rPr lang="de-AT" sz="1100" i="1" dirty="0"/>
              <a:t> arXiv:2203.11171</a:t>
            </a:r>
            <a:r>
              <a:rPr lang="de-AT" sz="1100" dirty="0"/>
              <a:t>.</a:t>
            </a:r>
            <a:br>
              <a:rPr lang="de-AT" sz="1100" dirty="0"/>
            </a:br>
            <a:endParaRPr lang="de-AT" sz="1100" dirty="0"/>
          </a:p>
          <a:p>
            <a:pPr marL="285750" indent="-285750">
              <a:buFont typeface="Arial" panose="020B0604020202020204" pitchFamily="34" charset="0"/>
              <a:buChar char="•"/>
            </a:pPr>
            <a:r>
              <a:rPr lang="de-AT" sz="1100" dirty="0"/>
              <a:t>Yoon, D., Kim, S., Yang, S., Kim, S., Kim, S., Kim, Y., ... &amp; </a:t>
            </a:r>
            <a:r>
              <a:rPr lang="de-AT" sz="1100" dirty="0" err="1"/>
              <a:t>Seo</a:t>
            </a:r>
            <a:r>
              <a:rPr lang="de-AT" sz="1100" dirty="0"/>
              <a:t>, M. (2025). </a:t>
            </a:r>
            <a:r>
              <a:rPr lang="de-AT" sz="1100" b="1" dirty="0" err="1"/>
              <a:t>Reasoning</a:t>
            </a:r>
            <a:r>
              <a:rPr lang="de-AT" sz="1100" b="1" dirty="0"/>
              <a:t> </a:t>
            </a:r>
            <a:r>
              <a:rPr lang="de-AT" sz="1100" b="1" dirty="0" err="1"/>
              <a:t>models</a:t>
            </a:r>
            <a:r>
              <a:rPr lang="de-AT" sz="1100" b="1" dirty="0"/>
              <a:t> </a:t>
            </a:r>
            <a:r>
              <a:rPr lang="de-AT" sz="1100" b="1" dirty="0" err="1"/>
              <a:t>better</a:t>
            </a:r>
            <a:r>
              <a:rPr lang="de-AT" sz="1100" b="1" dirty="0"/>
              <a:t> express </a:t>
            </a:r>
            <a:r>
              <a:rPr lang="de-AT" sz="1100" b="1" dirty="0" err="1"/>
              <a:t>their</a:t>
            </a:r>
            <a:r>
              <a:rPr lang="de-AT" sz="1100" b="1" dirty="0"/>
              <a:t> </a:t>
            </a:r>
            <a:r>
              <a:rPr lang="de-AT" sz="1100" b="1" dirty="0" err="1"/>
              <a:t>confidence</a:t>
            </a:r>
            <a:r>
              <a:rPr lang="de-AT" sz="1100" b="1" dirty="0"/>
              <a:t>.</a:t>
            </a:r>
            <a:r>
              <a:rPr lang="de-AT" sz="1100" dirty="0"/>
              <a:t> </a:t>
            </a:r>
            <a:r>
              <a:rPr lang="de-AT" sz="1100" i="1" dirty="0" err="1"/>
              <a:t>arXiv</a:t>
            </a:r>
            <a:r>
              <a:rPr lang="de-AT" sz="1100" i="1" dirty="0"/>
              <a:t> </a:t>
            </a:r>
            <a:r>
              <a:rPr lang="de-AT" sz="1100" i="1" dirty="0" err="1"/>
              <a:t>preprint</a:t>
            </a:r>
            <a:r>
              <a:rPr lang="de-AT" sz="1100" i="1" dirty="0"/>
              <a:t> arXiv:2505.14489</a:t>
            </a:r>
            <a:r>
              <a:rPr lang="de-AT" sz="1100" dirty="0"/>
              <a:t>.</a:t>
            </a:r>
            <a:br>
              <a:rPr lang="de-AT" sz="1100" dirty="0"/>
            </a:br>
            <a:endParaRPr lang="de-AT" sz="1100" dirty="0"/>
          </a:p>
        </p:txBody>
      </p:sp>
      <p:sp>
        <p:nvSpPr>
          <p:cNvPr id="5" name="Google Shape;526;p38">
            <a:extLst>
              <a:ext uri="{FF2B5EF4-FFF2-40B4-BE49-F238E27FC236}">
                <a16:creationId xmlns:a16="http://schemas.microsoft.com/office/drawing/2014/main" id="{A5B87504-1B2D-FF19-5FE4-3DAA9F2F8B0D}"/>
              </a:ext>
            </a:extLst>
          </p:cNvPr>
          <p:cNvSpPr txBox="1">
            <a:spLocks/>
          </p:cNvSpPr>
          <p:nvPr/>
        </p:nvSpPr>
        <p:spPr>
          <a:xfrm>
            <a:off x="3234586" y="1164774"/>
            <a:ext cx="2674827" cy="27214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r>
              <a:rPr lang="de-AT" sz="1200" b="1" dirty="0"/>
              <a:t>Log-</a:t>
            </a:r>
            <a:r>
              <a:rPr lang="de-AT" sz="1200" b="1" dirty="0" err="1"/>
              <a:t>Probabilities</a:t>
            </a:r>
            <a:endParaRPr lang="de-AT" sz="1200" b="1" dirty="0"/>
          </a:p>
          <a:p>
            <a:pPr marL="285750" indent="-285750">
              <a:buFont typeface="Arial" panose="020B0604020202020204" pitchFamily="34" charset="0"/>
              <a:buChar char="•"/>
            </a:pPr>
            <a:r>
              <a:rPr lang="en-US" sz="1100" dirty="0"/>
              <a:t>Fu, Y., Wang, X., Tian, Y., &amp; Zhao, J. (2025</a:t>
            </a:r>
            <a:r>
              <a:rPr lang="en-US" sz="1100" b="1" dirty="0"/>
              <a:t>). Deep think with confidence. </a:t>
            </a:r>
            <a:r>
              <a:rPr lang="en-US" sz="1100" i="1" dirty="0" err="1"/>
              <a:t>arXiv</a:t>
            </a:r>
            <a:r>
              <a:rPr lang="en-US" sz="1100" i="1" dirty="0"/>
              <a:t> preprint arXiv:2508.15260</a:t>
            </a:r>
            <a:r>
              <a:rPr lang="en-US" sz="1100" dirty="0"/>
              <a:t>.</a:t>
            </a:r>
            <a:br>
              <a:rPr lang="en-US" sz="1100" b="1" dirty="0"/>
            </a:br>
            <a:br>
              <a:rPr lang="en-US" sz="1100" b="1" dirty="0"/>
            </a:br>
            <a:br>
              <a:rPr lang="en-US" sz="1100" b="1" dirty="0"/>
            </a:br>
            <a:endParaRPr lang="en-US" sz="1100" b="1" dirty="0"/>
          </a:p>
          <a:p>
            <a:pPr marL="285750" indent="-285750">
              <a:buFont typeface="Arial" panose="020B0604020202020204" pitchFamily="34" charset="0"/>
              <a:buChar char="•"/>
            </a:pPr>
            <a:r>
              <a:rPr lang="de-AT" sz="1100" dirty="0"/>
              <a:t>Kang, Z., Zhao, X., &amp; Song, D. (2025). </a:t>
            </a:r>
            <a:r>
              <a:rPr lang="de-AT" sz="1100" b="1" dirty="0" err="1"/>
              <a:t>Scalable</a:t>
            </a:r>
            <a:r>
              <a:rPr lang="de-AT" sz="1100" b="1" dirty="0"/>
              <a:t> best-</a:t>
            </a:r>
            <a:r>
              <a:rPr lang="de-AT" sz="1100" b="1" dirty="0" err="1"/>
              <a:t>of</a:t>
            </a:r>
            <a:r>
              <a:rPr lang="de-AT" sz="1100" b="1" dirty="0"/>
              <a:t>-n </a:t>
            </a:r>
            <a:r>
              <a:rPr lang="de-AT" sz="1100" b="1" dirty="0" err="1"/>
              <a:t>selection</a:t>
            </a:r>
            <a:r>
              <a:rPr lang="de-AT" sz="1100" b="1" dirty="0"/>
              <a:t> </a:t>
            </a:r>
            <a:r>
              <a:rPr lang="de-AT" sz="1100" b="1" dirty="0" err="1"/>
              <a:t>for</a:t>
            </a:r>
            <a:r>
              <a:rPr lang="de-AT" sz="1100" b="1" dirty="0"/>
              <a:t> large </a:t>
            </a:r>
            <a:r>
              <a:rPr lang="de-AT" sz="1100" b="1" dirty="0" err="1"/>
              <a:t>language</a:t>
            </a:r>
            <a:r>
              <a:rPr lang="de-AT" sz="1100" b="1" dirty="0"/>
              <a:t> </a:t>
            </a:r>
            <a:r>
              <a:rPr lang="de-AT" sz="1100" b="1" dirty="0" err="1"/>
              <a:t>models</a:t>
            </a:r>
            <a:r>
              <a:rPr lang="de-AT" sz="1100" b="1" dirty="0"/>
              <a:t> via </a:t>
            </a:r>
            <a:r>
              <a:rPr lang="de-AT" sz="1100" b="1" dirty="0" err="1"/>
              <a:t>self-certainty</a:t>
            </a:r>
            <a:r>
              <a:rPr lang="de-AT" sz="1100" b="1" dirty="0"/>
              <a:t>. </a:t>
            </a:r>
            <a:r>
              <a:rPr lang="de-AT" sz="1100" i="1" dirty="0" err="1"/>
              <a:t>arXiv</a:t>
            </a:r>
            <a:r>
              <a:rPr lang="de-AT" sz="1100" i="1" dirty="0"/>
              <a:t> </a:t>
            </a:r>
            <a:r>
              <a:rPr lang="de-AT" sz="1100" i="1" dirty="0" err="1"/>
              <a:t>preprint</a:t>
            </a:r>
            <a:r>
              <a:rPr lang="de-AT" sz="1100" i="1" dirty="0"/>
              <a:t> arXiv:2502.18581</a:t>
            </a:r>
            <a:r>
              <a:rPr lang="de-AT" sz="1100" dirty="0"/>
              <a:t>.</a:t>
            </a:r>
            <a:endParaRPr lang="en-US" sz="1100" b="1" dirty="0"/>
          </a:p>
        </p:txBody>
      </p:sp>
    </p:spTree>
    <p:extLst>
      <p:ext uri="{BB962C8B-B14F-4D97-AF65-F5344CB8AC3E}">
        <p14:creationId xmlns:p14="http://schemas.microsoft.com/office/powerpoint/2010/main" val="12233400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24">
          <a:extLst>
            <a:ext uri="{FF2B5EF4-FFF2-40B4-BE49-F238E27FC236}">
              <a16:creationId xmlns:a16="http://schemas.microsoft.com/office/drawing/2014/main" id="{6EFFD9A1-4E55-2B2C-B4DB-6047D9AD4221}"/>
            </a:ext>
          </a:extLst>
        </p:cNvPr>
        <p:cNvGrpSpPr/>
        <p:nvPr/>
      </p:nvGrpSpPr>
      <p:grpSpPr>
        <a:xfrm>
          <a:off x="0" y="0"/>
          <a:ext cx="0" cy="0"/>
          <a:chOff x="0" y="0"/>
          <a:chExt cx="0" cy="0"/>
        </a:xfrm>
      </p:grpSpPr>
      <p:sp>
        <p:nvSpPr>
          <p:cNvPr id="825" name="Google Shape;825;p47">
            <a:extLst>
              <a:ext uri="{FF2B5EF4-FFF2-40B4-BE49-F238E27FC236}">
                <a16:creationId xmlns:a16="http://schemas.microsoft.com/office/drawing/2014/main" id="{A013F8EA-6BC5-0A3B-5DE0-3BF49A452BF6}"/>
              </a:ext>
            </a:extLst>
          </p:cNvPr>
          <p:cNvSpPr txBox="1">
            <a:spLocks noGrp="1"/>
          </p:cNvSpPr>
          <p:nvPr>
            <p:ph type="title"/>
          </p:nvPr>
        </p:nvSpPr>
        <p:spPr>
          <a:xfrm>
            <a:off x="838650" y="1701571"/>
            <a:ext cx="4151400" cy="1282319"/>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The End</a:t>
            </a:r>
          </a:p>
        </p:txBody>
      </p:sp>
      <p:grpSp>
        <p:nvGrpSpPr>
          <p:cNvPr id="826" name="Google Shape;826;p47">
            <a:extLst>
              <a:ext uri="{FF2B5EF4-FFF2-40B4-BE49-F238E27FC236}">
                <a16:creationId xmlns:a16="http://schemas.microsoft.com/office/drawing/2014/main" id="{CDCEB580-A8B2-8428-FEC7-4DF94BF901E8}"/>
              </a:ext>
            </a:extLst>
          </p:cNvPr>
          <p:cNvGrpSpPr/>
          <p:nvPr/>
        </p:nvGrpSpPr>
        <p:grpSpPr>
          <a:xfrm>
            <a:off x="5577299" y="769535"/>
            <a:ext cx="3338639" cy="3282989"/>
            <a:chOff x="5577299" y="769535"/>
            <a:chExt cx="3338639" cy="3282989"/>
          </a:xfrm>
        </p:grpSpPr>
        <p:grpSp>
          <p:nvGrpSpPr>
            <p:cNvPr id="827" name="Google Shape;827;p47">
              <a:extLst>
                <a:ext uri="{FF2B5EF4-FFF2-40B4-BE49-F238E27FC236}">
                  <a16:creationId xmlns:a16="http://schemas.microsoft.com/office/drawing/2014/main" id="{8E0790FC-CC58-6E0A-B6BC-96DFEE431480}"/>
                </a:ext>
              </a:extLst>
            </p:cNvPr>
            <p:cNvGrpSpPr/>
            <p:nvPr/>
          </p:nvGrpSpPr>
          <p:grpSpPr>
            <a:xfrm>
              <a:off x="5577299" y="1652817"/>
              <a:ext cx="3338639" cy="2399708"/>
              <a:chOff x="5577299" y="1652817"/>
              <a:chExt cx="3338639" cy="2399708"/>
            </a:xfrm>
          </p:grpSpPr>
          <p:sp>
            <p:nvSpPr>
              <p:cNvPr id="828" name="Google Shape;828;p47">
                <a:extLst>
                  <a:ext uri="{FF2B5EF4-FFF2-40B4-BE49-F238E27FC236}">
                    <a16:creationId xmlns:a16="http://schemas.microsoft.com/office/drawing/2014/main" id="{F8053727-44A2-9D2C-6A4F-21A0D3757AC9}"/>
                  </a:ext>
                </a:extLst>
              </p:cNvPr>
              <p:cNvSpPr/>
              <p:nvPr/>
            </p:nvSpPr>
            <p:spPr>
              <a:xfrm>
                <a:off x="5577299" y="3926350"/>
                <a:ext cx="3338639"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 name="Google Shape;829;p47">
                <a:extLst>
                  <a:ext uri="{FF2B5EF4-FFF2-40B4-BE49-F238E27FC236}">
                    <a16:creationId xmlns:a16="http://schemas.microsoft.com/office/drawing/2014/main" id="{C6E42B65-F806-A181-F2C8-5FD9BF559ED4}"/>
                  </a:ext>
                </a:extLst>
              </p:cNvPr>
              <p:cNvSpPr/>
              <p:nvPr/>
            </p:nvSpPr>
            <p:spPr>
              <a:xfrm>
                <a:off x="6228754" y="2129902"/>
                <a:ext cx="1911687" cy="1257580"/>
              </a:xfrm>
              <a:custGeom>
                <a:avLst/>
                <a:gdLst/>
                <a:ahLst/>
                <a:cxnLst/>
                <a:rect l="l" t="t" r="r" b="b"/>
                <a:pathLst>
                  <a:path w="32885" h="21633" extrusionOk="0">
                    <a:moveTo>
                      <a:pt x="32309" y="21633"/>
                    </a:moveTo>
                    <a:lnTo>
                      <a:pt x="576" y="21633"/>
                    </a:lnTo>
                    <a:cubicBezTo>
                      <a:pt x="260" y="21633"/>
                      <a:pt x="1" y="21374"/>
                      <a:pt x="1" y="21057"/>
                    </a:cubicBezTo>
                    <a:lnTo>
                      <a:pt x="1" y="576"/>
                    </a:lnTo>
                    <a:cubicBezTo>
                      <a:pt x="1" y="259"/>
                      <a:pt x="260" y="0"/>
                      <a:pt x="576" y="0"/>
                    </a:cubicBezTo>
                    <a:lnTo>
                      <a:pt x="32309" y="0"/>
                    </a:lnTo>
                    <a:cubicBezTo>
                      <a:pt x="32625" y="0"/>
                      <a:pt x="32884" y="259"/>
                      <a:pt x="32884" y="576"/>
                    </a:cubicBezTo>
                    <a:lnTo>
                      <a:pt x="32884" y="21057"/>
                    </a:lnTo>
                    <a:cubicBezTo>
                      <a:pt x="32884" y="21374"/>
                      <a:pt x="32625" y="21633"/>
                      <a:pt x="32309" y="21633"/>
                    </a:cubicBezTo>
                    <a:close/>
                  </a:path>
                </a:pathLst>
              </a:custGeom>
              <a:solidFill>
                <a:srgbClr val="C9C9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 name="Google Shape;830;p47">
                <a:extLst>
                  <a:ext uri="{FF2B5EF4-FFF2-40B4-BE49-F238E27FC236}">
                    <a16:creationId xmlns:a16="http://schemas.microsoft.com/office/drawing/2014/main" id="{EF518F6C-A524-DDF3-D6B3-EBA0E1C069CD}"/>
                  </a:ext>
                </a:extLst>
              </p:cNvPr>
              <p:cNvSpPr/>
              <p:nvPr/>
            </p:nvSpPr>
            <p:spPr>
              <a:xfrm>
                <a:off x="6233463" y="2134553"/>
                <a:ext cx="1901921" cy="1247930"/>
              </a:xfrm>
              <a:custGeom>
                <a:avLst/>
                <a:gdLst/>
                <a:ahLst/>
                <a:cxnLst/>
                <a:rect l="l" t="t" r="r" b="b"/>
                <a:pathLst>
                  <a:path w="32717" h="21467" extrusionOk="0">
                    <a:moveTo>
                      <a:pt x="1" y="20937"/>
                    </a:moveTo>
                    <a:lnTo>
                      <a:pt x="1" y="525"/>
                    </a:lnTo>
                    <a:cubicBezTo>
                      <a:pt x="1" y="237"/>
                      <a:pt x="236" y="1"/>
                      <a:pt x="524" y="1"/>
                    </a:cubicBezTo>
                    <a:lnTo>
                      <a:pt x="32187" y="1"/>
                    </a:lnTo>
                    <a:cubicBezTo>
                      <a:pt x="32475" y="1"/>
                      <a:pt x="32717" y="237"/>
                      <a:pt x="32717" y="525"/>
                    </a:cubicBezTo>
                    <a:lnTo>
                      <a:pt x="32717" y="20937"/>
                    </a:lnTo>
                    <a:cubicBezTo>
                      <a:pt x="32717" y="21225"/>
                      <a:pt x="32475" y="21466"/>
                      <a:pt x="32187" y="21466"/>
                    </a:cubicBezTo>
                    <a:lnTo>
                      <a:pt x="524" y="21466"/>
                    </a:lnTo>
                    <a:cubicBezTo>
                      <a:pt x="231" y="21466"/>
                      <a:pt x="1" y="21225"/>
                      <a:pt x="1" y="20937"/>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 name="Google Shape;831;p47">
                <a:extLst>
                  <a:ext uri="{FF2B5EF4-FFF2-40B4-BE49-F238E27FC236}">
                    <a16:creationId xmlns:a16="http://schemas.microsoft.com/office/drawing/2014/main" id="{4047850C-86CC-4A4E-8B93-D92BF2503683}"/>
                  </a:ext>
                </a:extLst>
              </p:cNvPr>
              <p:cNvSpPr/>
              <p:nvPr/>
            </p:nvSpPr>
            <p:spPr>
              <a:xfrm>
                <a:off x="6339203" y="2238608"/>
                <a:ext cx="1689796" cy="1052547"/>
              </a:xfrm>
              <a:custGeom>
                <a:avLst/>
                <a:gdLst/>
                <a:ahLst/>
                <a:cxnLst/>
                <a:rect l="l" t="t" r="r" b="b"/>
                <a:pathLst>
                  <a:path w="29068" h="18106" extrusionOk="0">
                    <a:moveTo>
                      <a:pt x="0" y="1"/>
                    </a:moveTo>
                    <a:lnTo>
                      <a:pt x="29068" y="1"/>
                    </a:lnTo>
                    <a:lnTo>
                      <a:pt x="29068" y="18105"/>
                    </a:lnTo>
                    <a:lnTo>
                      <a:pt x="0" y="18105"/>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 name="Google Shape;832;p47">
                <a:extLst>
                  <a:ext uri="{FF2B5EF4-FFF2-40B4-BE49-F238E27FC236}">
                    <a16:creationId xmlns:a16="http://schemas.microsoft.com/office/drawing/2014/main" id="{28237503-55C4-F155-0BA7-86356890C320}"/>
                  </a:ext>
                </a:extLst>
              </p:cNvPr>
              <p:cNvSpPr/>
              <p:nvPr/>
            </p:nvSpPr>
            <p:spPr>
              <a:xfrm>
                <a:off x="5966524" y="3910297"/>
                <a:ext cx="2435868" cy="92721"/>
              </a:xfrm>
              <a:custGeom>
                <a:avLst/>
                <a:gdLst/>
                <a:ahLst/>
                <a:cxnLst/>
                <a:rect l="l" t="t" r="r" b="b"/>
                <a:pathLst>
                  <a:path w="41902" h="1595" extrusionOk="0">
                    <a:moveTo>
                      <a:pt x="40888" y="1595"/>
                    </a:moveTo>
                    <a:lnTo>
                      <a:pt x="1007" y="1595"/>
                    </a:lnTo>
                    <a:cubicBezTo>
                      <a:pt x="581" y="1595"/>
                      <a:pt x="173" y="1169"/>
                      <a:pt x="92" y="634"/>
                    </a:cubicBezTo>
                    <a:lnTo>
                      <a:pt x="0" y="0"/>
                    </a:lnTo>
                    <a:lnTo>
                      <a:pt x="41901" y="0"/>
                    </a:lnTo>
                    <a:lnTo>
                      <a:pt x="41809" y="634"/>
                    </a:lnTo>
                    <a:cubicBezTo>
                      <a:pt x="41723" y="1169"/>
                      <a:pt x="41314" y="1595"/>
                      <a:pt x="40888" y="15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 name="Google Shape;833;p47">
                <a:extLst>
                  <a:ext uri="{FF2B5EF4-FFF2-40B4-BE49-F238E27FC236}">
                    <a16:creationId xmlns:a16="http://schemas.microsoft.com/office/drawing/2014/main" id="{FF379FF8-4C00-C44E-FD34-E744E7A3FD7C}"/>
                  </a:ext>
                </a:extLst>
              </p:cNvPr>
              <p:cNvSpPr/>
              <p:nvPr/>
            </p:nvSpPr>
            <p:spPr>
              <a:xfrm>
                <a:off x="5956467" y="3385718"/>
                <a:ext cx="2455575" cy="537377"/>
              </a:xfrm>
              <a:custGeom>
                <a:avLst/>
                <a:gdLst/>
                <a:ahLst/>
                <a:cxnLst/>
                <a:rect l="l" t="t" r="r" b="b"/>
                <a:pathLst>
                  <a:path w="42241" h="9244" extrusionOk="0">
                    <a:moveTo>
                      <a:pt x="41487" y="9243"/>
                    </a:moveTo>
                    <a:lnTo>
                      <a:pt x="754" y="9243"/>
                    </a:lnTo>
                    <a:cubicBezTo>
                      <a:pt x="231" y="9243"/>
                      <a:pt x="1" y="9076"/>
                      <a:pt x="288" y="8581"/>
                    </a:cubicBezTo>
                    <a:lnTo>
                      <a:pt x="4489" y="317"/>
                    </a:lnTo>
                    <a:cubicBezTo>
                      <a:pt x="4604" y="116"/>
                      <a:pt x="4783" y="1"/>
                      <a:pt x="4984" y="1"/>
                    </a:cubicBezTo>
                    <a:lnTo>
                      <a:pt x="37263" y="1"/>
                    </a:lnTo>
                    <a:cubicBezTo>
                      <a:pt x="37464" y="1"/>
                      <a:pt x="37643" y="116"/>
                      <a:pt x="37758" y="317"/>
                    </a:cubicBezTo>
                    <a:lnTo>
                      <a:pt x="41959" y="8576"/>
                    </a:lnTo>
                    <a:cubicBezTo>
                      <a:pt x="42241" y="9076"/>
                      <a:pt x="42011" y="9243"/>
                      <a:pt x="41487" y="924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 name="Google Shape;834;p47">
                <a:extLst>
                  <a:ext uri="{FF2B5EF4-FFF2-40B4-BE49-F238E27FC236}">
                    <a16:creationId xmlns:a16="http://schemas.microsoft.com/office/drawing/2014/main" id="{D2DD1403-02FE-4A30-B4F2-169FF34649BE}"/>
                  </a:ext>
                </a:extLst>
              </p:cNvPr>
              <p:cNvSpPr/>
              <p:nvPr/>
            </p:nvSpPr>
            <p:spPr>
              <a:xfrm>
                <a:off x="6169228" y="3416876"/>
                <a:ext cx="2030045" cy="256946"/>
              </a:xfrm>
              <a:custGeom>
                <a:avLst/>
                <a:gdLst/>
                <a:ahLst/>
                <a:cxnLst/>
                <a:rect l="l" t="t" r="r" b="b"/>
                <a:pathLst>
                  <a:path w="34921" h="4420" extrusionOk="0">
                    <a:moveTo>
                      <a:pt x="34432" y="4420"/>
                    </a:moveTo>
                    <a:lnTo>
                      <a:pt x="490" y="4420"/>
                    </a:lnTo>
                    <a:cubicBezTo>
                      <a:pt x="196" y="4420"/>
                      <a:pt x="1" y="4328"/>
                      <a:pt x="58" y="4218"/>
                    </a:cubicBezTo>
                    <a:lnTo>
                      <a:pt x="2032" y="161"/>
                    </a:lnTo>
                    <a:cubicBezTo>
                      <a:pt x="2072" y="75"/>
                      <a:pt x="2320" y="0"/>
                      <a:pt x="2579" y="0"/>
                    </a:cubicBezTo>
                    <a:lnTo>
                      <a:pt x="32366" y="0"/>
                    </a:lnTo>
                    <a:cubicBezTo>
                      <a:pt x="32625" y="0"/>
                      <a:pt x="32866" y="75"/>
                      <a:pt x="32912" y="161"/>
                    </a:cubicBezTo>
                    <a:lnTo>
                      <a:pt x="34881" y="4218"/>
                    </a:lnTo>
                    <a:cubicBezTo>
                      <a:pt x="34921" y="4328"/>
                      <a:pt x="34725" y="4420"/>
                      <a:pt x="34432" y="442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35" name="Google Shape;835;p47">
                <a:extLst>
                  <a:ext uri="{FF2B5EF4-FFF2-40B4-BE49-F238E27FC236}">
                    <a16:creationId xmlns:a16="http://schemas.microsoft.com/office/drawing/2014/main" id="{C015AD3D-515D-C449-9739-E0419CDE3772}"/>
                  </a:ext>
                </a:extLst>
              </p:cNvPr>
              <p:cNvGrpSpPr/>
              <p:nvPr/>
            </p:nvGrpSpPr>
            <p:grpSpPr>
              <a:xfrm>
                <a:off x="6239159" y="3429258"/>
                <a:ext cx="1890236" cy="221485"/>
                <a:chOff x="6239159" y="3429258"/>
                <a:chExt cx="1890236" cy="221485"/>
              </a:xfrm>
            </p:grpSpPr>
            <p:sp>
              <p:nvSpPr>
                <p:cNvPr id="836" name="Google Shape;836;p47">
                  <a:extLst>
                    <a:ext uri="{FF2B5EF4-FFF2-40B4-BE49-F238E27FC236}">
                      <a16:creationId xmlns:a16="http://schemas.microsoft.com/office/drawing/2014/main" id="{89F1D838-02AF-4813-FE43-41521CFB6D1D}"/>
                    </a:ext>
                  </a:extLst>
                </p:cNvPr>
                <p:cNvSpPr/>
                <p:nvPr/>
              </p:nvSpPr>
              <p:spPr>
                <a:xfrm>
                  <a:off x="6239508" y="3431932"/>
                  <a:ext cx="1888841" cy="218811"/>
                </a:xfrm>
                <a:custGeom>
                  <a:avLst/>
                  <a:gdLst/>
                  <a:ahLst/>
                  <a:cxnLst/>
                  <a:rect l="l" t="t" r="r" b="b"/>
                  <a:pathLst>
                    <a:path w="32492" h="3764" extrusionOk="0">
                      <a:moveTo>
                        <a:pt x="2860" y="248"/>
                      </a:moveTo>
                      <a:lnTo>
                        <a:pt x="1801" y="248"/>
                      </a:lnTo>
                      <a:cubicBezTo>
                        <a:pt x="1681" y="248"/>
                        <a:pt x="1600" y="213"/>
                        <a:pt x="1611" y="173"/>
                      </a:cubicBezTo>
                      <a:lnTo>
                        <a:pt x="1658" y="81"/>
                      </a:lnTo>
                      <a:cubicBezTo>
                        <a:pt x="1681" y="40"/>
                        <a:pt x="1784" y="12"/>
                        <a:pt x="1911" y="12"/>
                      </a:cubicBezTo>
                      <a:lnTo>
                        <a:pt x="2958" y="12"/>
                      </a:lnTo>
                      <a:cubicBezTo>
                        <a:pt x="3079" y="12"/>
                        <a:pt x="3160" y="46"/>
                        <a:pt x="3148" y="81"/>
                      </a:cubicBezTo>
                      <a:lnTo>
                        <a:pt x="3102" y="173"/>
                      </a:lnTo>
                      <a:cubicBezTo>
                        <a:pt x="3085" y="213"/>
                        <a:pt x="2981" y="248"/>
                        <a:pt x="2860" y="248"/>
                      </a:cubicBezTo>
                      <a:close/>
                      <a:moveTo>
                        <a:pt x="5087" y="0"/>
                      </a:moveTo>
                      <a:lnTo>
                        <a:pt x="4040" y="0"/>
                      </a:lnTo>
                      <a:cubicBezTo>
                        <a:pt x="3913" y="0"/>
                        <a:pt x="3810" y="40"/>
                        <a:pt x="3793" y="75"/>
                      </a:cubicBezTo>
                      <a:lnTo>
                        <a:pt x="3758" y="167"/>
                      </a:lnTo>
                      <a:cubicBezTo>
                        <a:pt x="3741" y="213"/>
                        <a:pt x="3827" y="242"/>
                        <a:pt x="3942" y="242"/>
                      </a:cubicBezTo>
                      <a:lnTo>
                        <a:pt x="5001" y="242"/>
                      </a:lnTo>
                      <a:cubicBezTo>
                        <a:pt x="5122" y="242"/>
                        <a:pt x="5231" y="202"/>
                        <a:pt x="5243" y="167"/>
                      </a:cubicBezTo>
                      <a:lnTo>
                        <a:pt x="5283" y="75"/>
                      </a:lnTo>
                      <a:cubicBezTo>
                        <a:pt x="5289" y="29"/>
                        <a:pt x="5202" y="0"/>
                        <a:pt x="5087" y="0"/>
                      </a:cubicBezTo>
                      <a:close/>
                      <a:moveTo>
                        <a:pt x="7211" y="0"/>
                      </a:moveTo>
                      <a:lnTo>
                        <a:pt x="6169" y="0"/>
                      </a:lnTo>
                      <a:cubicBezTo>
                        <a:pt x="6043" y="0"/>
                        <a:pt x="5945" y="40"/>
                        <a:pt x="5928" y="75"/>
                      </a:cubicBezTo>
                      <a:lnTo>
                        <a:pt x="5899" y="167"/>
                      </a:lnTo>
                      <a:cubicBezTo>
                        <a:pt x="5887" y="213"/>
                        <a:pt x="5974" y="242"/>
                        <a:pt x="6094" y="242"/>
                      </a:cubicBezTo>
                      <a:lnTo>
                        <a:pt x="7153" y="242"/>
                      </a:lnTo>
                      <a:cubicBezTo>
                        <a:pt x="7274" y="242"/>
                        <a:pt x="7372" y="202"/>
                        <a:pt x="7389" y="167"/>
                      </a:cubicBezTo>
                      <a:lnTo>
                        <a:pt x="7418" y="75"/>
                      </a:lnTo>
                      <a:cubicBezTo>
                        <a:pt x="7418" y="29"/>
                        <a:pt x="7332" y="0"/>
                        <a:pt x="7211" y="0"/>
                      </a:cubicBezTo>
                      <a:close/>
                      <a:moveTo>
                        <a:pt x="9340" y="0"/>
                      </a:moveTo>
                      <a:lnTo>
                        <a:pt x="8287" y="0"/>
                      </a:lnTo>
                      <a:cubicBezTo>
                        <a:pt x="8166" y="0"/>
                        <a:pt x="8068" y="40"/>
                        <a:pt x="8051" y="75"/>
                      </a:cubicBezTo>
                      <a:lnTo>
                        <a:pt x="8028" y="167"/>
                      </a:lnTo>
                      <a:cubicBezTo>
                        <a:pt x="8022" y="213"/>
                        <a:pt x="8109" y="242"/>
                        <a:pt x="8230" y="242"/>
                      </a:cubicBezTo>
                      <a:lnTo>
                        <a:pt x="9288" y="242"/>
                      </a:lnTo>
                      <a:cubicBezTo>
                        <a:pt x="9409" y="242"/>
                        <a:pt x="9513" y="202"/>
                        <a:pt x="9519" y="167"/>
                      </a:cubicBezTo>
                      <a:lnTo>
                        <a:pt x="9542" y="75"/>
                      </a:lnTo>
                      <a:cubicBezTo>
                        <a:pt x="9547" y="29"/>
                        <a:pt x="9455" y="0"/>
                        <a:pt x="9340" y="0"/>
                      </a:cubicBezTo>
                      <a:close/>
                      <a:moveTo>
                        <a:pt x="11464" y="0"/>
                      </a:moveTo>
                      <a:lnTo>
                        <a:pt x="10411" y="0"/>
                      </a:lnTo>
                      <a:cubicBezTo>
                        <a:pt x="10290" y="0"/>
                        <a:pt x="10186" y="40"/>
                        <a:pt x="10180" y="75"/>
                      </a:cubicBezTo>
                      <a:lnTo>
                        <a:pt x="10157" y="167"/>
                      </a:lnTo>
                      <a:cubicBezTo>
                        <a:pt x="10152" y="213"/>
                        <a:pt x="10244" y="242"/>
                        <a:pt x="10359" y="242"/>
                      </a:cubicBezTo>
                      <a:lnTo>
                        <a:pt x="11418" y="242"/>
                      </a:lnTo>
                      <a:cubicBezTo>
                        <a:pt x="11539" y="242"/>
                        <a:pt x="11642" y="202"/>
                        <a:pt x="11648" y="167"/>
                      </a:cubicBezTo>
                      <a:lnTo>
                        <a:pt x="11659" y="75"/>
                      </a:lnTo>
                      <a:cubicBezTo>
                        <a:pt x="11677" y="29"/>
                        <a:pt x="11585" y="0"/>
                        <a:pt x="11464" y="0"/>
                      </a:cubicBezTo>
                      <a:close/>
                      <a:moveTo>
                        <a:pt x="13587" y="0"/>
                      </a:moveTo>
                      <a:lnTo>
                        <a:pt x="12540" y="0"/>
                      </a:lnTo>
                      <a:cubicBezTo>
                        <a:pt x="12419" y="0"/>
                        <a:pt x="12315" y="40"/>
                        <a:pt x="12315" y="75"/>
                      </a:cubicBezTo>
                      <a:lnTo>
                        <a:pt x="12304" y="167"/>
                      </a:lnTo>
                      <a:cubicBezTo>
                        <a:pt x="12298" y="213"/>
                        <a:pt x="12390" y="242"/>
                        <a:pt x="12511" y="242"/>
                      </a:cubicBezTo>
                      <a:lnTo>
                        <a:pt x="13570" y="242"/>
                      </a:lnTo>
                      <a:cubicBezTo>
                        <a:pt x="13691" y="242"/>
                        <a:pt x="13794" y="202"/>
                        <a:pt x="13794" y="167"/>
                      </a:cubicBezTo>
                      <a:lnTo>
                        <a:pt x="13800" y="75"/>
                      </a:lnTo>
                      <a:cubicBezTo>
                        <a:pt x="13800" y="29"/>
                        <a:pt x="13708" y="0"/>
                        <a:pt x="13587" y="0"/>
                      </a:cubicBezTo>
                      <a:close/>
                      <a:moveTo>
                        <a:pt x="15711" y="0"/>
                      </a:moveTo>
                      <a:lnTo>
                        <a:pt x="14663" y="0"/>
                      </a:lnTo>
                      <a:cubicBezTo>
                        <a:pt x="14543" y="0"/>
                        <a:pt x="14445" y="40"/>
                        <a:pt x="14439" y="75"/>
                      </a:cubicBezTo>
                      <a:lnTo>
                        <a:pt x="14433" y="167"/>
                      </a:lnTo>
                      <a:cubicBezTo>
                        <a:pt x="14433" y="213"/>
                        <a:pt x="14525" y="242"/>
                        <a:pt x="14646" y="242"/>
                      </a:cubicBezTo>
                      <a:lnTo>
                        <a:pt x="15705" y="242"/>
                      </a:lnTo>
                      <a:cubicBezTo>
                        <a:pt x="15826" y="242"/>
                        <a:pt x="15924" y="202"/>
                        <a:pt x="15924" y="167"/>
                      </a:cubicBezTo>
                      <a:lnTo>
                        <a:pt x="15924" y="75"/>
                      </a:lnTo>
                      <a:cubicBezTo>
                        <a:pt x="15929" y="29"/>
                        <a:pt x="15837" y="0"/>
                        <a:pt x="15711" y="0"/>
                      </a:cubicBezTo>
                      <a:close/>
                      <a:moveTo>
                        <a:pt x="17834" y="0"/>
                      </a:moveTo>
                      <a:lnTo>
                        <a:pt x="16787" y="0"/>
                      </a:lnTo>
                      <a:cubicBezTo>
                        <a:pt x="16660" y="0"/>
                        <a:pt x="16568" y="40"/>
                        <a:pt x="16568" y="75"/>
                      </a:cubicBezTo>
                      <a:lnTo>
                        <a:pt x="16568" y="167"/>
                      </a:lnTo>
                      <a:cubicBezTo>
                        <a:pt x="16568" y="213"/>
                        <a:pt x="16672" y="242"/>
                        <a:pt x="16787" y="242"/>
                      </a:cubicBezTo>
                      <a:lnTo>
                        <a:pt x="17840" y="242"/>
                      </a:lnTo>
                      <a:cubicBezTo>
                        <a:pt x="17961" y="242"/>
                        <a:pt x="18059" y="202"/>
                        <a:pt x="18059" y="167"/>
                      </a:cubicBezTo>
                      <a:lnTo>
                        <a:pt x="18047" y="75"/>
                      </a:lnTo>
                      <a:cubicBezTo>
                        <a:pt x="18059" y="29"/>
                        <a:pt x="17955" y="0"/>
                        <a:pt x="17834" y="0"/>
                      </a:cubicBezTo>
                      <a:close/>
                      <a:moveTo>
                        <a:pt x="19964" y="0"/>
                      </a:moveTo>
                      <a:lnTo>
                        <a:pt x="18916" y="0"/>
                      </a:lnTo>
                      <a:cubicBezTo>
                        <a:pt x="18790" y="0"/>
                        <a:pt x="18698" y="40"/>
                        <a:pt x="18703" y="75"/>
                      </a:cubicBezTo>
                      <a:lnTo>
                        <a:pt x="18715" y="167"/>
                      </a:lnTo>
                      <a:cubicBezTo>
                        <a:pt x="18715" y="213"/>
                        <a:pt x="18813" y="242"/>
                        <a:pt x="18933" y="242"/>
                      </a:cubicBezTo>
                      <a:lnTo>
                        <a:pt x="19992" y="242"/>
                      </a:lnTo>
                      <a:cubicBezTo>
                        <a:pt x="20113" y="242"/>
                        <a:pt x="20211" y="202"/>
                        <a:pt x="20200" y="167"/>
                      </a:cubicBezTo>
                      <a:lnTo>
                        <a:pt x="20188" y="75"/>
                      </a:lnTo>
                      <a:cubicBezTo>
                        <a:pt x="20182" y="29"/>
                        <a:pt x="20079" y="0"/>
                        <a:pt x="19964" y="0"/>
                      </a:cubicBezTo>
                      <a:close/>
                      <a:moveTo>
                        <a:pt x="22087" y="0"/>
                      </a:moveTo>
                      <a:lnTo>
                        <a:pt x="21034" y="0"/>
                      </a:lnTo>
                      <a:cubicBezTo>
                        <a:pt x="20913" y="0"/>
                        <a:pt x="20827" y="40"/>
                        <a:pt x="20827" y="75"/>
                      </a:cubicBezTo>
                      <a:lnTo>
                        <a:pt x="20844" y="167"/>
                      </a:lnTo>
                      <a:cubicBezTo>
                        <a:pt x="20850" y="213"/>
                        <a:pt x="20948" y="242"/>
                        <a:pt x="21074" y="242"/>
                      </a:cubicBezTo>
                      <a:lnTo>
                        <a:pt x="22127" y="242"/>
                      </a:lnTo>
                      <a:cubicBezTo>
                        <a:pt x="22248" y="242"/>
                        <a:pt x="22340" y="202"/>
                        <a:pt x="22329" y="167"/>
                      </a:cubicBezTo>
                      <a:lnTo>
                        <a:pt x="22306" y="75"/>
                      </a:lnTo>
                      <a:cubicBezTo>
                        <a:pt x="22312" y="29"/>
                        <a:pt x="22208" y="0"/>
                        <a:pt x="22087" y="0"/>
                      </a:cubicBezTo>
                      <a:close/>
                      <a:moveTo>
                        <a:pt x="24216" y="0"/>
                      </a:moveTo>
                      <a:lnTo>
                        <a:pt x="23163" y="0"/>
                      </a:lnTo>
                      <a:cubicBezTo>
                        <a:pt x="23042" y="0"/>
                        <a:pt x="22956" y="40"/>
                        <a:pt x="22962" y="75"/>
                      </a:cubicBezTo>
                      <a:lnTo>
                        <a:pt x="22985" y="167"/>
                      </a:lnTo>
                      <a:cubicBezTo>
                        <a:pt x="22991" y="213"/>
                        <a:pt x="23100" y="242"/>
                        <a:pt x="23215" y="242"/>
                      </a:cubicBezTo>
                      <a:lnTo>
                        <a:pt x="24274" y="242"/>
                      </a:lnTo>
                      <a:cubicBezTo>
                        <a:pt x="24395" y="242"/>
                        <a:pt x="24481" y="202"/>
                        <a:pt x="24475" y="167"/>
                      </a:cubicBezTo>
                      <a:lnTo>
                        <a:pt x="24452" y="75"/>
                      </a:lnTo>
                      <a:cubicBezTo>
                        <a:pt x="24441" y="29"/>
                        <a:pt x="24332" y="0"/>
                        <a:pt x="24216" y="0"/>
                      </a:cubicBezTo>
                      <a:close/>
                      <a:moveTo>
                        <a:pt x="26340" y="0"/>
                      </a:moveTo>
                      <a:lnTo>
                        <a:pt x="25287" y="0"/>
                      </a:lnTo>
                      <a:cubicBezTo>
                        <a:pt x="25166" y="0"/>
                        <a:pt x="25080" y="40"/>
                        <a:pt x="25091" y="75"/>
                      </a:cubicBezTo>
                      <a:lnTo>
                        <a:pt x="25120" y="167"/>
                      </a:lnTo>
                      <a:cubicBezTo>
                        <a:pt x="25137" y="213"/>
                        <a:pt x="25235" y="242"/>
                        <a:pt x="25362" y="242"/>
                      </a:cubicBezTo>
                      <a:lnTo>
                        <a:pt x="26415" y="242"/>
                      </a:lnTo>
                      <a:cubicBezTo>
                        <a:pt x="26541" y="242"/>
                        <a:pt x="26628" y="202"/>
                        <a:pt x="26610" y="167"/>
                      </a:cubicBezTo>
                      <a:lnTo>
                        <a:pt x="26582" y="75"/>
                      </a:lnTo>
                      <a:cubicBezTo>
                        <a:pt x="26570" y="29"/>
                        <a:pt x="26461" y="0"/>
                        <a:pt x="26340" y="0"/>
                      </a:cubicBezTo>
                      <a:close/>
                      <a:moveTo>
                        <a:pt x="28469" y="0"/>
                      </a:moveTo>
                      <a:lnTo>
                        <a:pt x="27416" y="0"/>
                      </a:lnTo>
                      <a:cubicBezTo>
                        <a:pt x="27295" y="0"/>
                        <a:pt x="27215" y="40"/>
                        <a:pt x="27220" y="75"/>
                      </a:cubicBezTo>
                      <a:lnTo>
                        <a:pt x="27261" y="167"/>
                      </a:lnTo>
                      <a:cubicBezTo>
                        <a:pt x="27272" y="213"/>
                        <a:pt x="27382" y="242"/>
                        <a:pt x="27502" y="242"/>
                      </a:cubicBezTo>
                      <a:lnTo>
                        <a:pt x="28561" y="242"/>
                      </a:lnTo>
                      <a:cubicBezTo>
                        <a:pt x="28682" y="242"/>
                        <a:pt x="28763" y="202"/>
                        <a:pt x="28745" y="167"/>
                      </a:cubicBezTo>
                      <a:lnTo>
                        <a:pt x="28711" y="75"/>
                      </a:lnTo>
                      <a:cubicBezTo>
                        <a:pt x="28688" y="29"/>
                        <a:pt x="28584" y="0"/>
                        <a:pt x="28469" y="0"/>
                      </a:cubicBezTo>
                      <a:close/>
                      <a:moveTo>
                        <a:pt x="30587" y="0"/>
                      </a:moveTo>
                      <a:lnTo>
                        <a:pt x="29540" y="0"/>
                      </a:lnTo>
                      <a:cubicBezTo>
                        <a:pt x="29419" y="0"/>
                        <a:pt x="29338" y="40"/>
                        <a:pt x="29350" y="75"/>
                      </a:cubicBezTo>
                      <a:lnTo>
                        <a:pt x="29396" y="167"/>
                      </a:lnTo>
                      <a:cubicBezTo>
                        <a:pt x="29407" y="213"/>
                        <a:pt x="29522" y="242"/>
                        <a:pt x="29637" y="242"/>
                      </a:cubicBezTo>
                      <a:lnTo>
                        <a:pt x="30696" y="242"/>
                      </a:lnTo>
                      <a:cubicBezTo>
                        <a:pt x="30817" y="242"/>
                        <a:pt x="30898" y="202"/>
                        <a:pt x="30886" y="167"/>
                      </a:cubicBezTo>
                      <a:lnTo>
                        <a:pt x="30840" y="75"/>
                      </a:lnTo>
                      <a:cubicBezTo>
                        <a:pt x="30817" y="29"/>
                        <a:pt x="30714" y="0"/>
                        <a:pt x="30587" y="0"/>
                      </a:cubicBezTo>
                      <a:close/>
                      <a:moveTo>
                        <a:pt x="2751" y="391"/>
                      </a:moveTo>
                      <a:lnTo>
                        <a:pt x="1744" y="391"/>
                      </a:lnTo>
                      <a:cubicBezTo>
                        <a:pt x="1623" y="391"/>
                        <a:pt x="1514" y="426"/>
                        <a:pt x="1491" y="460"/>
                      </a:cubicBezTo>
                      <a:lnTo>
                        <a:pt x="1335" y="817"/>
                      </a:lnTo>
                      <a:cubicBezTo>
                        <a:pt x="1312" y="858"/>
                        <a:pt x="1399" y="892"/>
                        <a:pt x="1519" y="892"/>
                      </a:cubicBezTo>
                      <a:lnTo>
                        <a:pt x="2550" y="892"/>
                      </a:lnTo>
                      <a:cubicBezTo>
                        <a:pt x="2670" y="892"/>
                        <a:pt x="2785" y="858"/>
                        <a:pt x="2803" y="817"/>
                      </a:cubicBezTo>
                      <a:lnTo>
                        <a:pt x="2947" y="460"/>
                      </a:lnTo>
                      <a:cubicBezTo>
                        <a:pt x="2952" y="420"/>
                        <a:pt x="2872" y="391"/>
                        <a:pt x="2751" y="391"/>
                      </a:cubicBezTo>
                      <a:close/>
                      <a:moveTo>
                        <a:pt x="4828" y="391"/>
                      </a:moveTo>
                      <a:lnTo>
                        <a:pt x="3821" y="391"/>
                      </a:lnTo>
                      <a:cubicBezTo>
                        <a:pt x="3700" y="391"/>
                        <a:pt x="3591" y="426"/>
                        <a:pt x="3580" y="460"/>
                      </a:cubicBezTo>
                      <a:lnTo>
                        <a:pt x="3442" y="817"/>
                      </a:lnTo>
                      <a:cubicBezTo>
                        <a:pt x="3424" y="858"/>
                        <a:pt x="3511" y="892"/>
                        <a:pt x="3631" y="892"/>
                      </a:cubicBezTo>
                      <a:lnTo>
                        <a:pt x="4662" y="892"/>
                      </a:lnTo>
                      <a:cubicBezTo>
                        <a:pt x="4782" y="892"/>
                        <a:pt x="4892" y="858"/>
                        <a:pt x="4915" y="817"/>
                      </a:cubicBezTo>
                      <a:lnTo>
                        <a:pt x="5036" y="460"/>
                      </a:lnTo>
                      <a:cubicBezTo>
                        <a:pt x="5036" y="420"/>
                        <a:pt x="4949" y="391"/>
                        <a:pt x="4828" y="391"/>
                      </a:cubicBezTo>
                      <a:close/>
                      <a:moveTo>
                        <a:pt x="6906" y="391"/>
                      </a:moveTo>
                      <a:lnTo>
                        <a:pt x="5899" y="391"/>
                      </a:lnTo>
                      <a:cubicBezTo>
                        <a:pt x="5778" y="391"/>
                        <a:pt x="5669" y="426"/>
                        <a:pt x="5657" y="460"/>
                      </a:cubicBezTo>
                      <a:lnTo>
                        <a:pt x="5542" y="817"/>
                      </a:lnTo>
                      <a:cubicBezTo>
                        <a:pt x="5525" y="858"/>
                        <a:pt x="5611" y="892"/>
                        <a:pt x="5738" y="892"/>
                      </a:cubicBezTo>
                      <a:lnTo>
                        <a:pt x="6762" y="892"/>
                      </a:lnTo>
                      <a:cubicBezTo>
                        <a:pt x="6889" y="892"/>
                        <a:pt x="6992" y="858"/>
                        <a:pt x="7009" y="817"/>
                      </a:cubicBezTo>
                      <a:lnTo>
                        <a:pt x="7107" y="460"/>
                      </a:lnTo>
                      <a:cubicBezTo>
                        <a:pt x="7113" y="420"/>
                        <a:pt x="7021" y="391"/>
                        <a:pt x="6906" y="391"/>
                      </a:cubicBezTo>
                      <a:close/>
                      <a:moveTo>
                        <a:pt x="8978" y="391"/>
                      </a:moveTo>
                      <a:lnTo>
                        <a:pt x="7971" y="391"/>
                      </a:lnTo>
                      <a:cubicBezTo>
                        <a:pt x="7850" y="391"/>
                        <a:pt x="7740" y="426"/>
                        <a:pt x="7735" y="460"/>
                      </a:cubicBezTo>
                      <a:lnTo>
                        <a:pt x="7643" y="817"/>
                      </a:lnTo>
                      <a:cubicBezTo>
                        <a:pt x="7625" y="858"/>
                        <a:pt x="7717" y="892"/>
                        <a:pt x="7844" y="892"/>
                      </a:cubicBezTo>
                      <a:lnTo>
                        <a:pt x="8874" y="892"/>
                      </a:lnTo>
                      <a:cubicBezTo>
                        <a:pt x="8995" y="892"/>
                        <a:pt x="9098" y="858"/>
                        <a:pt x="9110" y="817"/>
                      </a:cubicBezTo>
                      <a:lnTo>
                        <a:pt x="9191" y="460"/>
                      </a:lnTo>
                      <a:cubicBezTo>
                        <a:pt x="9196" y="420"/>
                        <a:pt x="9104" y="391"/>
                        <a:pt x="8978" y="391"/>
                      </a:cubicBezTo>
                      <a:close/>
                      <a:moveTo>
                        <a:pt x="11061" y="391"/>
                      </a:moveTo>
                      <a:lnTo>
                        <a:pt x="10054" y="391"/>
                      </a:lnTo>
                      <a:cubicBezTo>
                        <a:pt x="9927" y="391"/>
                        <a:pt x="9829" y="426"/>
                        <a:pt x="9824" y="460"/>
                      </a:cubicBezTo>
                      <a:lnTo>
                        <a:pt x="9749" y="817"/>
                      </a:lnTo>
                      <a:cubicBezTo>
                        <a:pt x="9743" y="858"/>
                        <a:pt x="9835" y="892"/>
                        <a:pt x="9956" y="892"/>
                      </a:cubicBezTo>
                      <a:lnTo>
                        <a:pt x="10986" y="892"/>
                      </a:lnTo>
                      <a:cubicBezTo>
                        <a:pt x="11107" y="892"/>
                        <a:pt x="11216" y="858"/>
                        <a:pt x="11216" y="817"/>
                      </a:cubicBezTo>
                      <a:lnTo>
                        <a:pt x="11274" y="460"/>
                      </a:lnTo>
                      <a:cubicBezTo>
                        <a:pt x="11274" y="420"/>
                        <a:pt x="11182" y="391"/>
                        <a:pt x="11061" y="391"/>
                      </a:cubicBezTo>
                      <a:close/>
                      <a:moveTo>
                        <a:pt x="13138" y="391"/>
                      </a:moveTo>
                      <a:lnTo>
                        <a:pt x="12131" y="391"/>
                      </a:lnTo>
                      <a:cubicBezTo>
                        <a:pt x="12010" y="391"/>
                        <a:pt x="11907" y="426"/>
                        <a:pt x="11901" y="460"/>
                      </a:cubicBezTo>
                      <a:lnTo>
                        <a:pt x="11849" y="817"/>
                      </a:lnTo>
                      <a:cubicBezTo>
                        <a:pt x="11844" y="858"/>
                        <a:pt x="11936" y="892"/>
                        <a:pt x="12056" y="892"/>
                      </a:cubicBezTo>
                      <a:lnTo>
                        <a:pt x="13087" y="892"/>
                      </a:lnTo>
                      <a:cubicBezTo>
                        <a:pt x="13207" y="892"/>
                        <a:pt x="13311" y="858"/>
                        <a:pt x="13317" y="817"/>
                      </a:cubicBezTo>
                      <a:lnTo>
                        <a:pt x="13346" y="460"/>
                      </a:lnTo>
                      <a:cubicBezTo>
                        <a:pt x="13351" y="420"/>
                        <a:pt x="13259" y="391"/>
                        <a:pt x="13138" y="391"/>
                      </a:cubicBezTo>
                      <a:close/>
                      <a:moveTo>
                        <a:pt x="15216" y="391"/>
                      </a:moveTo>
                      <a:lnTo>
                        <a:pt x="14209" y="391"/>
                      </a:lnTo>
                      <a:cubicBezTo>
                        <a:pt x="14088" y="391"/>
                        <a:pt x="13984" y="426"/>
                        <a:pt x="13984" y="460"/>
                      </a:cubicBezTo>
                      <a:lnTo>
                        <a:pt x="13967" y="817"/>
                      </a:lnTo>
                      <a:cubicBezTo>
                        <a:pt x="13967" y="858"/>
                        <a:pt x="14059" y="892"/>
                        <a:pt x="14180" y="892"/>
                      </a:cubicBezTo>
                      <a:lnTo>
                        <a:pt x="15210" y="892"/>
                      </a:lnTo>
                      <a:cubicBezTo>
                        <a:pt x="15331" y="892"/>
                        <a:pt x="15435" y="858"/>
                        <a:pt x="15435" y="817"/>
                      </a:cubicBezTo>
                      <a:lnTo>
                        <a:pt x="15440" y="460"/>
                      </a:lnTo>
                      <a:cubicBezTo>
                        <a:pt x="15435" y="420"/>
                        <a:pt x="15337" y="391"/>
                        <a:pt x="15216" y="391"/>
                      </a:cubicBezTo>
                      <a:close/>
                      <a:moveTo>
                        <a:pt x="17293" y="391"/>
                      </a:moveTo>
                      <a:lnTo>
                        <a:pt x="16286" y="391"/>
                      </a:lnTo>
                      <a:cubicBezTo>
                        <a:pt x="16165" y="391"/>
                        <a:pt x="16073" y="426"/>
                        <a:pt x="16073" y="460"/>
                      </a:cubicBezTo>
                      <a:lnTo>
                        <a:pt x="16073" y="817"/>
                      </a:lnTo>
                      <a:cubicBezTo>
                        <a:pt x="16073" y="858"/>
                        <a:pt x="16171" y="892"/>
                        <a:pt x="16292" y="892"/>
                      </a:cubicBezTo>
                      <a:lnTo>
                        <a:pt x="17322" y="892"/>
                      </a:lnTo>
                      <a:cubicBezTo>
                        <a:pt x="17443" y="892"/>
                        <a:pt x="17547" y="858"/>
                        <a:pt x="17541" y="817"/>
                      </a:cubicBezTo>
                      <a:lnTo>
                        <a:pt x="17524" y="460"/>
                      </a:lnTo>
                      <a:cubicBezTo>
                        <a:pt x="17512" y="420"/>
                        <a:pt x="17408" y="391"/>
                        <a:pt x="17293" y="391"/>
                      </a:cubicBezTo>
                      <a:close/>
                      <a:moveTo>
                        <a:pt x="19377" y="391"/>
                      </a:moveTo>
                      <a:lnTo>
                        <a:pt x="18370" y="391"/>
                      </a:lnTo>
                      <a:cubicBezTo>
                        <a:pt x="18243" y="391"/>
                        <a:pt x="18151" y="426"/>
                        <a:pt x="18151" y="460"/>
                      </a:cubicBezTo>
                      <a:lnTo>
                        <a:pt x="18174" y="817"/>
                      </a:lnTo>
                      <a:cubicBezTo>
                        <a:pt x="18174" y="858"/>
                        <a:pt x="18272" y="892"/>
                        <a:pt x="18398" y="892"/>
                      </a:cubicBezTo>
                      <a:lnTo>
                        <a:pt x="19423" y="892"/>
                      </a:lnTo>
                      <a:cubicBezTo>
                        <a:pt x="19549" y="892"/>
                        <a:pt x="19641" y="858"/>
                        <a:pt x="19641" y="817"/>
                      </a:cubicBezTo>
                      <a:lnTo>
                        <a:pt x="19607" y="460"/>
                      </a:lnTo>
                      <a:cubicBezTo>
                        <a:pt x="19590" y="420"/>
                        <a:pt x="19492" y="391"/>
                        <a:pt x="19377" y="391"/>
                      </a:cubicBezTo>
                      <a:close/>
                      <a:moveTo>
                        <a:pt x="21448" y="391"/>
                      </a:moveTo>
                      <a:lnTo>
                        <a:pt x="20441" y="391"/>
                      </a:lnTo>
                      <a:cubicBezTo>
                        <a:pt x="20315" y="391"/>
                        <a:pt x="20223" y="426"/>
                        <a:pt x="20228" y="460"/>
                      </a:cubicBezTo>
                      <a:lnTo>
                        <a:pt x="20274" y="817"/>
                      </a:lnTo>
                      <a:cubicBezTo>
                        <a:pt x="20280" y="858"/>
                        <a:pt x="20384" y="892"/>
                        <a:pt x="20505" y="892"/>
                      </a:cubicBezTo>
                      <a:lnTo>
                        <a:pt x="21535" y="892"/>
                      </a:lnTo>
                      <a:cubicBezTo>
                        <a:pt x="21656" y="892"/>
                        <a:pt x="21748" y="858"/>
                        <a:pt x="21742" y="817"/>
                      </a:cubicBezTo>
                      <a:lnTo>
                        <a:pt x="21684" y="460"/>
                      </a:lnTo>
                      <a:cubicBezTo>
                        <a:pt x="21679" y="420"/>
                        <a:pt x="21569" y="391"/>
                        <a:pt x="21448" y="391"/>
                      </a:cubicBezTo>
                      <a:close/>
                      <a:moveTo>
                        <a:pt x="23526" y="391"/>
                      </a:moveTo>
                      <a:lnTo>
                        <a:pt x="22519" y="391"/>
                      </a:lnTo>
                      <a:cubicBezTo>
                        <a:pt x="22398" y="391"/>
                        <a:pt x="22312" y="426"/>
                        <a:pt x="22317" y="460"/>
                      </a:cubicBezTo>
                      <a:lnTo>
                        <a:pt x="22381" y="817"/>
                      </a:lnTo>
                      <a:cubicBezTo>
                        <a:pt x="22386" y="858"/>
                        <a:pt x="22496" y="892"/>
                        <a:pt x="22617" y="892"/>
                      </a:cubicBezTo>
                      <a:lnTo>
                        <a:pt x="23647" y="892"/>
                      </a:lnTo>
                      <a:cubicBezTo>
                        <a:pt x="23768" y="892"/>
                        <a:pt x="23865" y="858"/>
                        <a:pt x="23848" y="817"/>
                      </a:cubicBezTo>
                      <a:lnTo>
                        <a:pt x="23768" y="460"/>
                      </a:lnTo>
                      <a:cubicBezTo>
                        <a:pt x="23756" y="420"/>
                        <a:pt x="23647" y="391"/>
                        <a:pt x="23526" y="391"/>
                      </a:cubicBezTo>
                      <a:close/>
                      <a:moveTo>
                        <a:pt x="25603" y="391"/>
                      </a:moveTo>
                      <a:lnTo>
                        <a:pt x="24596" y="391"/>
                      </a:lnTo>
                      <a:cubicBezTo>
                        <a:pt x="24475" y="391"/>
                        <a:pt x="24389" y="426"/>
                        <a:pt x="24395" y="460"/>
                      </a:cubicBezTo>
                      <a:lnTo>
                        <a:pt x="24481" y="817"/>
                      </a:lnTo>
                      <a:cubicBezTo>
                        <a:pt x="24487" y="858"/>
                        <a:pt x="24596" y="892"/>
                        <a:pt x="24723" y="892"/>
                      </a:cubicBezTo>
                      <a:lnTo>
                        <a:pt x="25753" y="892"/>
                      </a:lnTo>
                      <a:cubicBezTo>
                        <a:pt x="25874" y="892"/>
                        <a:pt x="25966" y="858"/>
                        <a:pt x="25954" y="817"/>
                      </a:cubicBezTo>
                      <a:lnTo>
                        <a:pt x="25857" y="460"/>
                      </a:lnTo>
                      <a:cubicBezTo>
                        <a:pt x="25834" y="420"/>
                        <a:pt x="25724" y="391"/>
                        <a:pt x="25603" y="391"/>
                      </a:cubicBezTo>
                      <a:close/>
                      <a:moveTo>
                        <a:pt x="27681" y="391"/>
                      </a:moveTo>
                      <a:lnTo>
                        <a:pt x="26674" y="391"/>
                      </a:lnTo>
                      <a:cubicBezTo>
                        <a:pt x="26553" y="391"/>
                        <a:pt x="26467" y="426"/>
                        <a:pt x="26484" y="460"/>
                      </a:cubicBezTo>
                      <a:lnTo>
                        <a:pt x="26587" y="817"/>
                      </a:lnTo>
                      <a:cubicBezTo>
                        <a:pt x="26605" y="858"/>
                        <a:pt x="26714" y="892"/>
                        <a:pt x="26835" y="892"/>
                      </a:cubicBezTo>
                      <a:lnTo>
                        <a:pt x="27865" y="892"/>
                      </a:lnTo>
                      <a:cubicBezTo>
                        <a:pt x="27986" y="892"/>
                        <a:pt x="28072" y="858"/>
                        <a:pt x="28055" y="817"/>
                      </a:cubicBezTo>
                      <a:lnTo>
                        <a:pt x="27928" y="460"/>
                      </a:lnTo>
                      <a:cubicBezTo>
                        <a:pt x="27911" y="420"/>
                        <a:pt x="27807" y="391"/>
                        <a:pt x="27681" y="391"/>
                      </a:cubicBezTo>
                      <a:close/>
                      <a:moveTo>
                        <a:pt x="30760" y="391"/>
                      </a:moveTo>
                      <a:lnTo>
                        <a:pt x="28745" y="391"/>
                      </a:lnTo>
                      <a:cubicBezTo>
                        <a:pt x="28625" y="391"/>
                        <a:pt x="28538" y="426"/>
                        <a:pt x="28561" y="460"/>
                      </a:cubicBezTo>
                      <a:lnTo>
                        <a:pt x="28699" y="817"/>
                      </a:lnTo>
                      <a:cubicBezTo>
                        <a:pt x="28711" y="858"/>
                        <a:pt x="28826" y="892"/>
                        <a:pt x="28947" y="892"/>
                      </a:cubicBezTo>
                      <a:lnTo>
                        <a:pt x="30990" y="892"/>
                      </a:lnTo>
                      <a:cubicBezTo>
                        <a:pt x="31116" y="892"/>
                        <a:pt x="31203" y="858"/>
                        <a:pt x="31180" y="817"/>
                      </a:cubicBezTo>
                      <a:lnTo>
                        <a:pt x="31019" y="460"/>
                      </a:lnTo>
                      <a:cubicBezTo>
                        <a:pt x="31001" y="420"/>
                        <a:pt x="30886" y="391"/>
                        <a:pt x="30760" y="391"/>
                      </a:cubicBezTo>
                      <a:close/>
                      <a:moveTo>
                        <a:pt x="30242" y="1565"/>
                      </a:moveTo>
                      <a:lnTo>
                        <a:pt x="31295" y="1565"/>
                      </a:lnTo>
                      <a:cubicBezTo>
                        <a:pt x="31416" y="1565"/>
                        <a:pt x="31502" y="1525"/>
                        <a:pt x="31479" y="1485"/>
                      </a:cubicBezTo>
                      <a:lnTo>
                        <a:pt x="31312" y="1117"/>
                      </a:lnTo>
                      <a:cubicBezTo>
                        <a:pt x="31295" y="1070"/>
                        <a:pt x="31180" y="1036"/>
                        <a:pt x="31053" y="1036"/>
                      </a:cubicBezTo>
                      <a:lnTo>
                        <a:pt x="30029" y="1036"/>
                      </a:lnTo>
                      <a:cubicBezTo>
                        <a:pt x="29902" y="1036"/>
                        <a:pt x="29816" y="1070"/>
                        <a:pt x="29833" y="1117"/>
                      </a:cubicBezTo>
                      <a:lnTo>
                        <a:pt x="29983" y="1485"/>
                      </a:lnTo>
                      <a:cubicBezTo>
                        <a:pt x="30006" y="1525"/>
                        <a:pt x="30121" y="1565"/>
                        <a:pt x="30242" y="1565"/>
                      </a:cubicBezTo>
                      <a:close/>
                      <a:moveTo>
                        <a:pt x="28095" y="1565"/>
                      </a:moveTo>
                      <a:lnTo>
                        <a:pt x="29143" y="1565"/>
                      </a:lnTo>
                      <a:cubicBezTo>
                        <a:pt x="29263" y="1565"/>
                        <a:pt x="29361" y="1525"/>
                        <a:pt x="29338" y="1485"/>
                      </a:cubicBezTo>
                      <a:lnTo>
                        <a:pt x="29194" y="1117"/>
                      </a:lnTo>
                      <a:cubicBezTo>
                        <a:pt x="29177" y="1070"/>
                        <a:pt x="29062" y="1036"/>
                        <a:pt x="28941" y="1036"/>
                      </a:cubicBezTo>
                      <a:lnTo>
                        <a:pt x="27911" y="1036"/>
                      </a:lnTo>
                      <a:cubicBezTo>
                        <a:pt x="27790" y="1036"/>
                        <a:pt x="27704" y="1070"/>
                        <a:pt x="27721" y="1117"/>
                      </a:cubicBezTo>
                      <a:lnTo>
                        <a:pt x="27848" y="1485"/>
                      </a:lnTo>
                      <a:cubicBezTo>
                        <a:pt x="27853" y="1525"/>
                        <a:pt x="27963" y="1565"/>
                        <a:pt x="28095" y="1565"/>
                      </a:cubicBezTo>
                      <a:close/>
                      <a:moveTo>
                        <a:pt x="25937" y="1565"/>
                      </a:moveTo>
                      <a:lnTo>
                        <a:pt x="26984" y="1565"/>
                      </a:lnTo>
                      <a:cubicBezTo>
                        <a:pt x="27105" y="1565"/>
                        <a:pt x="27203" y="1525"/>
                        <a:pt x="27186" y="1485"/>
                      </a:cubicBezTo>
                      <a:lnTo>
                        <a:pt x="27065" y="1117"/>
                      </a:lnTo>
                      <a:cubicBezTo>
                        <a:pt x="27048" y="1070"/>
                        <a:pt x="26944" y="1036"/>
                        <a:pt x="26812" y="1036"/>
                      </a:cubicBezTo>
                      <a:lnTo>
                        <a:pt x="25782" y="1036"/>
                      </a:lnTo>
                      <a:cubicBezTo>
                        <a:pt x="25661" y="1036"/>
                        <a:pt x="25569" y="1070"/>
                        <a:pt x="25580" y="1117"/>
                      </a:cubicBezTo>
                      <a:lnTo>
                        <a:pt x="25684" y="1485"/>
                      </a:lnTo>
                      <a:cubicBezTo>
                        <a:pt x="25707" y="1525"/>
                        <a:pt x="25810" y="1565"/>
                        <a:pt x="25937" y="1565"/>
                      </a:cubicBezTo>
                      <a:close/>
                      <a:moveTo>
                        <a:pt x="23785" y="1565"/>
                      </a:moveTo>
                      <a:lnTo>
                        <a:pt x="24832" y="1565"/>
                      </a:lnTo>
                      <a:cubicBezTo>
                        <a:pt x="24959" y="1565"/>
                        <a:pt x="25051" y="1525"/>
                        <a:pt x="25045" y="1485"/>
                      </a:cubicBezTo>
                      <a:lnTo>
                        <a:pt x="24947" y="1117"/>
                      </a:lnTo>
                      <a:cubicBezTo>
                        <a:pt x="24936" y="1070"/>
                        <a:pt x="24826" y="1036"/>
                        <a:pt x="24706" y="1036"/>
                      </a:cubicBezTo>
                      <a:lnTo>
                        <a:pt x="23675" y="1036"/>
                      </a:lnTo>
                      <a:cubicBezTo>
                        <a:pt x="23555" y="1036"/>
                        <a:pt x="23457" y="1070"/>
                        <a:pt x="23468" y="1117"/>
                      </a:cubicBezTo>
                      <a:lnTo>
                        <a:pt x="23543" y="1485"/>
                      </a:lnTo>
                      <a:cubicBezTo>
                        <a:pt x="23555" y="1525"/>
                        <a:pt x="23664" y="1565"/>
                        <a:pt x="23785" y="1565"/>
                      </a:cubicBezTo>
                      <a:close/>
                      <a:moveTo>
                        <a:pt x="21632" y="1565"/>
                      </a:moveTo>
                      <a:lnTo>
                        <a:pt x="22686" y="1565"/>
                      </a:lnTo>
                      <a:cubicBezTo>
                        <a:pt x="22806" y="1565"/>
                        <a:pt x="22899" y="1525"/>
                        <a:pt x="22893" y="1485"/>
                      </a:cubicBezTo>
                      <a:lnTo>
                        <a:pt x="22818" y="1117"/>
                      </a:lnTo>
                      <a:cubicBezTo>
                        <a:pt x="22812" y="1070"/>
                        <a:pt x="22703" y="1036"/>
                        <a:pt x="22582" y="1036"/>
                      </a:cubicBezTo>
                      <a:lnTo>
                        <a:pt x="21552" y="1036"/>
                      </a:lnTo>
                      <a:cubicBezTo>
                        <a:pt x="21431" y="1036"/>
                        <a:pt x="21339" y="1070"/>
                        <a:pt x="21345" y="1117"/>
                      </a:cubicBezTo>
                      <a:lnTo>
                        <a:pt x="21402" y="1485"/>
                      </a:lnTo>
                      <a:cubicBezTo>
                        <a:pt x="21397" y="1525"/>
                        <a:pt x="21506" y="1565"/>
                        <a:pt x="21632" y="1565"/>
                      </a:cubicBezTo>
                      <a:close/>
                      <a:moveTo>
                        <a:pt x="19474" y="1565"/>
                      </a:moveTo>
                      <a:lnTo>
                        <a:pt x="20528" y="1565"/>
                      </a:lnTo>
                      <a:cubicBezTo>
                        <a:pt x="20648" y="1565"/>
                        <a:pt x="20746" y="1525"/>
                        <a:pt x="20740" y="1485"/>
                      </a:cubicBezTo>
                      <a:lnTo>
                        <a:pt x="20689" y="1117"/>
                      </a:lnTo>
                      <a:cubicBezTo>
                        <a:pt x="20683" y="1070"/>
                        <a:pt x="20585" y="1036"/>
                        <a:pt x="20459" y="1036"/>
                      </a:cubicBezTo>
                      <a:lnTo>
                        <a:pt x="19434" y="1036"/>
                      </a:lnTo>
                      <a:cubicBezTo>
                        <a:pt x="19308" y="1036"/>
                        <a:pt x="19210" y="1070"/>
                        <a:pt x="19215" y="1117"/>
                      </a:cubicBezTo>
                      <a:lnTo>
                        <a:pt x="19250" y="1485"/>
                      </a:lnTo>
                      <a:cubicBezTo>
                        <a:pt x="19244" y="1525"/>
                        <a:pt x="19354" y="1565"/>
                        <a:pt x="19474" y="1565"/>
                      </a:cubicBezTo>
                      <a:close/>
                      <a:moveTo>
                        <a:pt x="17322" y="1565"/>
                      </a:moveTo>
                      <a:lnTo>
                        <a:pt x="18375" y="1565"/>
                      </a:lnTo>
                      <a:cubicBezTo>
                        <a:pt x="18496" y="1565"/>
                        <a:pt x="18600" y="1525"/>
                        <a:pt x="18600" y="1485"/>
                      </a:cubicBezTo>
                      <a:lnTo>
                        <a:pt x="18565" y="1117"/>
                      </a:lnTo>
                      <a:cubicBezTo>
                        <a:pt x="18565" y="1070"/>
                        <a:pt x="18462" y="1036"/>
                        <a:pt x="18335" y="1036"/>
                      </a:cubicBezTo>
                      <a:lnTo>
                        <a:pt x="17311" y="1036"/>
                      </a:lnTo>
                      <a:cubicBezTo>
                        <a:pt x="17184" y="1036"/>
                        <a:pt x="17086" y="1070"/>
                        <a:pt x="17086" y="1117"/>
                      </a:cubicBezTo>
                      <a:lnTo>
                        <a:pt x="17092" y="1485"/>
                      </a:lnTo>
                      <a:cubicBezTo>
                        <a:pt x="17092" y="1525"/>
                        <a:pt x="17201" y="1565"/>
                        <a:pt x="17322" y="1565"/>
                      </a:cubicBezTo>
                      <a:close/>
                      <a:moveTo>
                        <a:pt x="15170" y="1565"/>
                      </a:moveTo>
                      <a:lnTo>
                        <a:pt x="16223" y="1565"/>
                      </a:lnTo>
                      <a:cubicBezTo>
                        <a:pt x="16344" y="1565"/>
                        <a:pt x="16447" y="1525"/>
                        <a:pt x="16447" y="1485"/>
                      </a:cubicBezTo>
                      <a:lnTo>
                        <a:pt x="16447" y="1117"/>
                      </a:lnTo>
                      <a:cubicBezTo>
                        <a:pt x="16447" y="1070"/>
                        <a:pt x="16344" y="1036"/>
                        <a:pt x="16223" y="1036"/>
                      </a:cubicBezTo>
                      <a:lnTo>
                        <a:pt x="15193" y="1036"/>
                      </a:lnTo>
                      <a:cubicBezTo>
                        <a:pt x="15072" y="1036"/>
                        <a:pt x="14968" y="1070"/>
                        <a:pt x="14968" y="1117"/>
                      </a:cubicBezTo>
                      <a:lnTo>
                        <a:pt x="14957" y="1485"/>
                      </a:lnTo>
                      <a:cubicBezTo>
                        <a:pt x="14945" y="1525"/>
                        <a:pt x="15043" y="1565"/>
                        <a:pt x="15170" y="1565"/>
                      </a:cubicBezTo>
                      <a:close/>
                      <a:moveTo>
                        <a:pt x="13012" y="1565"/>
                      </a:moveTo>
                      <a:lnTo>
                        <a:pt x="14065" y="1565"/>
                      </a:lnTo>
                      <a:cubicBezTo>
                        <a:pt x="14186" y="1565"/>
                        <a:pt x="14295" y="1525"/>
                        <a:pt x="14295" y="1485"/>
                      </a:cubicBezTo>
                      <a:lnTo>
                        <a:pt x="14318" y="1117"/>
                      </a:lnTo>
                      <a:cubicBezTo>
                        <a:pt x="14318" y="1070"/>
                        <a:pt x="14220" y="1036"/>
                        <a:pt x="14099" y="1036"/>
                      </a:cubicBezTo>
                      <a:lnTo>
                        <a:pt x="13069" y="1036"/>
                      </a:lnTo>
                      <a:cubicBezTo>
                        <a:pt x="12948" y="1036"/>
                        <a:pt x="12851" y="1070"/>
                        <a:pt x="12839" y="1117"/>
                      </a:cubicBezTo>
                      <a:lnTo>
                        <a:pt x="12805" y="1485"/>
                      </a:lnTo>
                      <a:cubicBezTo>
                        <a:pt x="12793" y="1525"/>
                        <a:pt x="12891" y="1565"/>
                        <a:pt x="13012" y="1565"/>
                      </a:cubicBezTo>
                      <a:close/>
                      <a:moveTo>
                        <a:pt x="10865" y="1565"/>
                      </a:moveTo>
                      <a:lnTo>
                        <a:pt x="11913" y="1565"/>
                      </a:lnTo>
                      <a:cubicBezTo>
                        <a:pt x="12039" y="1565"/>
                        <a:pt x="12143" y="1525"/>
                        <a:pt x="12154" y="1485"/>
                      </a:cubicBezTo>
                      <a:lnTo>
                        <a:pt x="12195" y="1117"/>
                      </a:lnTo>
                      <a:cubicBezTo>
                        <a:pt x="12200" y="1070"/>
                        <a:pt x="12103" y="1036"/>
                        <a:pt x="11982" y="1036"/>
                      </a:cubicBezTo>
                      <a:lnTo>
                        <a:pt x="10952" y="1036"/>
                      </a:lnTo>
                      <a:cubicBezTo>
                        <a:pt x="10831" y="1036"/>
                        <a:pt x="10721" y="1070"/>
                        <a:pt x="10710" y="1117"/>
                      </a:cubicBezTo>
                      <a:lnTo>
                        <a:pt x="10647" y="1485"/>
                      </a:lnTo>
                      <a:cubicBezTo>
                        <a:pt x="10641" y="1525"/>
                        <a:pt x="10744" y="1565"/>
                        <a:pt x="10865" y="1565"/>
                      </a:cubicBezTo>
                      <a:close/>
                      <a:moveTo>
                        <a:pt x="8713" y="1565"/>
                      </a:moveTo>
                      <a:lnTo>
                        <a:pt x="9766" y="1565"/>
                      </a:lnTo>
                      <a:cubicBezTo>
                        <a:pt x="9887" y="1565"/>
                        <a:pt x="9990" y="1525"/>
                        <a:pt x="10008" y="1485"/>
                      </a:cubicBezTo>
                      <a:lnTo>
                        <a:pt x="10083" y="1117"/>
                      </a:lnTo>
                      <a:cubicBezTo>
                        <a:pt x="10088" y="1070"/>
                        <a:pt x="9996" y="1036"/>
                        <a:pt x="9870" y="1036"/>
                      </a:cubicBezTo>
                      <a:lnTo>
                        <a:pt x="8828" y="1036"/>
                      </a:lnTo>
                      <a:cubicBezTo>
                        <a:pt x="8707" y="1036"/>
                        <a:pt x="8598" y="1070"/>
                        <a:pt x="8592" y="1117"/>
                      </a:cubicBezTo>
                      <a:lnTo>
                        <a:pt x="8506" y="1485"/>
                      </a:lnTo>
                      <a:cubicBezTo>
                        <a:pt x="8488" y="1525"/>
                        <a:pt x="8586" y="1565"/>
                        <a:pt x="8713" y="1565"/>
                      </a:cubicBezTo>
                      <a:close/>
                      <a:moveTo>
                        <a:pt x="6555" y="1565"/>
                      </a:moveTo>
                      <a:lnTo>
                        <a:pt x="7608" y="1565"/>
                      </a:lnTo>
                      <a:cubicBezTo>
                        <a:pt x="7729" y="1565"/>
                        <a:pt x="7844" y="1525"/>
                        <a:pt x="7850" y="1485"/>
                      </a:cubicBezTo>
                      <a:lnTo>
                        <a:pt x="7942" y="1117"/>
                      </a:lnTo>
                      <a:cubicBezTo>
                        <a:pt x="7959" y="1070"/>
                        <a:pt x="7867" y="1036"/>
                        <a:pt x="7740" y="1036"/>
                      </a:cubicBezTo>
                      <a:lnTo>
                        <a:pt x="6716" y="1036"/>
                      </a:lnTo>
                      <a:cubicBezTo>
                        <a:pt x="6589" y="1036"/>
                        <a:pt x="6486" y="1070"/>
                        <a:pt x="6469" y="1117"/>
                      </a:cubicBezTo>
                      <a:lnTo>
                        <a:pt x="6359" y="1485"/>
                      </a:lnTo>
                      <a:cubicBezTo>
                        <a:pt x="6342" y="1525"/>
                        <a:pt x="6434" y="1565"/>
                        <a:pt x="6555" y="1565"/>
                      </a:cubicBezTo>
                      <a:close/>
                      <a:moveTo>
                        <a:pt x="4403" y="1565"/>
                      </a:moveTo>
                      <a:lnTo>
                        <a:pt x="5456" y="1565"/>
                      </a:lnTo>
                      <a:cubicBezTo>
                        <a:pt x="5577" y="1565"/>
                        <a:pt x="5692" y="1525"/>
                        <a:pt x="5709" y="1485"/>
                      </a:cubicBezTo>
                      <a:lnTo>
                        <a:pt x="5818" y="1117"/>
                      </a:lnTo>
                      <a:cubicBezTo>
                        <a:pt x="5836" y="1070"/>
                        <a:pt x="5749" y="1036"/>
                        <a:pt x="5617" y="1036"/>
                      </a:cubicBezTo>
                      <a:lnTo>
                        <a:pt x="4592" y="1036"/>
                      </a:lnTo>
                      <a:cubicBezTo>
                        <a:pt x="4466" y="1036"/>
                        <a:pt x="4351" y="1070"/>
                        <a:pt x="4339" y="1117"/>
                      </a:cubicBezTo>
                      <a:lnTo>
                        <a:pt x="4207" y="1485"/>
                      </a:lnTo>
                      <a:cubicBezTo>
                        <a:pt x="4190" y="1525"/>
                        <a:pt x="4282" y="1565"/>
                        <a:pt x="4403" y="1565"/>
                      </a:cubicBezTo>
                      <a:close/>
                      <a:moveTo>
                        <a:pt x="1209" y="1565"/>
                      </a:moveTo>
                      <a:lnTo>
                        <a:pt x="3298" y="1565"/>
                      </a:lnTo>
                      <a:cubicBezTo>
                        <a:pt x="3418" y="1565"/>
                        <a:pt x="3534" y="1525"/>
                        <a:pt x="3557" y="1485"/>
                      </a:cubicBezTo>
                      <a:lnTo>
                        <a:pt x="3695" y="1117"/>
                      </a:lnTo>
                      <a:cubicBezTo>
                        <a:pt x="3706" y="1070"/>
                        <a:pt x="3620" y="1036"/>
                        <a:pt x="3499" y="1036"/>
                      </a:cubicBezTo>
                      <a:lnTo>
                        <a:pt x="1439" y="1036"/>
                      </a:lnTo>
                      <a:cubicBezTo>
                        <a:pt x="1318" y="1036"/>
                        <a:pt x="1203" y="1070"/>
                        <a:pt x="1180" y="1117"/>
                      </a:cubicBezTo>
                      <a:lnTo>
                        <a:pt x="1019" y="1485"/>
                      </a:lnTo>
                      <a:cubicBezTo>
                        <a:pt x="1001" y="1525"/>
                        <a:pt x="1088" y="1565"/>
                        <a:pt x="1209" y="1565"/>
                      </a:cubicBezTo>
                      <a:close/>
                      <a:moveTo>
                        <a:pt x="26720" y="2268"/>
                      </a:moveTo>
                      <a:lnTo>
                        <a:pt x="27790" y="2268"/>
                      </a:lnTo>
                      <a:cubicBezTo>
                        <a:pt x="27923" y="2268"/>
                        <a:pt x="28009" y="2233"/>
                        <a:pt x="27992" y="2181"/>
                      </a:cubicBezTo>
                      <a:lnTo>
                        <a:pt x="27865" y="1801"/>
                      </a:lnTo>
                      <a:cubicBezTo>
                        <a:pt x="27848" y="1755"/>
                        <a:pt x="27733" y="1721"/>
                        <a:pt x="27612" y="1721"/>
                      </a:cubicBezTo>
                      <a:lnTo>
                        <a:pt x="26559" y="1721"/>
                      </a:lnTo>
                      <a:cubicBezTo>
                        <a:pt x="26438" y="1721"/>
                        <a:pt x="26346" y="1755"/>
                        <a:pt x="26357" y="1801"/>
                      </a:cubicBezTo>
                      <a:lnTo>
                        <a:pt x="26472" y="2181"/>
                      </a:lnTo>
                      <a:cubicBezTo>
                        <a:pt x="26472" y="2233"/>
                        <a:pt x="26587" y="2268"/>
                        <a:pt x="26720" y="2268"/>
                      </a:cubicBezTo>
                      <a:close/>
                      <a:moveTo>
                        <a:pt x="24516" y="2268"/>
                      </a:moveTo>
                      <a:lnTo>
                        <a:pt x="25592" y="2268"/>
                      </a:lnTo>
                      <a:cubicBezTo>
                        <a:pt x="25718" y="2268"/>
                        <a:pt x="25810" y="2233"/>
                        <a:pt x="25799" y="2181"/>
                      </a:cubicBezTo>
                      <a:lnTo>
                        <a:pt x="25690" y="1801"/>
                      </a:lnTo>
                      <a:cubicBezTo>
                        <a:pt x="25678" y="1755"/>
                        <a:pt x="25569" y="1721"/>
                        <a:pt x="25436" y="1721"/>
                      </a:cubicBezTo>
                      <a:lnTo>
                        <a:pt x="24389" y="1721"/>
                      </a:lnTo>
                      <a:cubicBezTo>
                        <a:pt x="24268" y="1721"/>
                        <a:pt x="24170" y="1755"/>
                        <a:pt x="24182" y="1801"/>
                      </a:cubicBezTo>
                      <a:lnTo>
                        <a:pt x="24268" y="2181"/>
                      </a:lnTo>
                      <a:cubicBezTo>
                        <a:pt x="24280" y="2233"/>
                        <a:pt x="24389" y="2268"/>
                        <a:pt x="24516" y="2268"/>
                      </a:cubicBezTo>
                      <a:close/>
                      <a:moveTo>
                        <a:pt x="22317" y="2268"/>
                      </a:moveTo>
                      <a:lnTo>
                        <a:pt x="23388" y="2268"/>
                      </a:lnTo>
                      <a:cubicBezTo>
                        <a:pt x="23520" y="2268"/>
                        <a:pt x="23612" y="2233"/>
                        <a:pt x="23606" y="2181"/>
                      </a:cubicBezTo>
                      <a:lnTo>
                        <a:pt x="23526" y="1801"/>
                      </a:lnTo>
                      <a:cubicBezTo>
                        <a:pt x="23520" y="1755"/>
                        <a:pt x="23405" y="1721"/>
                        <a:pt x="23278" y="1721"/>
                      </a:cubicBezTo>
                      <a:lnTo>
                        <a:pt x="22231" y="1721"/>
                      </a:lnTo>
                      <a:cubicBezTo>
                        <a:pt x="22110" y="1721"/>
                        <a:pt x="22007" y="1755"/>
                        <a:pt x="22012" y="1801"/>
                      </a:cubicBezTo>
                      <a:lnTo>
                        <a:pt x="22081" y="2181"/>
                      </a:lnTo>
                      <a:cubicBezTo>
                        <a:pt x="22081" y="2233"/>
                        <a:pt x="22185" y="2268"/>
                        <a:pt x="22317" y="2268"/>
                      </a:cubicBezTo>
                      <a:close/>
                      <a:moveTo>
                        <a:pt x="20113" y="2268"/>
                      </a:moveTo>
                      <a:lnTo>
                        <a:pt x="21189" y="2268"/>
                      </a:lnTo>
                      <a:cubicBezTo>
                        <a:pt x="21316" y="2268"/>
                        <a:pt x="21408" y="2233"/>
                        <a:pt x="21402" y="2181"/>
                      </a:cubicBezTo>
                      <a:lnTo>
                        <a:pt x="21345" y="1801"/>
                      </a:lnTo>
                      <a:cubicBezTo>
                        <a:pt x="21339" y="1755"/>
                        <a:pt x="21230" y="1721"/>
                        <a:pt x="21109" y="1721"/>
                      </a:cubicBezTo>
                      <a:lnTo>
                        <a:pt x="20056" y="1721"/>
                      </a:lnTo>
                      <a:cubicBezTo>
                        <a:pt x="19935" y="1721"/>
                        <a:pt x="19837" y="1755"/>
                        <a:pt x="19843" y="1801"/>
                      </a:cubicBezTo>
                      <a:lnTo>
                        <a:pt x="19883" y="2181"/>
                      </a:lnTo>
                      <a:cubicBezTo>
                        <a:pt x="19883" y="2233"/>
                        <a:pt x="19992" y="2268"/>
                        <a:pt x="20113" y="2268"/>
                      </a:cubicBezTo>
                      <a:close/>
                      <a:moveTo>
                        <a:pt x="17915" y="2268"/>
                      </a:moveTo>
                      <a:lnTo>
                        <a:pt x="18985" y="2268"/>
                      </a:lnTo>
                      <a:cubicBezTo>
                        <a:pt x="19118" y="2268"/>
                        <a:pt x="19215" y="2233"/>
                        <a:pt x="19210" y="2181"/>
                      </a:cubicBezTo>
                      <a:lnTo>
                        <a:pt x="19175" y="1801"/>
                      </a:lnTo>
                      <a:cubicBezTo>
                        <a:pt x="19164" y="1755"/>
                        <a:pt x="19066" y="1721"/>
                        <a:pt x="18933" y="1721"/>
                      </a:cubicBezTo>
                      <a:lnTo>
                        <a:pt x="17892" y="1721"/>
                      </a:lnTo>
                      <a:cubicBezTo>
                        <a:pt x="17771" y="1721"/>
                        <a:pt x="17667" y="1755"/>
                        <a:pt x="17667" y="1801"/>
                      </a:cubicBezTo>
                      <a:lnTo>
                        <a:pt x="17685" y="2181"/>
                      </a:lnTo>
                      <a:cubicBezTo>
                        <a:pt x="17685" y="2233"/>
                        <a:pt x="17794" y="2268"/>
                        <a:pt x="17915" y="2268"/>
                      </a:cubicBezTo>
                      <a:close/>
                      <a:moveTo>
                        <a:pt x="15722" y="2268"/>
                      </a:moveTo>
                      <a:lnTo>
                        <a:pt x="16793" y="2268"/>
                      </a:lnTo>
                      <a:cubicBezTo>
                        <a:pt x="16919" y="2268"/>
                        <a:pt x="17023" y="2233"/>
                        <a:pt x="17023" y="2181"/>
                      </a:cubicBezTo>
                      <a:lnTo>
                        <a:pt x="17017" y="1801"/>
                      </a:lnTo>
                      <a:cubicBezTo>
                        <a:pt x="17017" y="1755"/>
                        <a:pt x="16914" y="1721"/>
                        <a:pt x="16787" y="1721"/>
                      </a:cubicBezTo>
                      <a:lnTo>
                        <a:pt x="15734" y="1721"/>
                      </a:lnTo>
                      <a:cubicBezTo>
                        <a:pt x="15613" y="1721"/>
                        <a:pt x="15504" y="1755"/>
                        <a:pt x="15504" y="1801"/>
                      </a:cubicBezTo>
                      <a:lnTo>
                        <a:pt x="15498" y="2181"/>
                      </a:lnTo>
                      <a:cubicBezTo>
                        <a:pt x="15492" y="2233"/>
                        <a:pt x="15590" y="2268"/>
                        <a:pt x="15722" y="2268"/>
                      </a:cubicBezTo>
                      <a:close/>
                      <a:moveTo>
                        <a:pt x="13518" y="2268"/>
                      </a:moveTo>
                      <a:lnTo>
                        <a:pt x="14589" y="2268"/>
                      </a:lnTo>
                      <a:cubicBezTo>
                        <a:pt x="14721" y="2268"/>
                        <a:pt x="14819" y="2233"/>
                        <a:pt x="14830" y="2181"/>
                      </a:cubicBezTo>
                      <a:lnTo>
                        <a:pt x="14842" y="1801"/>
                      </a:lnTo>
                      <a:cubicBezTo>
                        <a:pt x="14842" y="1755"/>
                        <a:pt x="14738" y="1721"/>
                        <a:pt x="14617" y="1721"/>
                      </a:cubicBezTo>
                      <a:lnTo>
                        <a:pt x="13570" y="1721"/>
                      </a:lnTo>
                      <a:cubicBezTo>
                        <a:pt x="13449" y="1721"/>
                        <a:pt x="13340" y="1755"/>
                        <a:pt x="13334" y="1801"/>
                      </a:cubicBezTo>
                      <a:lnTo>
                        <a:pt x="13294" y="2181"/>
                      </a:lnTo>
                      <a:cubicBezTo>
                        <a:pt x="13288" y="2233"/>
                        <a:pt x="13392" y="2268"/>
                        <a:pt x="13518" y="2268"/>
                      </a:cubicBezTo>
                      <a:close/>
                      <a:moveTo>
                        <a:pt x="11320" y="2268"/>
                      </a:moveTo>
                      <a:lnTo>
                        <a:pt x="12390" y="2268"/>
                      </a:lnTo>
                      <a:cubicBezTo>
                        <a:pt x="12517" y="2268"/>
                        <a:pt x="12626" y="2233"/>
                        <a:pt x="12626" y="2181"/>
                      </a:cubicBezTo>
                      <a:lnTo>
                        <a:pt x="12672" y="1801"/>
                      </a:lnTo>
                      <a:cubicBezTo>
                        <a:pt x="12678" y="1755"/>
                        <a:pt x="12574" y="1721"/>
                        <a:pt x="12454" y="1721"/>
                      </a:cubicBezTo>
                      <a:lnTo>
                        <a:pt x="11406" y="1721"/>
                      </a:lnTo>
                      <a:cubicBezTo>
                        <a:pt x="11280" y="1721"/>
                        <a:pt x="11176" y="1755"/>
                        <a:pt x="11164" y="1801"/>
                      </a:cubicBezTo>
                      <a:lnTo>
                        <a:pt x="11107" y="2181"/>
                      </a:lnTo>
                      <a:cubicBezTo>
                        <a:pt x="11090" y="2233"/>
                        <a:pt x="11187" y="2268"/>
                        <a:pt x="11320" y="2268"/>
                      </a:cubicBezTo>
                      <a:close/>
                      <a:moveTo>
                        <a:pt x="9116" y="2268"/>
                      </a:moveTo>
                      <a:lnTo>
                        <a:pt x="10186" y="2268"/>
                      </a:lnTo>
                      <a:cubicBezTo>
                        <a:pt x="10319" y="2268"/>
                        <a:pt x="10428" y="2233"/>
                        <a:pt x="10434" y="2181"/>
                      </a:cubicBezTo>
                      <a:lnTo>
                        <a:pt x="10497" y="1801"/>
                      </a:lnTo>
                      <a:cubicBezTo>
                        <a:pt x="10503" y="1755"/>
                        <a:pt x="10411" y="1721"/>
                        <a:pt x="10284" y="1721"/>
                      </a:cubicBezTo>
                      <a:lnTo>
                        <a:pt x="9231" y="1721"/>
                      </a:lnTo>
                      <a:cubicBezTo>
                        <a:pt x="9110" y="1721"/>
                        <a:pt x="8995" y="1755"/>
                        <a:pt x="8989" y="1801"/>
                      </a:cubicBezTo>
                      <a:lnTo>
                        <a:pt x="8909" y="2181"/>
                      </a:lnTo>
                      <a:cubicBezTo>
                        <a:pt x="8891" y="2233"/>
                        <a:pt x="8983" y="2268"/>
                        <a:pt x="9116" y="2268"/>
                      </a:cubicBezTo>
                      <a:close/>
                      <a:moveTo>
                        <a:pt x="6917" y="2268"/>
                      </a:moveTo>
                      <a:lnTo>
                        <a:pt x="7988" y="2268"/>
                      </a:lnTo>
                      <a:cubicBezTo>
                        <a:pt x="8114" y="2268"/>
                        <a:pt x="8224" y="2233"/>
                        <a:pt x="8241" y="2181"/>
                      </a:cubicBezTo>
                      <a:lnTo>
                        <a:pt x="8327" y="1801"/>
                      </a:lnTo>
                      <a:cubicBezTo>
                        <a:pt x="8333" y="1755"/>
                        <a:pt x="8247" y="1721"/>
                        <a:pt x="8114" y="1721"/>
                      </a:cubicBezTo>
                      <a:lnTo>
                        <a:pt x="7067" y="1721"/>
                      </a:lnTo>
                      <a:cubicBezTo>
                        <a:pt x="6946" y="1721"/>
                        <a:pt x="6825" y="1755"/>
                        <a:pt x="6814" y="1801"/>
                      </a:cubicBezTo>
                      <a:lnTo>
                        <a:pt x="6704" y="2181"/>
                      </a:lnTo>
                      <a:cubicBezTo>
                        <a:pt x="6693" y="2233"/>
                        <a:pt x="6785" y="2268"/>
                        <a:pt x="6917" y="2268"/>
                      </a:cubicBezTo>
                      <a:close/>
                      <a:moveTo>
                        <a:pt x="4713" y="2268"/>
                      </a:moveTo>
                      <a:lnTo>
                        <a:pt x="5784" y="2268"/>
                      </a:lnTo>
                      <a:cubicBezTo>
                        <a:pt x="5916" y="2268"/>
                        <a:pt x="6031" y="2233"/>
                        <a:pt x="6043" y="2181"/>
                      </a:cubicBezTo>
                      <a:lnTo>
                        <a:pt x="6158" y="1801"/>
                      </a:lnTo>
                      <a:cubicBezTo>
                        <a:pt x="6175" y="1755"/>
                        <a:pt x="6083" y="1721"/>
                        <a:pt x="5956" y="1721"/>
                      </a:cubicBezTo>
                      <a:lnTo>
                        <a:pt x="4909" y="1721"/>
                      </a:lnTo>
                      <a:cubicBezTo>
                        <a:pt x="4788" y="1721"/>
                        <a:pt x="4667" y="1755"/>
                        <a:pt x="4656" y="1801"/>
                      </a:cubicBezTo>
                      <a:lnTo>
                        <a:pt x="4523" y="2181"/>
                      </a:lnTo>
                      <a:cubicBezTo>
                        <a:pt x="4500" y="2233"/>
                        <a:pt x="4587" y="2268"/>
                        <a:pt x="4713" y="2268"/>
                      </a:cubicBezTo>
                      <a:close/>
                      <a:moveTo>
                        <a:pt x="892" y="2268"/>
                      </a:moveTo>
                      <a:lnTo>
                        <a:pt x="3585" y="2268"/>
                      </a:lnTo>
                      <a:cubicBezTo>
                        <a:pt x="3712" y="2268"/>
                        <a:pt x="3827" y="2233"/>
                        <a:pt x="3844" y="2181"/>
                      </a:cubicBezTo>
                      <a:lnTo>
                        <a:pt x="3982" y="1801"/>
                      </a:lnTo>
                      <a:cubicBezTo>
                        <a:pt x="3994" y="1755"/>
                        <a:pt x="3908" y="1721"/>
                        <a:pt x="3787" y="1721"/>
                      </a:cubicBezTo>
                      <a:lnTo>
                        <a:pt x="1140" y="1721"/>
                      </a:lnTo>
                      <a:cubicBezTo>
                        <a:pt x="1019" y="1721"/>
                        <a:pt x="892" y="1755"/>
                        <a:pt x="875" y="1801"/>
                      </a:cubicBezTo>
                      <a:lnTo>
                        <a:pt x="702" y="2181"/>
                      </a:lnTo>
                      <a:cubicBezTo>
                        <a:pt x="679" y="2233"/>
                        <a:pt x="766" y="2268"/>
                        <a:pt x="892" y="2268"/>
                      </a:cubicBezTo>
                      <a:close/>
                      <a:moveTo>
                        <a:pt x="28918" y="2268"/>
                      </a:moveTo>
                      <a:lnTo>
                        <a:pt x="31611" y="2268"/>
                      </a:lnTo>
                      <a:cubicBezTo>
                        <a:pt x="31738" y="2268"/>
                        <a:pt x="31824" y="2233"/>
                        <a:pt x="31807" y="2181"/>
                      </a:cubicBezTo>
                      <a:lnTo>
                        <a:pt x="31634" y="1801"/>
                      </a:lnTo>
                      <a:cubicBezTo>
                        <a:pt x="31611" y="1755"/>
                        <a:pt x="31496" y="1721"/>
                        <a:pt x="31364" y="1721"/>
                      </a:cubicBezTo>
                      <a:lnTo>
                        <a:pt x="28717" y="1721"/>
                      </a:lnTo>
                      <a:cubicBezTo>
                        <a:pt x="28596" y="1721"/>
                        <a:pt x="28504" y="1755"/>
                        <a:pt x="28527" y="1801"/>
                      </a:cubicBezTo>
                      <a:lnTo>
                        <a:pt x="28659" y="2181"/>
                      </a:lnTo>
                      <a:cubicBezTo>
                        <a:pt x="28676" y="2233"/>
                        <a:pt x="28791" y="2268"/>
                        <a:pt x="28918" y="2268"/>
                      </a:cubicBezTo>
                      <a:close/>
                      <a:moveTo>
                        <a:pt x="25828" y="3004"/>
                      </a:moveTo>
                      <a:lnTo>
                        <a:pt x="26921" y="3004"/>
                      </a:lnTo>
                      <a:cubicBezTo>
                        <a:pt x="27048" y="3004"/>
                        <a:pt x="27146" y="2964"/>
                        <a:pt x="27128" y="2918"/>
                      </a:cubicBezTo>
                      <a:lnTo>
                        <a:pt x="27008" y="2521"/>
                      </a:lnTo>
                      <a:cubicBezTo>
                        <a:pt x="26990" y="2469"/>
                        <a:pt x="26875" y="2434"/>
                        <a:pt x="26749" y="2434"/>
                      </a:cubicBezTo>
                      <a:lnTo>
                        <a:pt x="25678" y="2434"/>
                      </a:lnTo>
                      <a:cubicBezTo>
                        <a:pt x="25546" y="2434"/>
                        <a:pt x="25454" y="2469"/>
                        <a:pt x="25465" y="2521"/>
                      </a:cubicBezTo>
                      <a:lnTo>
                        <a:pt x="25575" y="2918"/>
                      </a:lnTo>
                      <a:cubicBezTo>
                        <a:pt x="25580" y="2958"/>
                        <a:pt x="25695" y="3004"/>
                        <a:pt x="25828" y="3004"/>
                      </a:cubicBezTo>
                      <a:close/>
                      <a:moveTo>
                        <a:pt x="23583" y="3004"/>
                      </a:moveTo>
                      <a:lnTo>
                        <a:pt x="24677" y="3004"/>
                      </a:lnTo>
                      <a:cubicBezTo>
                        <a:pt x="24803" y="3004"/>
                        <a:pt x="24895" y="2964"/>
                        <a:pt x="24890" y="2918"/>
                      </a:cubicBezTo>
                      <a:lnTo>
                        <a:pt x="24792" y="2521"/>
                      </a:lnTo>
                      <a:cubicBezTo>
                        <a:pt x="24775" y="2469"/>
                        <a:pt x="24671" y="2434"/>
                        <a:pt x="24539" y="2434"/>
                      </a:cubicBezTo>
                      <a:lnTo>
                        <a:pt x="23468" y="2434"/>
                      </a:lnTo>
                      <a:cubicBezTo>
                        <a:pt x="23336" y="2434"/>
                        <a:pt x="23244" y="2469"/>
                        <a:pt x="23250" y="2521"/>
                      </a:cubicBezTo>
                      <a:lnTo>
                        <a:pt x="23330" y="2918"/>
                      </a:lnTo>
                      <a:cubicBezTo>
                        <a:pt x="23336" y="2958"/>
                        <a:pt x="23451" y="3004"/>
                        <a:pt x="23583" y="3004"/>
                      </a:cubicBezTo>
                      <a:close/>
                      <a:moveTo>
                        <a:pt x="21333" y="3004"/>
                      </a:moveTo>
                      <a:lnTo>
                        <a:pt x="22427" y="3004"/>
                      </a:lnTo>
                      <a:cubicBezTo>
                        <a:pt x="22553" y="3004"/>
                        <a:pt x="22657" y="2964"/>
                        <a:pt x="22645" y="2918"/>
                      </a:cubicBezTo>
                      <a:lnTo>
                        <a:pt x="22576" y="2521"/>
                      </a:lnTo>
                      <a:cubicBezTo>
                        <a:pt x="22571" y="2469"/>
                        <a:pt x="22455" y="2434"/>
                        <a:pt x="22329" y="2434"/>
                      </a:cubicBezTo>
                      <a:lnTo>
                        <a:pt x="21258" y="2434"/>
                      </a:lnTo>
                      <a:cubicBezTo>
                        <a:pt x="21126" y="2434"/>
                        <a:pt x="21028" y="2469"/>
                        <a:pt x="21034" y="2521"/>
                      </a:cubicBezTo>
                      <a:lnTo>
                        <a:pt x="21092" y="2918"/>
                      </a:lnTo>
                      <a:cubicBezTo>
                        <a:pt x="21086" y="2958"/>
                        <a:pt x="21201" y="3004"/>
                        <a:pt x="21333" y="3004"/>
                      </a:cubicBezTo>
                      <a:close/>
                      <a:moveTo>
                        <a:pt x="19077" y="3004"/>
                      </a:moveTo>
                      <a:lnTo>
                        <a:pt x="20171" y="3004"/>
                      </a:lnTo>
                      <a:cubicBezTo>
                        <a:pt x="20303" y="3004"/>
                        <a:pt x="20401" y="2964"/>
                        <a:pt x="20395" y="2918"/>
                      </a:cubicBezTo>
                      <a:lnTo>
                        <a:pt x="20343" y="2521"/>
                      </a:lnTo>
                      <a:cubicBezTo>
                        <a:pt x="20338" y="2469"/>
                        <a:pt x="20228" y="2434"/>
                        <a:pt x="20102" y="2434"/>
                      </a:cubicBezTo>
                      <a:lnTo>
                        <a:pt x="19031" y="2434"/>
                      </a:lnTo>
                      <a:cubicBezTo>
                        <a:pt x="18899" y="2434"/>
                        <a:pt x="18801" y="2469"/>
                        <a:pt x="18807" y="2521"/>
                      </a:cubicBezTo>
                      <a:lnTo>
                        <a:pt x="18836" y="2918"/>
                      </a:lnTo>
                      <a:cubicBezTo>
                        <a:pt x="18841" y="2958"/>
                        <a:pt x="18951" y="3004"/>
                        <a:pt x="19077" y="3004"/>
                      </a:cubicBezTo>
                      <a:close/>
                      <a:moveTo>
                        <a:pt x="16827" y="3004"/>
                      </a:moveTo>
                      <a:lnTo>
                        <a:pt x="17921" y="3004"/>
                      </a:lnTo>
                      <a:cubicBezTo>
                        <a:pt x="18047" y="3004"/>
                        <a:pt x="18157" y="2964"/>
                        <a:pt x="18151" y="2918"/>
                      </a:cubicBezTo>
                      <a:lnTo>
                        <a:pt x="18128" y="2521"/>
                      </a:lnTo>
                      <a:cubicBezTo>
                        <a:pt x="18128" y="2469"/>
                        <a:pt x="18018" y="2434"/>
                        <a:pt x="17892" y="2434"/>
                      </a:cubicBezTo>
                      <a:lnTo>
                        <a:pt x="16821" y="2434"/>
                      </a:lnTo>
                      <a:cubicBezTo>
                        <a:pt x="16689" y="2434"/>
                        <a:pt x="16591" y="2469"/>
                        <a:pt x="16591" y="2521"/>
                      </a:cubicBezTo>
                      <a:lnTo>
                        <a:pt x="16597" y="2918"/>
                      </a:lnTo>
                      <a:cubicBezTo>
                        <a:pt x="16591" y="2958"/>
                        <a:pt x="16701" y="3004"/>
                        <a:pt x="16827" y="3004"/>
                      </a:cubicBezTo>
                      <a:close/>
                      <a:moveTo>
                        <a:pt x="14583" y="3004"/>
                      </a:moveTo>
                      <a:lnTo>
                        <a:pt x="15676" y="3004"/>
                      </a:lnTo>
                      <a:cubicBezTo>
                        <a:pt x="15809" y="3004"/>
                        <a:pt x="15912" y="2964"/>
                        <a:pt x="15912" y="2918"/>
                      </a:cubicBezTo>
                      <a:lnTo>
                        <a:pt x="15924" y="2521"/>
                      </a:lnTo>
                      <a:cubicBezTo>
                        <a:pt x="15924" y="2469"/>
                        <a:pt x="15820" y="2434"/>
                        <a:pt x="15694" y="2434"/>
                      </a:cubicBezTo>
                      <a:lnTo>
                        <a:pt x="14617" y="2434"/>
                      </a:lnTo>
                      <a:cubicBezTo>
                        <a:pt x="14491" y="2434"/>
                        <a:pt x="14381" y="2469"/>
                        <a:pt x="14381" y="2521"/>
                      </a:cubicBezTo>
                      <a:lnTo>
                        <a:pt x="14358" y="2918"/>
                      </a:lnTo>
                      <a:cubicBezTo>
                        <a:pt x="14347" y="2958"/>
                        <a:pt x="14445" y="3004"/>
                        <a:pt x="14583" y="3004"/>
                      </a:cubicBezTo>
                      <a:close/>
                      <a:moveTo>
                        <a:pt x="12333" y="3004"/>
                      </a:moveTo>
                      <a:lnTo>
                        <a:pt x="13426" y="3004"/>
                      </a:lnTo>
                      <a:cubicBezTo>
                        <a:pt x="13553" y="3004"/>
                        <a:pt x="13662" y="2964"/>
                        <a:pt x="13668" y="2918"/>
                      </a:cubicBezTo>
                      <a:lnTo>
                        <a:pt x="13697" y="2521"/>
                      </a:lnTo>
                      <a:cubicBezTo>
                        <a:pt x="13697" y="2469"/>
                        <a:pt x="13599" y="2434"/>
                        <a:pt x="13478" y="2434"/>
                      </a:cubicBezTo>
                      <a:lnTo>
                        <a:pt x="12402" y="2434"/>
                      </a:lnTo>
                      <a:cubicBezTo>
                        <a:pt x="12275" y="2434"/>
                        <a:pt x="12166" y="2469"/>
                        <a:pt x="12160" y="2521"/>
                      </a:cubicBezTo>
                      <a:lnTo>
                        <a:pt x="12108" y="2918"/>
                      </a:lnTo>
                      <a:cubicBezTo>
                        <a:pt x="12103" y="2958"/>
                        <a:pt x="12200" y="3004"/>
                        <a:pt x="12333" y="3004"/>
                      </a:cubicBezTo>
                      <a:close/>
                      <a:moveTo>
                        <a:pt x="10083" y="3004"/>
                      </a:moveTo>
                      <a:lnTo>
                        <a:pt x="11176" y="3004"/>
                      </a:lnTo>
                      <a:cubicBezTo>
                        <a:pt x="11303" y="3004"/>
                        <a:pt x="11418" y="2964"/>
                        <a:pt x="11418" y="2918"/>
                      </a:cubicBezTo>
                      <a:lnTo>
                        <a:pt x="11475" y="2521"/>
                      </a:lnTo>
                      <a:cubicBezTo>
                        <a:pt x="11481" y="2469"/>
                        <a:pt x="11383" y="2434"/>
                        <a:pt x="11251" y="2434"/>
                      </a:cubicBezTo>
                      <a:lnTo>
                        <a:pt x="10180" y="2434"/>
                      </a:lnTo>
                      <a:cubicBezTo>
                        <a:pt x="10054" y="2434"/>
                        <a:pt x="9944" y="2469"/>
                        <a:pt x="9939" y="2521"/>
                      </a:cubicBezTo>
                      <a:lnTo>
                        <a:pt x="9864" y="2918"/>
                      </a:lnTo>
                      <a:cubicBezTo>
                        <a:pt x="9847" y="2958"/>
                        <a:pt x="9950" y="3004"/>
                        <a:pt x="10083" y="3004"/>
                      </a:cubicBezTo>
                      <a:close/>
                      <a:moveTo>
                        <a:pt x="7827" y="3004"/>
                      </a:moveTo>
                      <a:lnTo>
                        <a:pt x="8920" y="3004"/>
                      </a:lnTo>
                      <a:cubicBezTo>
                        <a:pt x="9052" y="3004"/>
                        <a:pt x="9168" y="2964"/>
                        <a:pt x="9173" y="2918"/>
                      </a:cubicBezTo>
                      <a:lnTo>
                        <a:pt x="9254" y="2521"/>
                      </a:lnTo>
                      <a:cubicBezTo>
                        <a:pt x="9260" y="2469"/>
                        <a:pt x="9168" y="2434"/>
                        <a:pt x="9035" y="2434"/>
                      </a:cubicBezTo>
                      <a:lnTo>
                        <a:pt x="7965" y="2434"/>
                      </a:lnTo>
                      <a:cubicBezTo>
                        <a:pt x="7832" y="2434"/>
                        <a:pt x="7723" y="2469"/>
                        <a:pt x="7712" y="2521"/>
                      </a:cubicBezTo>
                      <a:lnTo>
                        <a:pt x="7614" y="2918"/>
                      </a:lnTo>
                      <a:cubicBezTo>
                        <a:pt x="7608" y="2958"/>
                        <a:pt x="7700" y="3004"/>
                        <a:pt x="7827" y="3004"/>
                      </a:cubicBezTo>
                      <a:close/>
                      <a:moveTo>
                        <a:pt x="5577" y="3004"/>
                      </a:moveTo>
                      <a:lnTo>
                        <a:pt x="6670" y="3004"/>
                      </a:lnTo>
                      <a:cubicBezTo>
                        <a:pt x="6802" y="3004"/>
                        <a:pt x="6917" y="2964"/>
                        <a:pt x="6929" y="2918"/>
                      </a:cubicBezTo>
                      <a:lnTo>
                        <a:pt x="7038" y="2521"/>
                      </a:lnTo>
                      <a:cubicBezTo>
                        <a:pt x="7050" y="2469"/>
                        <a:pt x="6958" y="2434"/>
                        <a:pt x="6825" y="2434"/>
                      </a:cubicBezTo>
                      <a:lnTo>
                        <a:pt x="5755" y="2434"/>
                      </a:lnTo>
                      <a:cubicBezTo>
                        <a:pt x="5628" y="2434"/>
                        <a:pt x="5513" y="2469"/>
                        <a:pt x="5496" y="2521"/>
                      </a:cubicBezTo>
                      <a:lnTo>
                        <a:pt x="5375" y="2918"/>
                      </a:lnTo>
                      <a:cubicBezTo>
                        <a:pt x="5352" y="2958"/>
                        <a:pt x="5450" y="3004"/>
                        <a:pt x="5577" y="3004"/>
                      </a:cubicBezTo>
                      <a:close/>
                      <a:moveTo>
                        <a:pt x="570" y="3004"/>
                      </a:moveTo>
                      <a:lnTo>
                        <a:pt x="4426" y="3004"/>
                      </a:lnTo>
                      <a:cubicBezTo>
                        <a:pt x="4558" y="3004"/>
                        <a:pt x="4679" y="2964"/>
                        <a:pt x="4690" y="2918"/>
                      </a:cubicBezTo>
                      <a:lnTo>
                        <a:pt x="4823" y="2521"/>
                      </a:lnTo>
                      <a:cubicBezTo>
                        <a:pt x="4834" y="2469"/>
                        <a:pt x="4742" y="2434"/>
                        <a:pt x="4621" y="2434"/>
                      </a:cubicBezTo>
                      <a:lnTo>
                        <a:pt x="829" y="2434"/>
                      </a:lnTo>
                      <a:cubicBezTo>
                        <a:pt x="696" y="2434"/>
                        <a:pt x="576" y="2469"/>
                        <a:pt x="553" y="2521"/>
                      </a:cubicBezTo>
                      <a:lnTo>
                        <a:pt x="374" y="2918"/>
                      </a:lnTo>
                      <a:cubicBezTo>
                        <a:pt x="345" y="2958"/>
                        <a:pt x="432" y="3004"/>
                        <a:pt x="570" y="3004"/>
                      </a:cubicBezTo>
                      <a:close/>
                      <a:moveTo>
                        <a:pt x="28078" y="3004"/>
                      </a:moveTo>
                      <a:lnTo>
                        <a:pt x="31934" y="3004"/>
                      </a:lnTo>
                      <a:cubicBezTo>
                        <a:pt x="32066" y="3004"/>
                        <a:pt x="32152" y="2964"/>
                        <a:pt x="32129" y="2918"/>
                      </a:cubicBezTo>
                      <a:lnTo>
                        <a:pt x="31945" y="2521"/>
                      </a:lnTo>
                      <a:cubicBezTo>
                        <a:pt x="31928" y="2469"/>
                        <a:pt x="31801" y="2434"/>
                        <a:pt x="31675" y="2434"/>
                      </a:cubicBezTo>
                      <a:lnTo>
                        <a:pt x="27882" y="2434"/>
                      </a:lnTo>
                      <a:cubicBezTo>
                        <a:pt x="27756" y="2434"/>
                        <a:pt x="27664" y="2469"/>
                        <a:pt x="27681" y="2521"/>
                      </a:cubicBezTo>
                      <a:lnTo>
                        <a:pt x="27813" y="2918"/>
                      </a:lnTo>
                      <a:cubicBezTo>
                        <a:pt x="27836" y="2958"/>
                        <a:pt x="27951" y="3004"/>
                        <a:pt x="28078" y="3004"/>
                      </a:cubicBezTo>
                      <a:close/>
                      <a:moveTo>
                        <a:pt x="26570" y="3764"/>
                      </a:moveTo>
                      <a:lnTo>
                        <a:pt x="27733" y="3764"/>
                      </a:lnTo>
                      <a:cubicBezTo>
                        <a:pt x="27871" y="3764"/>
                        <a:pt x="27963" y="3723"/>
                        <a:pt x="27940" y="3672"/>
                      </a:cubicBezTo>
                      <a:lnTo>
                        <a:pt x="27905" y="3551"/>
                      </a:lnTo>
                      <a:cubicBezTo>
                        <a:pt x="27894" y="3499"/>
                        <a:pt x="27767" y="3453"/>
                        <a:pt x="27641" y="3453"/>
                      </a:cubicBezTo>
                      <a:lnTo>
                        <a:pt x="26484" y="3453"/>
                      </a:lnTo>
                      <a:cubicBezTo>
                        <a:pt x="26351" y="3453"/>
                        <a:pt x="26254" y="3499"/>
                        <a:pt x="26265" y="3551"/>
                      </a:cubicBezTo>
                      <a:lnTo>
                        <a:pt x="26300" y="3672"/>
                      </a:lnTo>
                      <a:cubicBezTo>
                        <a:pt x="26311" y="3723"/>
                        <a:pt x="26432" y="3764"/>
                        <a:pt x="26570" y="3764"/>
                      </a:cubicBezTo>
                      <a:close/>
                      <a:moveTo>
                        <a:pt x="28832" y="3764"/>
                      </a:moveTo>
                      <a:lnTo>
                        <a:pt x="30000" y="3764"/>
                      </a:lnTo>
                      <a:cubicBezTo>
                        <a:pt x="30138" y="3764"/>
                        <a:pt x="30219" y="3723"/>
                        <a:pt x="30207" y="3672"/>
                      </a:cubicBezTo>
                      <a:lnTo>
                        <a:pt x="30040" y="3252"/>
                      </a:lnTo>
                      <a:cubicBezTo>
                        <a:pt x="30017" y="3206"/>
                        <a:pt x="29896" y="3165"/>
                        <a:pt x="29770" y="3165"/>
                      </a:cubicBezTo>
                      <a:lnTo>
                        <a:pt x="28619" y="3165"/>
                      </a:lnTo>
                      <a:cubicBezTo>
                        <a:pt x="28486" y="3165"/>
                        <a:pt x="28394" y="3206"/>
                        <a:pt x="28406" y="3252"/>
                      </a:cubicBezTo>
                      <a:lnTo>
                        <a:pt x="28550" y="3672"/>
                      </a:lnTo>
                      <a:cubicBezTo>
                        <a:pt x="28584" y="3723"/>
                        <a:pt x="28705" y="3764"/>
                        <a:pt x="28832" y="3764"/>
                      </a:cubicBezTo>
                      <a:close/>
                      <a:moveTo>
                        <a:pt x="31105" y="3764"/>
                      </a:moveTo>
                      <a:lnTo>
                        <a:pt x="32273" y="3764"/>
                      </a:lnTo>
                      <a:cubicBezTo>
                        <a:pt x="32411" y="3764"/>
                        <a:pt x="32492" y="3723"/>
                        <a:pt x="32475" y="3672"/>
                      </a:cubicBezTo>
                      <a:lnTo>
                        <a:pt x="32417" y="3551"/>
                      </a:lnTo>
                      <a:cubicBezTo>
                        <a:pt x="32394" y="3499"/>
                        <a:pt x="32267" y="3453"/>
                        <a:pt x="32135" y="3453"/>
                      </a:cubicBezTo>
                      <a:lnTo>
                        <a:pt x="30984" y="3453"/>
                      </a:lnTo>
                      <a:cubicBezTo>
                        <a:pt x="30857" y="3453"/>
                        <a:pt x="30760" y="3499"/>
                        <a:pt x="30783" y="3551"/>
                      </a:cubicBezTo>
                      <a:lnTo>
                        <a:pt x="30834" y="3672"/>
                      </a:lnTo>
                      <a:cubicBezTo>
                        <a:pt x="30857" y="3723"/>
                        <a:pt x="30978" y="3764"/>
                        <a:pt x="31105" y="3764"/>
                      </a:cubicBezTo>
                      <a:close/>
                      <a:moveTo>
                        <a:pt x="24268" y="3764"/>
                      </a:moveTo>
                      <a:lnTo>
                        <a:pt x="25379" y="3764"/>
                      </a:lnTo>
                      <a:cubicBezTo>
                        <a:pt x="25517" y="3764"/>
                        <a:pt x="25609" y="3723"/>
                        <a:pt x="25598" y="3672"/>
                      </a:cubicBezTo>
                      <a:lnTo>
                        <a:pt x="25488" y="3252"/>
                      </a:lnTo>
                      <a:cubicBezTo>
                        <a:pt x="25477" y="3206"/>
                        <a:pt x="25362" y="3165"/>
                        <a:pt x="25229" y="3165"/>
                      </a:cubicBezTo>
                      <a:lnTo>
                        <a:pt x="24130" y="3165"/>
                      </a:lnTo>
                      <a:cubicBezTo>
                        <a:pt x="23998" y="3165"/>
                        <a:pt x="23900" y="3206"/>
                        <a:pt x="23911" y="3252"/>
                      </a:cubicBezTo>
                      <a:lnTo>
                        <a:pt x="24009" y="3672"/>
                      </a:lnTo>
                      <a:cubicBezTo>
                        <a:pt x="24015" y="3723"/>
                        <a:pt x="24130" y="3764"/>
                        <a:pt x="24268" y="3764"/>
                      </a:cubicBezTo>
                      <a:close/>
                      <a:moveTo>
                        <a:pt x="9801" y="3252"/>
                      </a:moveTo>
                      <a:lnTo>
                        <a:pt x="9720" y="3672"/>
                      </a:lnTo>
                      <a:cubicBezTo>
                        <a:pt x="9714" y="3723"/>
                        <a:pt x="9812" y="3764"/>
                        <a:pt x="9944" y="3764"/>
                      </a:cubicBezTo>
                      <a:lnTo>
                        <a:pt x="20257" y="3764"/>
                      </a:lnTo>
                      <a:cubicBezTo>
                        <a:pt x="20395" y="3764"/>
                        <a:pt x="20499" y="3718"/>
                        <a:pt x="20487" y="3672"/>
                      </a:cubicBezTo>
                      <a:lnTo>
                        <a:pt x="20441" y="3252"/>
                      </a:lnTo>
                      <a:cubicBezTo>
                        <a:pt x="20430" y="3206"/>
                        <a:pt x="20326" y="3165"/>
                        <a:pt x="20194" y="3165"/>
                      </a:cubicBezTo>
                      <a:lnTo>
                        <a:pt x="10054" y="3165"/>
                      </a:lnTo>
                      <a:cubicBezTo>
                        <a:pt x="9921" y="3165"/>
                        <a:pt x="9806" y="3211"/>
                        <a:pt x="9801" y="3252"/>
                      </a:cubicBezTo>
                      <a:close/>
                      <a:moveTo>
                        <a:pt x="7125" y="3764"/>
                      </a:moveTo>
                      <a:lnTo>
                        <a:pt x="8765" y="3764"/>
                      </a:lnTo>
                      <a:cubicBezTo>
                        <a:pt x="8903" y="3764"/>
                        <a:pt x="9018" y="3723"/>
                        <a:pt x="9024" y="3672"/>
                      </a:cubicBezTo>
                      <a:lnTo>
                        <a:pt x="9110" y="3252"/>
                      </a:lnTo>
                      <a:cubicBezTo>
                        <a:pt x="9116" y="3206"/>
                        <a:pt x="9024" y="3165"/>
                        <a:pt x="8891" y="3165"/>
                      </a:cubicBezTo>
                      <a:lnTo>
                        <a:pt x="7280" y="3165"/>
                      </a:lnTo>
                      <a:cubicBezTo>
                        <a:pt x="7153" y="3165"/>
                        <a:pt x="7038" y="3206"/>
                        <a:pt x="7021" y="3252"/>
                      </a:cubicBezTo>
                      <a:lnTo>
                        <a:pt x="6917" y="3672"/>
                      </a:lnTo>
                      <a:cubicBezTo>
                        <a:pt x="6894" y="3723"/>
                        <a:pt x="6986" y="3764"/>
                        <a:pt x="7125" y="3764"/>
                      </a:cubicBezTo>
                      <a:close/>
                      <a:moveTo>
                        <a:pt x="4823" y="3764"/>
                      </a:moveTo>
                      <a:lnTo>
                        <a:pt x="5939" y="3764"/>
                      </a:lnTo>
                      <a:cubicBezTo>
                        <a:pt x="6071" y="3764"/>
                        <a:pt x="6187" y="3723"/>
                        <a:pt x="6204" y="3672"/>
                      </a:cubicBezTo>
                      <a:lnTo>
                        <a:pt x="6319" y="3252"/>
                      </a:lnTo>
                      <a:cubicBezTo>
                        <a:pt x="6330" y="3206"/>
                        <a:pt x="6238" y="3165"/>
                        <a:pt x="6106" y="3165"/>
                      </a:cubicBezTo>
                      <a:lnTo>
                        <a:pt x="5018" y="3165"/>
                      </a:lnTo>
                      <a:cubicBezTo>
                        <a:pt x="4886" y="3165"/>
                        <a:pt x="4765" y="3206"/>
                        <a:pt x="4748" y="3252"/>
                      </a:cubicBezTo>
                      <a:lnTo>
                        <a:pt x="4615" y="3672"/>
                      </a:lnTo>
                      <a:cubicBezTo>
                        <a:pt x="4592" y="3723"/>
                        <a:pt x="4690" y="3764"/>
                        <a:pt x="4823" y="3764"/>
                      </a:cubicBezTo>
                      <a:close/>
                      <a:moveTo>
                        <a:pt x="21437" y="3764"/>
                      </a:moveTo>
                      <a:lnTo>
                        <a:pt x="23077" y="3764"/>
                      </a:lnTo>
                      <a:cubicBezTo>
                        <a:pt x="23215" y="3764"/>
                        <a:pt x="23307" y="3723"/>
                        <a:pt x="23301" y="3672"/>
                      </a:cubicBezTo>
                      <a:lnTo>
                        <a:pt x="23221" y="3252"/>
                      </a:lnTo>
                      <a:cubicBezTo>
                        <a:pt x="23215" y="3206"/>
                        <a:pt x="23100" y="3165"/>
                        <a:pt x="22973" y="3165"/>
                      </a:cubicBezTo>
                      <a:lnTo>
                        <a:pt x="21362" y="3165"/>
                      </a:lnTo>
                      <a:cubicBezTo>
                        <a:pt x="21230" y="3165"/>
                        <a:pt x="21132" y="3206"/>
                        <a:pt x="21138" y="3252"/>
                      </a:cubicBezTo>
                      <a:lnTo>
                        <a:pt x="21195" y="3672"/>
                      </a:lnTo>
                      <a:cubicBezTo>
                        <a:pt x="21195" y="3723"/>
                        <a:pt x="21310" y="3764"/>
                        <a:pt x="21437" y="3764"/>
                      </a:cubicBezTo>
                      <a:close/>
                      <a:moveTo>
                        <a:pt x="2521" y="3764"/>
                      </a:moveTo>
                      <a:lnTo>
                        <a:pt x="3637" y="3764"/>
                      </a:lnTo>
                      <a:cubicBezTo>
                        <a:pt x="3770" y="3764"/>
                        <a:pt x="3885" y="3723"/>
                        <a:pt x="3908" y="3672"/>
                      </a:cubicBezTo>
                      <a:lnTo>
                        <a:pt x="4052" y="3252"/>
                      </a:lnTo>
                      <a:cubicBezTo>
                        <a:pt x="4069" y="3206"/>
                        <a:pt x="3982" y="3165"/>
                        <a:pt x="3844" y="3165"/>
                      </a:cubicBezTo>
                      <a:lnTo>
                        <a:pt x="2745" y="3165"/>
                      </a:lnTo>
                      <a:cubicBezTo>
                        <a:pt x="2613" y="3165"/>
                        <a:pt x="2492" y="3206"/>
                        <a:pt x="2469" y="3252"/>
                      </a:cubicBezTo>
                      <a:lnTo>
                        <a:pt x="2302" y="3672"/>
                      </a:lnTo>
                      <a:cubicBezTo>
                        <a:pt x="2296" y="3723"/>
                        <a:pt x="2388" y="3764"/>
                        <a:pt x="2521" y="3764"/>
                      </a:cubicBezTo>
                      <a:close/>
                      <a:moveTo>
                        <a:pt x="225" y="3764"/>
                      </a:moveTo>
                      <a:lnTo>
                        <a:pt x="1341" y="3764"/>
                      </a:lnTo>
                      <a:cubicBezTo>
                        <a:pt x="1479" y="3764"/>
                        <a:pt x="1600" y="3723"/>
                        <a:pt x="1623" y="3672"/>
                      </a:cubicBezTo>
                      <a:lnTo>
                        <a:pt x="1796" y="3252"/>
                      </a:lnTo>
                      <a:cubicBezTo>
                        <a:pt x="1813" y="3206"/>
                        <a:pt x="1721" y="3165"/>
                        <a:pt x="1594" y="3165"/>
                      </a:cubicBezTo>
                      <a:lnTo>
                        <a:pt x="489" y="3165"/>
                      </a:lnTo>
                      <a:cubicBezTo>
                        <a:pt x="363" y="3165"/>
                        <a:pt x="242" y="3206"/>
                        <a:pt x="207" y="3252"/>
                      </a:cubicBezTo>
                      <a:lnTo>
                        <a:pt x="23" y="3672"/>
                      </a:lnTo>
                      <a:cubicBezTo>
                        <a:pt x="0" y="3723"/>
                        <a:pt x="86" y="3764"/>
                        <a:pt x="225" y="376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 name="Google Shape;837;p47">
                  <a:extLst>
                    <a:ext uri="{FF2B5EF4-FFF2-40B4-BE49-F238E27FC236}">
                      <a16:creationId xmlns:a16="http://schemas.microsoft.com/office/drawing/2014/main" id="{F9D9A6EF-F0E4-D6C3-05CF-03EFC339F609}"/>
                    </a:ext>
                  </a:extLst>
                </p:cNvPr>
                <p:cNvSpPr/>
                <p:nvPr/>
              </p:nvSpPr>
              <p:spPr>
                <a:xfrm>
                  <a:off x="6239159" y="3429258"/>
                  <a:ext cx="1890236" cy="219160"/>
                </a:xfrm>
                <a:custGeom>
                  <a:avLst/>
                  <a:gdLst/>
                  <a:ahLst/>
                  <a:cxnLst/>
                  <a:rect l="l" t="t" r="r" b="b"/>
                  <a:pathLst>
                    <a:path w="32516" h="3770" extrusionOk="0">
                      <a:moveTo>
                        <a:pt x="2866" y="242"/>
                      </a:moveTo>
                      <a:lnTo>
                        <a:pt x="1807" y="242"/>
                      </a:lnTo>
                      <a:cubicBezTo>
                        <a:pt x="1687" y="242"/>
                        <a:pt x="1606" y="207"/>
                        <a:pt x="1617" y="173"/>
                      </a:cubicBezTo>
                      <a:lnTo>
                        <a:pt x="1664" y="75"/>
                      </a:lnTo>
                      <a:cubicBezTo>
                        <a:pt x="1687" y="35"/>
                        <a:pt x="1790" y="6"/>
                        <a:pt x="1917" y="6"/>
                      </a:cubicBezTo>
                      <a:lnTo>
                        <a:pt x="2964" y="6"/>
                      </a:lnTo>
                      <a:cubicBezTo>
                        <a:pt x="3085" y="6"/>
                        <a:pt x="3166" y="40"/>
                        <a:pt x="3154" y="75"/>
                      </a:cubicBezTo>
                      <a:lnTo>
                        <a:pt x="3108" y="173"/>
                      </a:lnTo>
                      <a:cubicBezTo>
                        <a:pt x="3091" y="213"/>
                        <a:pt x="2981" y="242"/>
                        <a:pt x="2866" y="242"/>
                      </a:cubicBezTo>
                      <a:close/>
                      <a:moveTo>
                        <a:pt x="5088" y="0"/>
                      </a:moveTo>
                      <a:lnTo>
                        <a:pt x="4034" y="0"/>
                      </a:lnTo>
                      <a:cubicBezTo>
                        <a:pt x="3914" y="0"/>
                        <a:pt x="3804" y="35"/>
                        <a:pt x="3793" y="69"/>
                      </a:cubicBezTo>
                      <a:lnTo>
                        <a:pt x="3758" y="161"/>
                      </a:lnTo>
                      <a:cubicBezTo>
                        <a:pt x="3741" y="207"/>
                        <a:pt x="3827" y="236"/>
                        <a:pt x="3942" y="236"/>
                      </a:cubicBezTo>
                      <a:lnTo>
                        <a:pt x="5001" y="236"/>
                      </a:lnTo>
                      <a:cubicBezTo>
                        <a:pt x="5122" y="236"/>
                        <a:pt x="5231" y="201"/>
                        <a:pt x="5243" y="161"/>
                      </a:cubicBezTo>
                      <a:lnTo>
                        <a:pt x="5283" y="69"/>
                      </a:lnTo>
                      <a:cubicBezTo>
                        <a:pt x="5295" y="35"/>
                        <a:pt x="5208" y="0"/>
                        <a:pt x="5088" y="0"/>
                      </a:cubicBezTo>
                      <a:close/>
                      <a:moveTo>
                        <a:pt x="7217" y="0"/>
                      </a:moveTo>
                      <a:lnTo>
                        <a:pt x="6164" y="0"/>
                      </a:lnTo>
                      <a:cubicBezTo>
                        <a:pt x="6043" y="0"/>
                        <a:pt x="5945" y="35"/>
                        <a:pt x="5928" y="69"/>
                      </a:cubicBezTo>
                      <a:lnTo>
                        <a:pt x="5899" y="161"/>
                      </a:lnTo>
                      <a:cubicBezTo>
                        <a:pt x="5888" y="207"/>
                        <a:pt x="5968" y="236"/>
                        <a:pt x="6095" y="236"/>
                      </a:cubicBezTo>
                      <a:lnTo>
                        <a:pt x="7148" y="236"/>
                      </a:lnTo>
                      <a:cubicBezTo>
                        <a:pt x="7274" y="236"/>
                        <a:pt x="7378" y="201"/>
                        <a:pt x="7390" y="161"/>
                      </a:cubicBezTo>
                      <a:lnTo>
                        <a:pt x="7418" y="69"/>
                      </a:lnTo>
                      <a:cubicBezTo>
                        <a:pt x="7424" y="35"/>
                        <a:pt x="7332" y="0"/>
                        <a:pt x="7217" y="0"/>
                      </a:cubicBezTo>
                      <a:close/>
                      <a:moveTo>
                        <a:pt x="9340" y="0"/>
                      </a:moveTo>
                      <a:lnTo>
                        <a:pt x="8287" y="0"/>
                      </a:lnTo>
                      <a:cubicBezTo>
                        <a:pt x="8166" y="0"/>
                        <a:pt x="8063" y="35"/>
                        <a:pt x="8051" y="69"/>
                      </a:cubicBezTo>
                      <a:lnTo>
                        <a:pt x="8028" y="161"/>
                      </a:lnTo>
                      <a:cubicBezTo>
                        <a:pt x="8023" y="207"/>
                        <a:pt x="8109" y="236"/>
                        <a:pt x="8230" y="236"/>
                      </a:cubicBezTo>
                      <a:lnTo>
                        <a:pt x="9289" y="236"/>
                      </a:lnTo>
                      <a:cubicBezTo>
                        <a:pt x="9409" y="236"/>
                        <a:pt x="9507" y="201"/>
                        <a:pt x="9519" y="161"/>
                      </a:cubicBezTo>
                      <a:lnTo>
                        <a:pt x="9536" y="69"/>
                      </a:lnTo>
                      <a:cubicBezTo>
                        <a:pt x="9548" y="35"/>
                        <a:pt x="9461" y="0"/>
                        <a:pt x="9340" y="0"/>
                      </a:cubicBezTo>
                      <a:close/>
                      <a:moveTo>
                        <a:pt x="11470" y="0"/>
                      </a:moveTo>
                      <a:lnTo>
                        <a:pt x="10417" y="0"/>
                      </a:lnTo>
                      <a:cubicBezTo>
                        <a:pt x="10296" y="0"/>
                        <a:pt x="10192" y="35"/>
                        <a:pt x="10186" y="69"/>
                      </a:cubicBezTo>
                      <a:lnTo>
                        <a:pt x="10163" y="161"/>
                      </a:lnTo>
                      <a:cubicBezTo>
                        <a:pt x="10158" y="207"/>
                        <a:pt x="10250" y="236"/>
                        <a:pt x="10365" y="236"/>
                      </a:cubicBezTo>
                      <a:lnTo>
                        <a:pt x="11424" y="236"/>
                      </a:lnTo>
                      <a:cubicBezTo>
                        <a:pt x="11545" y="236"/>
                        <a:pt x="11648" y="201"/>
                        <a:pt x="11654" y="161"/>
                      </a:cubicBezTo>
                      <a:lnTo>
                        <a:pt x="11665" y="69"/>
                      </a:lnTo>
                      <a:cubicBezTo>
                        <a:pt x="11677" y="35"/>
                        <a:pt x="11579" y="0"/>
                        <a:pt x="11470" y="0"/>
                      </a:cubicBezTo>
                      <a:close/>
                      <a:moveTo>
                        <a:pt x="13587" y="0"/>
                      </a:moveTo>
                      <a:lnTo>
                        <a:pt x="12540" y="0"/>
                      </a:lnTo>
                      <a:cubicBezTo>
                        <a:pt x="12419" y="0"/>
                        <a:pt x="12316" y="35"/>
                        <a:pt x="12316" y="69"/>
                      </a:cubicBezTo>
                      <a:lnTo>
                        <a:pt x="12304" y="161"/>
                      </a:lnTo>
                      <a:cubicBezTo>
                        <a:pt x="12293" y="207"/>
                        <a:pt x="12390" y="236"/>
                        <a:pt x="12511" y="236"/>
                      </a:cubicBezTo>
                      <a:lnTo>
                        <a:pt x="13570" y="236"/>
                      </a:lnTo>
                      <a:cubicBezTo>
                        <a:pt x="13691" y="236"/>
                        <a:pt x="13789" y="201"/>
                        <a:pt x="13789" y="161"/>
                      </a:cubicBezTo>
                      <a:lnTo>
                        <a:pt x="13800" y="69"/>
                      </a:lnTo>
                      <a:cubicBezTo>
                        <a:pt x="13806" y="35"/>
                        <a:pt x="13714" y="0"/>
                        <a:pt x="13587" y="0"/>
                      </a:cubicBezTo>
                      <a:close/>
                      <a:moveTo>
                        <a:pt x="15717" y="0"/>
                      </a:moveTo>
                      <a:lnTo>
                        <a:pt x="14669" y="0"/>
                      </a:lnTo>
                      <a:cubicBezTo>
                        <a:pt x="14549" y="0"/>
                        <a:pt x="14451" y="35"/>
                        <a:pt x="14445" y="69"/>
                      </a:cubicBezTo>
                      <a:lnTo>
                        <a:pt x="14439" y="161"/>
                      </a:lnTo>
                      <a:cubicBezTo>
                        <a:pt x="14439" y="207"/>
                        <a:pt x="14531" y="236"/>
                        <a:pt x="14652" y="236"/>
                      </a:cubicBezTo>
                      <a:lnTo>
                        <a:pt x="15711" y="236"/>
                      </a:lnTo>
                      <a:cubicBezTo>
                        <a:pt x="15832" y="236"/>
                        <a:pt x="15930" y="201"/>
                        <a:pt x="15930" y="161"/>
                      </a:cubicBezTo>
                      <a:lnTo>
                        <a:pt x="15930" y="69"/>
                      </a:lnTo>
                      <a:cubicBezTo>
                        <a:pt x="15935" y="35"/>
                        <a:pt x="15843" y="0"/>
                        <a:pt x="15717" y="0"/>
                      </a:cubicBezTo>
                      <a:close/>
                      <a:moveTo>
                        <a:pt x="17846" y="0"/>
                      </a:moveTo>
                      <a:lnTo>
                        <a:pt x="16799" y="0"/>
                      </a:lnTo>
                      <a:cubicBezTo>
                        <a:pt x="16678" y="0"/>
                        <a:pt x="16580" y="35"/>
                        <a:pt x="16580" y="69"/>
                      </a:cubicBezTo>
                      <a:lnTo>
                        <a:pt x="16580" y="161"/>
                      </a:lnTo>
                      <a:cubicBezTo>
                        <a:pt x="16580" y="207"/>
                        <a:pt x="16684" y="236"/>
                        <a:pt x="16799" y="236"/>
                      </a:cubicBezTo>
                      <a:lnTo>
                        <a:pt x="17858" y="236"/>
                      </a:lnTo>
                      <a:cubicBezTo>
                        <a:pt x="17978" y="236"/>
                        <a:pt x="18071" y="201"/>
                        <a:pt x="18071" y="161"/>
                      </a:cubicBezTo>
                      <a:lnTo>
                        <a:pt x="18065" y="69"/>
                      </a:lnTo>
                      <a:cubicBezTo>
                        <a:pt x="18065" y="35"/>
                        <a:pt x="17961" y="0"/>
                        <a:pt x="17846" y="0"/>
                      </a:cubicBezTo>
                      <a:close/>
                      <a:moveTo>
                        <a:pt x="19970" y="0"/>
                      </a:moveTo>
                      <a:lnTo>
                        <a:pt x="18922" y="0"/>
                      </a:lnTo>
                      <a:cubicBezTo>
                        <a:pt x="18796" y="0"/>
                        <a:pt x="18704" y="35"/>
                        <a:pt x="18709" y="69"/>
                      </a:cubicBezTo>
                      <a:lnTo>
                        <a:pt x="18721" y="161"/>
                      </a:lnTo>
                      <a:cubicBezTo>
                        <a:pt x="18721" y="207"/>
                        <a:pt x="18819" y="236"/>
                        <a:pt x="18939" y="236"/>
                      </a:cubicBezTo>
                      <a:lnTo>
                        <a:pt x="19998" y="236"/>
                      </a:lnTo>
                      <a:cubicBezTo>
                        <a:pt x="20119" y="236"/>
                        <a:pt x="20217" y="201"/>
                        <a:pt x="20206" y="161"/>
                      </a:cubicBezTo>
                      <a:lnTo>
                        <a:pt x="20194" y="69"/>
                      </a:lnTo>
                      <a:cubicBezTo>
                        <a:pt x="20194" y="35"/>
                        <a:pt x="20090" y="0"/>
                        <a:pt x="19970" y="0"/>
                      </a:cubicBezTo>
                      <a:close/>
                      <a:moveTo>
                        <a:pt x="22099" y="0"/>
                      </a:moveTo>
                      <a:lnTo>
                        <a:pt x="21052" y="0"/>
                      </a:lnTo>
                      <a:cubicBezTo>
                        <a:pt x="20925" y="0"/>
                        <a:pt x="20839" y="35"/>
                        <a:pt x="20839" y="69"/>
                      </a:cubicBezTo>
                      <a:lnTo>
                        <a:pt x="20856" y="161"/>
                      </a:lnTo>
                      <a:cubicBezTo>
                        <a:pt x="20862" y="207"/>
                        <a:pt x="20965" y="236"/>
                        <a:pt x="21086" y="236"/>
                      </a:cubicBezTo>
                      <a:lnTo>
                        <a:pt x="22139" y="236"/>
                      </a:lnTo>
                      <a:cubicBezTo>
                        <a:pt x="22266" y="236"/>
                        <a:pt x="22352" y="201"/>
                        <a:pt x="22346" y="161"/>
                      </a:cubicBezTo>
                      <a:lnTo>
                        <a:pt x="22323" y="69"/>
                      </a:lnTo>
                      <a:cubicBezTo>
                        <a:pt x="22323" y="35"/>
                        <a:pt x="22214" y="0"/>
                        <a:pt x="22099" y="0"/>
                      </a:cubicBezTo>
                      <a:close/>
                      <a:moveTo>
                        <a:pt x="24222" y="0"/>
                      </a:moveTo>
                      <a:lnTo>
                        <a:pt x="23169" y="0"/>
                      </a:lnTo>
                      <a:cubicBezTo>
                        <a:pt x="23048" y="0"/>
                        <a:pt x="22962" y="35"/>
                        <a:pt x="22968" y="69"/>
                      </a:cubicBezTo>
                      <a:lnTo>
                        <a:pt x="22991" y="161"/>
                      </a:lnTo>
                      <a:cubicBezTo>
                        <a:pt x="22997" y="207"/>
                        <a:pt x="23106" y="236"/>
                        <a:pt x="23221" y="236"/>
                      </a:cubicBezTo>
                      <a:lnTo>
                        <a:pt x="24280" y="236"/>
                      </a:lnTo>
                      <a:cubicBezTo>
                        <a:pt x="24401" y="236"/>
                        <a:pt x="24487" y="201"/>
                        <a:pt x="24481" y="161"/>
                      </a:cubicBezTo>
                      <a:lnTo>
                        <a:pt x="24458" y="69"/>
                      </a:lnTo>
                      <a:cubicBezTo>
                        <a:pt x="24447" y="35"/>
                        <a:pt x="24343" y="0"/>
                        <a:pt x="24222" y="0"/>
                      </a:cubicBezTo>
                      <a:close/>
                      <a:moveTo>
                        <a:pt x="26352" y="0"/>
                      </a:moveTo>
                      <a:lnTo>
                        <a:pt x="25299" y="0"/>
                      </a:lnTo>
                      <a:cubicBezTo>
                        <a:pt x="25178" y="0"/>
                        <a:pt x="25091" y="35"/>
                        <a:pt x="25109" y="69"/>
                      </a:cubicBezTo>
                      <a:lnTo>
                        <a:pt x="25137" y="161"/>
                      </a:lnTo>
                      <a:cubicBezTo>
                        <a:pt x="25149" y="207"/>
                        <a:pt x="25253" y="236"/>
                        <a:pt x="25373" y="236"/>
                      </a:cubicBezTo>
                      <a:lnTo>
                        <a:pt x="26432" y="236"/>
                      </a:lnTo>
                      <a:cubicBezTo>
                        <a:pt x="26553" y="236"/>
                        <a:pt x="26639" y="201"/>
                        <a:pt x="26622" y="161"/>
                      </a:cubicBezTo>
                      <a:lnTo>
                        <a:pt x="26593" y="69"/>
                      </a:lnTo>
                      <a:cubicBezTo>
                        <a:pt x="26576" y="35"/>
                        <a:pt x="26467" y="0"/>
                        <a:pt x="26352" y="0"/>
                      </a:cubicBezTo>
                      <a:close/>
                      <a:moveTo>
                        <a:pt x="28475" y="0"/>
                      </a:moveTo>
                      <a:lnTo>
                        <a:pt x="27422" y="0"/>
                      </a:lnTo>
                      <a:cubicBezTo>
                        <a:pt x="27301" y="0"/>
                        <a:pt x="27221" y="35"/>
                        <a:pt x="27226" y="69"/>
                      </a:cubicBezTo>
                      <a:lnTo>
                        <a:pt x="27267" y="161"/>
                      </a:lnTo>
                      <a:cubicBezTo>
                        <a:pt x="27278" y="207"/>
                        <a:pt x="27388" y="236"/>
                        <a:pt x="27508" y="236"/>
                      </a:cubicBezTo>
                      <a:lnTo>
                        <a:pt x="28567" y="236"/>
                      </a:lnTo>
                      <a:cubicBezTo>
                        <a:pt x="28688" y="236"/>
                        <a:pt x="28769" y="201"/>
                        <a:pt x="28751" y="161"/>
                      </a:cubicBezTo>
                      <a:lnTo>
                        <a:pt x="28717" y="69"/>
                      </a:lnTo>
                      <a:cubicBezTo>
                        <a:pt x="28705" y="35"/>
                        <a:pt x="28596" y="0"/>
                        <a:pt x="28475" y="0"/>
                      </a:cubicBezTo>
                      <a:close/>
                      <a:moveTo>
                        <a:pt x="30605" y="0"/>
                      </a:moveTo>
                      <a:lnTo>
                        <a:pt x="29551" y="0"/>
                      </a:lnTo>
                      <a:cubicBezTo>
                        <a:pt x="29431" y="0"/>
                        <a:pt x="29350" y="35"/>
                        <a:pt x="29367" y="69"/>
                      </a:cubicBezTo>
                      <a:lnTo>
                        <a:pt x="29408" y="161"/>
                      </a:lnTo>
                      <a:cubicBezTo>
                        <a:pt x="29425" y="207"/>
                        <a:pt x="29540" y="236"/>
                        <a:pt x="29655" y="236"/>
                      </a:cubicBezTo>
                      <a:lnTo>
                        <a:pt x="30708" y="236"/>
                      </a:lnTo>
                      <a:cubicBezTo>
                        <a:pt x="30835" y="236"/>
                        <a:pt x="30910" y="201"/>
                        <a:pt x="30898" y="161"/>
                      </a:cubicBezTo>
                      <a:lnTo>
                        <a:pt x="30852" y="69"/>
                      </a:lnTo>
                      <a:cubicBezTo>
                        <a:pt x="30835" y="35"/>
                        <a:pt x="30720" y="0"/>
                        <a:pt x="30605" y="0"/>
                      </a:cubicBezTo>
                      <a:close/>
                      <a:moveTo>
                        <a:pt x="2751" y="386"/>
                      </a:moveTo>
                      <a:lnTo>
                        <a:pt x="1733" y="386"/>
                      </a:lnTo>
                      <a:cubicBezTo>
                        <a:pt x="1612" y="386"/>
                        <a:pt x="1502" y="420"/>
                        <a:pt x="1485" y="460"/>
                      </a:cubicBezTo>
                      <a:lnTo>
                        <a:pt x="1324" y="811"/>
                      </a:lnTo>
                      <a:cubicBezTo>
                        <a:pt x="1301" y="852"/>
                        <a:pt x="1387" y="892"/>
                        <a:pt x="1514" y="892"/>
                      </a:cubicBezTo>
                      <a:lnTo>
                        <a:pt x="2538" y="892"/>
                      </a:lnTo>
                      <a:cubicBezTo>
                        <a:pt x="2665" y="892"/>
                        <a:pt x="2780" y="852"/>
                        <a:pt x="2791" y="811"/>
                      </a:cubicBezTo>
                      <a:lnTo>
                        <a:pt x="2935" y="460"/>
                      </a:lnTo>
                      <a:cubicBezTo>
                        <a:pt x="2958" y="420"/>
                        <a:pt x="2872" y="386"/>
                        <a:pt x="2751" y="386"/>
                      </a:cubicBezTo>
                      <a:close/>
                      <a:moveTo>
                        <a:pt x="4829" y="386"/>
                      </a:moveTo>
                      <a:lnTo>
                        <a:pt x="3816" y="386"/>
                      </a:lnTo>
                      <a:cubicBezTo>
                        <a:pt x="3689" y="386"/>
                        <a:pt x="3586" y="420"/>
                        <a:pt x="3568" y="460"/>
                      </a:cubicBezTo>
                      <a:lnTo>
                        <a:pt x="3430" y="811"/>
                      </a:lnTo>
                      <a:cubicBezTo>
                        <a:pt x="3419" y="852"/>
                        <a:pt x="3505" y="892"/>
                        <a:pt x="3626" y="892"/>
                      </a:cubicBezTo>
                      <a:lnTo>
                        <a:pt x="4656" y="892"/>
                      </a:lnTo>
                      <a:cubicBezTo>
                        <a:pt x="4777" y="892"/>
                        <a:pt x="4892" y="852"/>
                        <a:pt x="4909" y="811"/>
                      </a:cubicBezTo>
                      <a:lnTo>
                        <a:pt x="5030" y="460"/>
                      </a:lnTo>
                      <a:cubicBezTo>
                        <a:pt x="5036" y="420"/>
                        <a:pt x="4950" y="386"/>
                        <a:pt x="4829" y="386"/>
                      </a:cubicBezTo>
                      <a:close/>
                      <a:moveTo>
                        <a:pt x="6906" y="386"/>
                      </a:moveTo>
                      <a:lnTo>
                        <a:pt x="5893" y="386"/>
                      </a:lnTo>
                      <a:cubicBezTo>
                        <a:pt x="5772" y="386"/>
                        <a:pt x="5663" y="420"/>
                        <a:pt x="5646" y="460"/>
                      </a:cubicBezTo>
                      <a:lnTo>
                        <a:pt x="5531" y="811"/>
                      </a:lnTo>
                      <a:cubicBezTo>
                        <a:pt x="5519" y="852"/>
                        <a:pt x="5606" y="892"/>
                        <a:pt x="5726" y="892"/>
                      </a:cubicBezTo>
                      <a:lnTo>
                        <a:pt x="6757" y="892"/>
                      </a:lnTo>
                      <a:cubicBezTo>
                        <a:pt x="6877" y="892"/>
                        <a:pt x="6987" y="852"/>
                        <a:pt x="6998" y="811"/>
                      </a:cubicBezTo>
                      <a:lnTo>
                        <a:pt x="7102" y="460"/>
                      </a:lnTo>
                      <a:cubicBezTo>
                        <a:pt x="7113" y="420"/>
                        <a:pt x="7027" y="386"/>
                        <a:pt x="6906" y="386"/>
                      </a:cubicBezTo>
                      <a:close/>
                      <a:moveTo>
                        <a:pt x="8984" y="386"/>
                      </a:moveTo>
                      <a:lnTo>
                        <a:pt x="7971" y="386"/>
                      </a:lnTo>
                      <a:cubicBezTo>
                        <a:pt x="7850" y="386"/>
                        <a:pt x="7741" y="420"/>
                        <a:pt x="7735" y="460"/>
                      </a:cubicBezTo>
                      <a:lnTo>
                        <a:pt x="7637" y="811"/>
                      </a:lnTo>
                      <a:cubicBezTo>
                        <a:pt x="7626" y="852"/>
                        <a:pt x="7718" y="892"/>
                        <a:pt x="7838" y="892"/>
                      </a:cubicBezTo>
                      <a:lnTo>
                        <a:pt x="8869" y="892"/>
                      </a:lnTo>
                      <a:cubicBezTo>
                        <a:pt x="8989" y="892"/>
                        <a:pt x="9099" y="852"/>
                        <a:pt x="9110" y="811"/>
                      </a:cubicBezTo>
                      <a:lnTo>
                        <a:pt x="9185" y="460"/>
                      </a:lnTo>
                      <a:cubicBezTo>
                        <a:pt x="9197" y="420"/>
                        <a:pt x="9110" y="386"/>
                        <a:pt x="8984" y="386"/>
                      </a:cubicBezTo>
                      <a:close/>
                      <a:moveTo>
                        <a:pt x="11067" y="386"/>
                      </a:moveTo>
                      <a:lnTo>
                        <a:pt x="10048" y="386"/>
                      </a:lnTo>
                      <a:cubicBezTo>
                        <a:pt x="9927" y="386"/>
                        <a:pt x="9830" y="420"/>
                        <a:pt x="9818" y="460"/>
                      </a:cubicBezTo>
                      <a:lnTo>
                        <a:pt x="9749" y="811"/>
                      </a:lnTo>
                      <a:cubicBezTo>
                        <a:pt x="9743" y="852"/>
                        <a:pt x="9835" y="892"/>
                        <a:pt x="9956" y="892"/>
                      </a:cubicBezTo>
                      <a:lnTo>
                        <a:pt x="10986" y="892"/>
                      </a:lnTo>
                      <a:cubicBezTo>
                        <a:pt x="11107" y="892"/>
                        <a:pt x="11217" y="852"/>
                        <a:pt x="11217" y="811"/>
                      </a:cubicBezTo>
                      <a:lnTo>
                        <a:pt x="11274" y="460"/>
                      </a:lnTo>
                      <a:cubicBezTo>
                        <a:pt x="11280" y="420"/>
                        <a:pt x="11188" y="386"/>
                        <a:pt x="11067" y="386"/>
                      </a:cubicBezTo>
                      <a:close/>
                      <a:moveTo>
                        <a:pt x="13144" y="386"/>
                      </a:moveTo>
                      <a:lnTo>
                        <a:pt x="12132" y="386"/>
                      </a:lnTo>
                      <a:cubicBezTo>
                        <a:pt x="12005" y="386"/>
                        <a:pt x="11907" y="420"/>
                        <a:pt x="11901" y="460"/>
                      </a:cubicBezTo>
                      <a:lnTo>
                        <a:pt x="11850" y="811"/>
                      </a:lnTo>
                      <a:cubicBezTo>
                        <a:pt x="11844" y="852"/>
                        <a:pt x="11936" y="892"/>
                        <a:pt x="12057" y="892"/>
                      </a:cubicBezTo>
                      <a:lnTo>
                        <a:pt x="13087" y="892"/>
                      </a:lnTo>
                      <a:cubicBezTo>
                        <a:pt x="13208" y="892"/>
                        <a:pt x="13311" y="852"/>
                        <a:pt x="13317" y="811"/>
                      </a:cubicBezTo>
                      <a:lnTo>
                        <a:pt x="13346" y="460"/>
                      </a:lnTo>
                      <a:cubicBezTo>
                        <a:pt x="13357" y="420"/>
                        <a:pt x="13265" y="386"/>
                        <a:pt x="13144" y="386"/>
                      </a:cubicBezTo>
                      <a:close/>
                      <a:moveTo>
                        <a:pt x="15222" y="386"/>
                      </a:moveTo>
                      <a:lnTo>
                        <a:pt x="14209" y="386"/>
                      </a:lnTo>
                      <a:cubicBezTo>
                        <a:pt x="14088" y="386"/>
                        <a:pt x="13985" y="420"/>
                        <a:pt x="13985" y="460"/>
                      </a:cubicBezTo>
                      <a:lnTo>
                        <a:pt x="13962" y="811"/>
                      </a:lnTo>
                      <a:cubicBezTo>
                        <a:pt x="13962" y="852"/>
                        <a:pt x="14059" y="892"/>
                        <a:pt x="14180" y="892"/>
                      </a:cubicBezTo>
                      <a:lnTo>
                        <a:pt x="15210" y="892"/>
                      </a:lnTo>
                      <a:cubicBezTo>
                        <a:pt x="15331" y="892"/>
                        <a:pt x="15429" y="852"/>
                        <a:pt x="15429" y="811"/>
                      </a:cubicBezTo>
                      <a:lnTo>
                        <a:pt x="15441" y="460"/>
                      </a:lnTo>
                      <a:cubicBezTo>
                        <a:pt x="15441" y="420"/>
                        <a:pt x="15343" y="386"/>
                        <a:pt x="15222" y="386"/>
                      </a:cubicBezTo>
                      <a:close/>
                      <a:moveTo>
                        <a:pt x="17299" y="386"/>
                      </a:moveTo>
                      <a:lnTo>
                        <a:pt x="16287" y="386"/>
                      </a:lnTo>
                      <a:cubicBezTo>
                        <a:pt x="16166" y="386"/>
                        <a:pt x="16074" y="420"/>
                        <a:pt x="16074" y="460"/>
                      </a:cubicBezTo>
                      <a:lnTo>
                        <a:pt x="16074" y="811"/>
                      </a:lnTo>
                      <a:cubicBezTo>
                        <a:pt x="16074" y="852"/>
                        <a:pt x="16171" y="892"/>
                        <a:pt x="16292" y="892"/>
                      </a:cubicBezTo>
                      <a:lnTo>
                        <a:pt x="17322" y="892"/>
                      </a:lnTo>
                      <a:cubicBezTo>
                        <a:pt x="17443" y="892"/>
                        <a:pt x="17547" y="852"/>
                        <a:pt x="17541" y="811"/>
                      </a:cubicBezTo>
                      <a:lnTo>
                        <a:pt x="17524" y="460"/>
                      </a:lnTo>
                      <a:cubicBezTo>
                        <a:pt x="17518" y="420"/>
                        <a:pt x="17426" y="386"/>
                        <a:pt x="17299" y="386"/>
                      </a:cubicBezTo>
                      <a:close/>
                      <a:moveTo>
                        <a:pt x="19383" y="386"/>
                      </a:moveTo>
                      <a:lnTo>
                        <a:pt x="18364" y="386"/>
                      </a:lnTo>
                      <a:cubicBezTo>
                        <a:pt x="18243" y="386"/>
                        <a:pt x="18151" y="420"/>
                        <a:pt x="18151" y="460"/>
                      </a:cubicBezTo>
                      <a:lnTo>
                        <a:pt x="18174" y="811"/>
                      </a:lnTo>
                      <a:cubicBezTo>
                        <a:pt x="18174" y="852"/>
                        <a:pt x="18272" y="892"/>
                        <a:pt x="18393" y="892"/>
                      </a:cubicBezTo>
                      <a:lnTo>
                        <a:pt x="19423" y="892"/>
                      </a:lnTo>
                      <a:cubicBezTo>
                        <a:pt x="19544" y="892"/>
                        <a:pt x="19642" y="852"/>
                        <a:pt x="19642" y="811"/>
                      </a:cubicBezTo>
                      <a:lnTo>
                        <a:pt x="19601" y="460"/>
                      </a:lnTo>
                      <a:cubicBezTo>
                        <a:pt x="19601" y="420"/>
                        <a:pt x="19503" y="386"/>
                        <a:pt x="19383" y="386"/>
                      </a:cubicBezTo>
                      <a:close/>
                      <a:moveTo>
                        <a:pt x="21460" y="386"/>
                      </a:moveTo>
                      <a:lnTo>
                        <a:pt x="20447" y="386"/>
                      </a:lnTo>
                      <a:cubicBezTo>
                        <a:pt x="20321" y="386"/>
                        <a:pt x="20229" y="420"/>
                        <a:pt x="20234" y="460"/>
                      </a:cubicBezTo>
                      <a:lnTo>
                        <a:pt x="20280" y="811"/>
                      </a:lnTo>
                      <a:cubicBezTo>
                        <a:pt x="20286" y="852"/>
                        <a:pt x="20390" y="892"/>
                        <a:pt x="20511" y="892"/>
                      </a:cubicBezTo>
                      <a:lnTo>
                        <a:pt x="21541" y="892"/>
                      </a:lnTo>
                      <a:cubicBezTo>
                        <a:pt x="21662" y="892"/>
                        <a:pt x="21754" y="852"/>
                        <a:pt x="21748" y="811"/>
                      </a:cubicBezTo>
                      <a:lnTo>
                        <a:pt x="21690" y="460"/>
                      </a:lnTo>
                      <a:cubicBezTo>
                        <a:pt x="21685" y="420"/>
                        <a:pt x="21575" y="386"/>
                        <a:pt x="21460" y="386"/>
                      </a:cubicBezTo>
                      <a:close/>
                      <a:moveTo>
                        <a:pt x="23538" y="386"/>
                      </a:moveTo>
                      <a:lnTo>
                        <a:pt x="22525" y="386"/>
                      </a:lnTo>
                      <a:cubicBezTo>
                        <a:pt x="22404" y="386"/>
                        <a:pt x="22318" y="420"/>
                        <a:pt x="22323" y="460"/>
                      </a:cubicBezTo>
                      <a:lnTo>
                        <a:pt x="22387" y="811"/>
                      </a:lnTo>
                      <a:cubicBezTo>
                        <a:pt x="22392" y="852"/>
                        <a:pt x="22502" y="892"/>
                        <a:pt x="22623" y="892"/>
                      </a:cubicBezTo>
                      <a:lnTo>
                        <a:pt x="23653" y="892"/>
                      </a:lnTo>
                      <a:cubicBezTo>
                        <a:pt x="23774" y="892"/>
                        <a:pt x="23871" y="852"/>
                        <a:pt x="23854" y="811"/>
                      </a:cubicBezTo>
                      <a:lnTo>
                        <a:pt x="23774" y="460"/>
                      </a:lnTo>
                      <a:cubicBezTo>
                        <a:pt x="23762" y="420"/>
                        <a:pt x="23653" y="386"/>
                        <a:pt x="23538" y="386"/>
                      </a:cubicBezTo>
                      <a:close/>
                      <a:moveTo>
                        <a:pt x="25615" y="386"/>
                      </a:moveTo>
                      <a:lnTo>
                        <a:pt x="24602" y="386"/>
                      </a:lnTo>
                      <a:cubicBezTo>
                        <a:pt x="24481" y="386"/>
                        <a:pt x="24395" y="420"/>
                        <a:pt x="24401" y="460"/>
                      </a:cubicBezTo>
                      <a:lnTo>
                        <a:pt x="24487" y="811"/>
                      </a:lnTo>
                      <a:cubicBezTo>
                        <a:pt x="24493" y="852"/>
                        <a:pt x="24608" y="892"/>
                        <a:pt x="24735" y="892"/>
                      </a:cubicBezTo>
                      <a:lnTo>
                        <a:pt x="25759" y="892"/>
                      </a:lnTo>
                      <a:cubicBezTo>
                        <a:pt x="25886" y="892"/>
                        <a:pt x="25972" y="852"/>
                        <a:pt x="25960" y="811"/>
                      </a:cubicBezTo>
                      <a:lnTo>
                        <a:pt x="25863" y="460"/>
                      </a:lnTo>
                      <a:cubicBezTo>
                        <a:pt x="25840" y="420"/>
                        <a:pt x="25730" y="386"/>
                        <a:pt x="25615" y="386"/>
                      </a:cubicBezTo>
                      <a:close/>
                      <a:moveTo>
                        <a:pt x="27698" y="386"/>
                      </a:moveTo>
                      <a:lnTo>
                        <a:pt x="26680" y="386"/>
                      </a:lnTo>
                      <a:cubicBezTo>
                        <a:pt x="26559" y="386"/>
                        <a:pt x="26473" y="420"/>
                        <a:pt x="26490" y="460"/>
                      </a:cubicBezTo>
                      <a:lnTo>
                        <a:pt x="26593" y="811"/>
                      </a:lnTo>
                      <a:cubicBezTo>
                        <a:pt x="26611" y="852"/>
                        <a:pt x="26720" y="892"/>
                        <a:pt x="26841" y="892"/>
                      </a:cubicBezTo>
                      <a:lnTo>
                        <a:pt x="27871" y="892"/>
                      </a:lnTo>
                      <a:cubicBezTo>
                        <a:pt x="27992" y="892"/>
                        <a:pt x="28078" y="852"/>
                        <a:pt x="28061" y="811"/>
                      </a:cubicBezTo>
                      <a:lnTo>
                        <a:pt x="27934" y="460"/>
                      </a:lnTo>
                      <a:cubicBezTo>
                        <a:pt x="27929" y="420"/>
                        <a:pt x="27813" y="386"/>
                        <a:pt x="27698" y="386"/>
                      </a:cubicBezTo>
                      <a:close/>
                      <a:moveTo>
                        <a:pt x="30777" y="386"/>
                      </a:moveTo>
                      <a:lnTo>
                        <a:pt x="28763" y="386"/>
                      </a:lnTo>
                      <a:cubicBezTo>
                        <a:pt x="28636" y="386"/>
                        <a:pt x="28550" y="420"/>
                        <a:pt x="28573" y="460"/>
                      </a:cubicBezTo>
                      <a:lnTo>
                        <a:pt x="28711" y="811"/>
                      </a:lnTo>
                      <a:cubicBezTo>
                        <a:pt x="28723" y="852"/>
                        <a:pt x="28838" y="892"/>
                        <a:pt x="28964" y="892"/>
                      </a:cubicBezTo>
                      <a:lnTo>
                        <a:pt x="31013" y="892"/>
                      </a:lnTo>
                      <a:cubicBezTo>
                        <a:pt x="31134" y="892"/>
                        <a:pt x="31220" y="852"/>
                        <a:pt x="31197" y="811"/>
                      </a:cubicBezTo>
                      <a:lnTo>
                        <a:pt x="31042" y="460"/>
                      </a:lnTo>
                      <a:cubicBezTo>
                        <a:pt x="31013" y="420"/>
                        <a:pt x="30898" y="386"/>
                        <a:pt x="30777" y="386"/>
                      </a:cubicBezTo>
                      <a:close/>
                      <a:moveTo>
                        <a:pt x="30259" y="1565"/>
                      </a:moveTo>
                      <a:lnTo>
                        <a:pt x="31307" y="1565"/>
                      </a:lnTo>
                      <a:cubicBezTo>
                        <a:pt x="31427" y="1565"/>
                        <a:pt x="31514" y="1531"/>
                        <a:pt x="31497" y="1485"/>
                      </a:cubicBezTo>
                      <a:lnTo>
                        <a:pt x="31330" y="1116"/>
                      </a:lnTo>
                      <a:cubicBezTo>
                        <a:pt x="31307" y="1076"/>
                        <a:pt x="31192" y="1042"/>
                        <a:pt x="31071" y="1042"/>
                      </a:cubicBezTo>
                      <a:lnTo>
                        <a:pt x="30041" y="1042"/>
                      </a:lnTo>
                      <a:cubicBezTo>
                        <a:pt x="29920" y="1042"/>
                        <a:pt x="29833" y="1076"/>
                        <a:pt x="29845" y="1116"/>
                      </a:cubicBezTo>
                      <a:lnTo>
                        <a:pt x="30000" y="1485"/>
                      </a:lnTo>
                      <a:cubicBezTo>
                        <a:pt x="30012" y="1531"/>
                        <a:pt x="30133" y="1565"/>
                        <a:pt x="30259" y="1565"/>
                      </a:cubicBezTo>
                      <a:close/>
                      <a:moveTo>
                        <a:pt x="28101" y="1565"/>
                      </a:moveTo>
                      <a:lnTo>
                        <a:pt x="29149" y="1565"/>
                      </a:lnTo>
                      <a:cubicBezTo>
                        <a:pt x="29269" y="1565"/>
                        <a:pt x="29367" y="1531"/>
                        <a:pt x="29344" y="1485"/>
                      </a:cubicBezTo>
                      <a:lnTo>
                        <a:pt x="29200" y="1116"/>
                      </a:lnTo>
                      <a:cubicBezTo>
                        <a:pt x="29183" y="1076"/>
                        <a:pt x="29068" y="1042"/>
                        <a:pt x="28947" y="1042"/>
                      </a:cubicBezTo>
                      <a:lnTo>
                        <a:pt x="27917" y="1042"/>
                      </a:lnTo>
                      <a:cubicBezTo>
                        <a:pt x="27796" y="1042"/>
                        <a:pt x="27710" y="1076"/>
                        <a:pt x="27727" y="1116"/>
                      </a:cubicBezTo>
                      <a:lnTo>
                        <a:pt x="27854" y="1485"/>
                      </a:lnTo>
                      <a:cubicBezTo>
                        <a:pt x="27859" y="1531"/>
                        <a:pt x="27975" y="1565"/>
                        <a:pt x="28101" y="1565"/>
                      </a:cubicBezTo>
                      <a:close/>
                      <a:moveTo>
                        <a:pt x="25949" y="1565"/>
                      </a:moveTo>
                      <a:lnTo>
                        <a:pt x="26996" y="1565"/>
                      </a:lnTo>
                      <a:cubicBezTo>
                        <a:pt x="27123" y="1565"/>
                        <a:pt x="27215" y="1531"/>
                        <a:pt x="27198" y="1485"/>
                      </a:cubicBezTo>
                      <a:lnTo>
                        <a:pt x="27077" y="1116"/>
                      </a:lnTo>
                      <a:cubicBezTo>
                        <a:pt x="27065" y="1076"/>
                        <a:pt x="26956" y="1042"/>
                        <a:pt x="26824" y="1042"/>
                      </a:cubicBezTo>
                      <a:lnTo>
                        <a:pt x="25799" y="1042"/>
                      </a:lnTo>
                      <a:cubicBezTo>
                        <a:pt x="25673" y="1042"/>
                        <a:pt x="25581" y="1076"/>
                        <a:pt x="25598" y="1116"/>
                      </a:cubicBezTo>
                      <a:lnTo>
                        <a:pt x="25696" y="1485"/>
                      </a:lnTo>
                      <a:cubicBezTo>
                        <a:pt x="25713" y="1531"/>
                        <a:pt x="25828" y="1565"/>
                        <a:pt x="25949" y="1565"/>
                      </a:cubicBezTo>
                      <a:close/>
                      <a:moveTo>
                        <a:pt x="23791" y="1565"/>
                      </a:moveTo>
                      <a:lnTo>
                        <a:pt x="24838" y="1565"/>
                      </a:lnTo>
                      <a:cubicBezTo>
                        <a:pt x="24965" y="1565"/>
                        <a:pt x="25057" y="1531"/>
                        <a:pt x="25051" y="1485"/>
                      </a:cubicBezTo>
                      <a:lnTo>
                        <a:pt x="24953" y="1116"/>
                      </a:lnTo>
                      <a:cubicBezTo>
                        <a:pt x="24942" y="1076"/>
                        <a:pt x="24832" y="1042"/>
                        <a:pt x="24712" y="1042"/>
                      </a:cubicBezTo>
                      <a:lnTo>
                        <a:pt x="23681" y="1042"/>
                      </a:lnTo>
                      <a:cubicBezTo>
                        <a:pt x="23561" y="1042"/>
                        <a:pt x="23463" y="1076"/>
                        <a:pt x="23474" y="1116"/>
                      </a:cubicBezTo>
                      <a:lnTo>
                        <a:pt x="23549" y="1485"/>
                      </a:lnTo>
                      <a:cubicBezTo>
                        <a:pt x="23561" y="1531"/>
                        <a:pt x="23670" y="1565"/>
                        <a:pt x="23791" y="1565"/>
                      </a:cubicBezTo>
                      <a:close/>
                      <a:moveTo>
                        <a:pt x="21638" y="1565"/>
                      </a:moveTo>
                      <a:lnTo>
                        <a:pt x="22692" y="1565"/>
                      </a:lnTo>
                      <a:cubicBezTo>
                        <a:pt x="22812" y="1565"/>
                        <a:pt x="22905" y="1531"/>
                        <a:pt x="22899" y="1485"/>
                      </a:cubicBezTo>
                      <a:lnTo>
                        <a:pt x="22824" y="1116"/>
                      </a:lnTo>
                      <a:cubicBezTo>
                        <a:pt x="22818" y="1076"/>
                        <a:pt x="22709" y="1042"/>
                        <a:pt x="22588" y="1042"/>
                      </a:cubicBezTo>
                      <a:lnTo>
                        <a:pt x="21558" y="1042"/>
                      </a:lnTo>
                      <a:cubicBezTo>
                        <a:pt x="21437" y="1042"/>
                        <a:pt x="21345" y="1076"/>
                        <a:pt x="21351" y="1116"/>
                      </a:cubicBezTo>
                      <a:lnTo>
                        <a:pt x="21408" y="1485"/>
                      </a:lnTo>
                      <a:cubicBezTo>
                        <a:pt x="21408" y="1531"/>
                        <a:pt x="21518" y="1565"/>
                        <a:pt x="21638" y="1565"/>
                      </a:cubicBezTo>
                      <a:close/>
                      <a:moveTo>
                        <a:pt x="19486" y="1565"/>
                      </a:moveTo>
                      <a:lnTo>
                        <a:pt x="20539" y="1565"/>
                      </a:lnTo>
                      <a:cubicBezTo>
                        <a:pt x="20660" y="1565"/>
                        <a:pt x="20764" y="1531"/>
                        <a:pt x="20752" y="1485"/>
                      </a:cubicBezTo>
                      <a:lnTo>
                        <a:pt x="20706" y="1116"/>
                      </a:lnTo>
                      <a:cubicBezTo>
                        <a:pt x="20695" y="1076"/>
                        <a:pt x="20597" y="1042"/>
                        <a:pt x="20476" y="1042"/>
                      </a:cubicBezTo>
                      <a:lnTo>
                        <a:pt x="19446" y="1042"/>
                      </a:lnTo>
                      <a:cubicBezTo>
                        <a:pt x="19325" y="1042"/>
                        <a:pt x="19221" y="1076"/>
                        <a:pt x="19227" y="1116"/>
                      </a:cubicBezTo>
                      <a:lnTo>
                        <a:pt x="19268" y="1485"/>
                      </a:lnTo>
                      <a:cubicBezTo>
                        <a:pt x="19256" y="1531"/>
                        <a:pt x="19360" y="1565"/>
                        <a:pt x="19486" y="1565"/>
                      </a:cubicBezTo>
                      <a:close/>
                      <a:moveTo>
                        <a:pt x="17328" y="1565"/>
                      </a:moveTo>
                      <a:lnTo>
                        <a:pt x="18381" y="1565"/>
                      </a:lnTo>
                      <a:cubicBezTo>
                        <a:pt x="18502" y="1565"/>
                        <a:pt x="18606" y="1531"/>
                        <a:pt x="18606" y="1485"/>
                      </a:cubicBezTo>
                      <a:lnTo>
                        <a:pt x="18571" y="1116"/>
                      </a:lnTo>
                      <a:cubicBezTo>
                        <a:pt x="18571" y="1076"/>
                        <a:pt x="18468" y="1042"/>
                        <a:pt x="18341" y="1042"/>
                      </a:cubicBezTo>
                      <a:lnTo>
                        <a:pt x="17317" y="1042"/>
                      </a:lnTo>
                      <a:cubicBezTo>
                        <a:pt x="17190" y="1042"/>
                        <a:pt x="17092" y="1076"/>
                        <a:pt x="17092" y="1116"/>
                      </a:cubicBezTo>
                      <a:lnTo>
                        <a:pt x="17098" y="1485"/>
                      </a:lnTo>
                      <a:cubicBezTo>
                        <a:pt x="17098" y="1531"/>
                        <a:pt x="17207" y="1565"/>
                        <a:pt x="17328" y="1565"/>
                      </a:cubicBezTo>
                      <a:close/>
                      <a:moveTo>
                        <a:pt x="15176" y="1565"/>
                      </a:moveTo>
                      <a:lnTo>
                        <a:pt x="16229" y="1565"/>
                      </a:lnTo>
                      <a:cubicBezTo>
                        <a:pt x="16350" y="1565"/>
                        <a:pt x="16453" y="1531"/>
                        <a:pt x="16453" y="1485"/>
                      </a:cubicBezTo>
                      <a:lnTo>
                        <a:pt x="16453" y="1116"/>
                      </a:lnTo>
                      <a:cubicBezTo>
                        <a:pt x="16453" y="1076"/>
                        <a:pt x="16350" y="1042"/>
                        <a:pt x="16229" y="1042"/>
                      </a:cubicBezTo>
                      <a:lnTo>
                        <a:pt x="15199" y="1042"/>
                      </a:lnTo>
                      <a:cubicBezTo>
                        <a:pt x="15078" y="1042"/>
                        <a:pt x="14974" y="1076"/>
                        <a:pt x="14974" y="1116"/>
                      </a:cubicBezTo>
                      <a:lnTo>
                        <a:pt x="14963" y="1485"/>
                      </a:lnTo>
                      <a:cubicBezTo>
                        <a:pt x="14951" y="1531"/>
                        <a:pt x="15049" y="1565"/>
                        <a:pt x="15176" y="1565"/>
                      </a:cubicBezTo>
                      <a:close/>
                      <a:moveTo>
                        <a:pt x="13018" y="1565"/>
                      </a:moveTo>
                      <a:lnTo>
                        <a:pt x="14071" y="1565"/>
                      </a:lnTo>
                      <a:cubicBezTo>
                        <a:pt x="14192" y="1565"/>
                        <a:pt x="14301" y="1531"/>
                        <a:pt x="14301" y="1485"/>
                      </a:cubicBezTo>
                      <a:lnTo>
                        <a:pt x="14324" y="1116"/>
                      </a:lnTo>
                      <a:cubicBezTo>
                        <a:pt x="14324" y="1076"/>
                        <a:pt x="14226" y="1042"/>
                        <a:pt x="14105" y="1042"/>
                      </a:cubicBezTo>
                      <a:lnTo>
                        <a:pt x="13075" y="1042"/>
                      </a:lnTo>
                      <a:cubicBezTo>
                        <a:pt x="12954" y="1042"/>
                        <a:pt x="12857" y="1076"/>
                        <a:pt x="12845" y="1116"/>
                      </a:cubicBezTo>
                      <a:lnTo>
                        <a:pt x="12811" y="1485"/>
                      </a:lnTo>
                      <a:cubicBezTo>
                        <a:pt x="12799" y="1531"/>
                        <a:pt x="12897" y="1565"/>
                        <a:pt x="13018" y="1565"/>
                      </a:cubicBezTo>
                      <a:close/>
                      <a:moveTo>
                        <a:pt x="10871" y="1565"/>
                      </a:moveTo>
                      <a:lnTo>
                        <a:pt x="11919" y="1565"/>
                      </a:lnTo>
                      <a:cubicBezTo>
                        <a:pt x="12045" y="1565"/>
                        <a:pt x="12149" y="1531"/>
                        <a:pt x="12160" y="1485"/>
                      </a:cubicBezTo>
                      <a:lnTo>
                        <a:pt x="12201" y="1116"/>
                      </a:lnTo>
                      <a:cubicBezTo>
                        <a:pt x="12206" y="1076"/>
                        <a:pt x="12109" y="1042"/>
                        <a:pt x="11988" y="1042"/>
                      </a:cubicBezTo>
                      <a:lnTo>
                        <a:pt x="10958" y="1042"/>
                      </a:lnTo>
                      <a:cubicBezTo>
                        <a:pt x="10837" y="1042"/>
                        <a:pt x="10727" y="1076"/>
                        <a:pt x="10716" y="1116"/>
                      </a:cubicBezTo>
                      <a:lnTo>
                        <a:pt x="10653" y="1485"/>
                      </a:lnTo>
                      <a:cubicBezTo>
                        <a:pt x="10647" y="1531"/>
                        <a:pt x="10739" y="1565"/>
                        <a:pt x="10871" y="1565"/>
                      </a:cubicBezTo>
                      <a:close/>
                      <a:moveTo>
                        <a:pt x="8713" y="1565"/>
                      </a:moveTo>
                      <a:lnTo>
                        <a:pt x="9761" y="1565"/>
                      </a:lnTo>
                      <a:cubicBezTo>
                        <a:pt x="9887" y="1565"/>
                        <a:pt x="9991" y="1531"/>
                        <a:pt x="10008" y="1485"/>
                      </a:cubicBezTo>
                      <a:lnTo>
                        <a:pt x="10077" y="1116"/>
                      </a:lnTo>
                      <a:cubicBezTo>
                        <a:pt x="10089" y="1076"/>
                        <a:pt x="9991" y="1042"/>
                        <a:pt x="9870" y="1042"/>
                      </a:cubicBezTo>
                      <a:lnTo>
                        <a:pt x="8834" y="1042"/>
                      </a:lnTo>
                      <a:cubicBezTo>
                        <a:pt x="8713" y="1042"/>
                        <a:pt x="8604" y="1076"/>
                        <a:pt x="8592" y="1116"/>
                      </a:cubicBezTo>
                      <a:lnTo>
                        <a:pt x="8506" y="1485"/>
                      </a:lnTo>
                      <a:cubicBezTo>
                        <a:pt x="8494" y="1531"/>
                        <a:pt x="8592" y="1565"/>
                        <a:pt x="8713" y="1565"/>
                      </a:cubicBezTo>
                      <a:close/>
                      <a:moveTo>
                        <a:pt x="6561" y="1565"/>
                      </a:moveTo>
                      <a:lnTo>
                        <a:pt x="7614" y="1565"/>
                      </a:lnTo>
                      <a:cubicBezTo>
                        <a:pt x="7735" y="1565"/>
                        <a:pt x="7850" y="1531"/>
                        <a:pt x="7856" y="1485"/>
                      </a:cubicBezTo>
                      <a:lnTo>
                        <a:pt x="7948" y="1116"/>
                      </a:lnTo>
                      <a:cubicBezTo>
                        <a:pt x="7965" y="1076"/>
                        <a:pt x="7873" y="1042"/>
                        <a:pt x="7746" y="1042"/>
                      </a:cubicBezTo>
                      <a:lnTo>
                        <a:pt x="6722" y="1042"/>
                      </a:lnTo>
                      <a:cubicBezTo>
                        <a:pt x="6595" y="1042"/>
                        <a:pt x="6492" y="1076"/>
                        <a:pt x="6475" y="1116"/>
                      </a:cubicBezTo>
                      <a:lnTo>
                        <a:pt x="6365" y="1485"/>
                      </a:lnTo>
                      <a:cubicBezTo>
                        <a:pt x="6348" y="1531"/>
                        <a:pt x="6434" y="1565"/>
                        <a:pt x="6561" y="1565"/>
                      </a:cubicBezTo>
                      <a:close/>
                      <a:moveTo>
                        <a:pt x="4403" y="1565"/>
                      </a:moveTo>
                      <a:lnTo>
                        <a:pt x="5456" y="1565"/>
                      </a:lnTo>
                      <a:cubicBezTo>
                        <a:pt x="5577" y="1565"/>
                        <a:pt x="5692" y="1531"/>
                        <a:pt x="5703" y="1485"/>
                      </a:cubicBezTo>
                      <a:lnTo>
                        <a:pt x="5818" y="1116"/>
                      </a:lnTo>
                      <a:cubicBezTo>
                        <a:pt x="5836" y="1076"/>
                        <a:pt x="5749" y="1042"/>
                        <a:pt x="5617" y="1042"/>
                      </a:cubicBezTo>
                      <a:lnTo>
                        <a:pt x="4593" y="1042"/>
                      </a:lnTo>
                      <a:cubicBezTo>
                        <a:pt x="4466" y="1042"/>
                        <a:pt x="4351" y="1076"/>
                        <a:pt x="4339" y="1116"/>
                      </a:cubicBezTo>
                      <a:lnTo>
                        <a:pt x="4207" y="1485"/>
                      </a:lnTo>
                      <a:cubicBezTo>
                        <a:pt x="4196" y="1531"/>
                        <a:pt x="4282" y="1565"/>
                        <a:pt x="4403" y="1565"/>
                      </a:cubicBezTo>
                      <a:close/>
                      <a:moveTo>
                        <a:pt x="1209" y="1565"/>
                      </a:moveTo>
                      <a:lnTo>
                        <a:pt x="3298" y="1565"/>
                      </a:lnTo>
                      <a:cubicBezTo>
                        <a:pt x="3419" y="1565"/>
                        <a:pt x="3534" y="1531"/>
                        <a:pt x="3557" y="1485"/>
                      </a:cubicBezTo>
                      <a:lnTo>
                        <a:pt x="3689" y="1116"/>
                      </a:lnTo>
                      <a:cubicBezTo>
                        <a:pt x="3706" y="1076"/>
                        <a:pt x="3620" y="1042"/>
                        <a:pt x="3499" y="1042"/>
                      </a:cubicBezTo>
                      <a:lnTo>
                        <a:pt x="1439" y="1042"/>
                      </a:lnTo>
                      <a:cubicBezTo>
                        <a:pt x="1318" y="1042"/>
                        <a:pt x="1203" y="1076"/>
                        <a:pt x="1180" y="1116"/>
                      </a:cubicBezTo>
                      <a:lnTo>
                        <a:pt x="1013" y="1485"/>
                      </a:lnTo>
                      <a:cubicBezTo>
                        <a:pt x="1002" y="1531"/>
                        <a:pt x="1088" y="1565"/>
                        <a:pt x="1209" y="1565"/>
                      </a:cubicBezTo>
                      <a:close/>
                      <a:moveTo>
                        <a:pt x="26732" y="2273"/>
                      </a:moveTo>
                      <a:lnTo>
                        <a:pt x="27802" y="2273"/>
                      </a:lnTo>
                      <a:cubicBezTo>
                        <a:pt x="27934" y="2273"/>
                        <a:pt x="28021" y="2233"/>
                        <a:pt x="28003" y="2187"/>
                      </a:cubicBezTo>
                      <a:lnTo>
                        <a:pt x="27877" y="1801"/>
                      </a:lnTo>
                      <a:cubicBezTo>
                        <a:pt x="27859" y="1761"/>
                        <a:pt x="27744" y="1727"/>
                        <a:pt x="27618" y="1727"/>
                      </a:cubicBezTo>
                      <a:lnTo>
                        <a:pt x="26565" y="1727"/>
                      </a:lnTo>
                      <a:cubicBezTo>
                        <a:pt x="26444" y="1727"/>
                        <a:pt x="26352" y="1761"/>
                        <a:pt x="26363" y="1801"/>
                      </a:cubicBezTo>
                      <a:lnTo>
                        <a:pt x="26478" y="2187"/>
                      </a:lnTo>
                      <a:cubicBezTo>
                        <a:pt x="26490" y="2227"/>
                        <a:pt x="26605" y="2273"/>
                        <a:pt x="26732" y="2273"/>
                      </a:cubicBezTo>
                      <a:close/>
                      <a:moveTo>
                        <a:pt x="24533" y="2273"/>
                      </a:moveTo>
                      <a:lnTo>
                        <a:pt x="25604" y="2273"/>
                      </a:lnTo>
                      <a:cubicBezTo>
                        <a:pt x="25730" y="2273"/>
                        <a:pt x="25828" y="2233"/>
                        <a:pt x="25811" y="2187"/>
                      </a:cubicBezTo>
                      <a:lnTo>
                        <a:pt x="25701" y="1801"/>
                      </a:lnTo>
                      <a:cubicBezTo>
                        <a:pt x="25690" y="1761"/>
                        <a:pt x="25581" y="1727"/>
                        <a:pt x="25454" y="1727"/>
                      </a:cubicBezTo>
                      <a:lnTo>
                        <a:pt x="24401" y="1727"/>
                      </a:lnTo>
                      <a:cubicBezTo>
                        <a:pt x="24280" y="1727"/>
                        <a:pt x="24188" y="1761"/>
                        <a:pt x="24194" y="1801"/>
                      </a:cubicBezTo>
                      <a:lnTo>
                        <a:pt x="24280" y="2187"/>
                      </a:lnTo>
                      <a:cubicBezTo>
                        <a:pt x="24286" y="2227"/>
                        <a:pt x="24401" y="2273"/>
                        <a:pt x="24533" y="2273"/>
                      </a:cubicBezTo>
                      <a:close/>
                      <a:moveTo>
                        <a:pt x="22329" y="2273"/>
                      </a:moveTo>
                      <a:lnTo>
                        <a:pt x="23399" y="2273"/>
                      </a:lnTo>
                      <a:cubicBezTo>
                        <a:pt x="23532" y="2273"/>
                        <a:pt x="23624" y="2233"/>
                        <a:pt x="23618" y="2187"/>
                      </a:cubicBezTo>
                      <a:lnTo>
                        <a:pt x="23538" y="1801"/>
                      </a:lnTo>
                      <a:cubicBezTo>
                        <a:pt x="23532" y="1761"/>
                        <a:pt x="23417" y="1727"/>
                        <a:pt x="23296" y="1727"/>
                      </a:cubicBezTo>
                      <a:lnTo>
                        <a:pt x="22243" y="1727"/>
                      </a:lnTo>
                      <a:cubicBezTo>
                        <a:pt x="22122" y="1727"/>
                        <a:pt x="22018" y="1761"/>
                        <a:pt x="22030" y="1801"/>
                      </a:cubicBezTo>
                      <a:lnTo>
                        <a:pt x="22093" y="2187"/>
                      </a:lnTo>
                      <a:cubicBezTo>
                        <a:pt x="22093" y="2227"/>
                        <a:pt x="22202" y="2273"/>
                        <a:pt x="22329" y="2273"/>
                      </a:cubicBezTo>
                      <a:close/>
                      <a:moveTo>
                        <a:pt x="20131" y="2273"/>
                      </a:moveTo>
                      <a:lnTo>
                        <a:pt x="21201" y="2273"/>
                      </a:lnTo>
                      <a:cubicBezTo>
                        <a:pt x="21328" y="2273"/>
                        <a:pt x="21426" y="2233"/>
                        <a:pt x="21414" y="2187"/>
                      </a:cubicBezTo>
                      <a:lnTo>
                        <a:pt x="21357" y="1801"/>
                      </a:lnTo>
                      <a:cubicBezTo>
                        <a:pt x="21351" y="1761"/>
                        <a:pt x="21241" y="1727"/>
                        <a:pt x="21121" y="1727"/>
                      </a:cubicBezTo>
                      <a:lnTo>
                        <a:pt x="20073" y="1727"/>
                      </a:lnTo>
                      <a:cubicBezTo>
                        <a:pt x="19947" y="1727"/>
                        <a:pt x="19849" y="1761"/>
                        <a:pt x="19855" y="1801"/>
                      </a:cubicBezTo>
                      <a:lnTo>
                        <a:pt x="19901" y="2187"/>
                      </a:lnTo>
                      <a:cubicBezTo>
                        <a:pt x="19889" y="2227"/>
                        <a:pt x="19998" y="2273"/>
                        <a:pt x="20131" y="2273"/>
                      </a:cubicBezTo>
                      <a:close/>
                      <a:moveTo>
                        <a:pt x="17927" y="2273"/>
                      </a:moveTo>
                      <a:lnTo>
                        <a:pt x="18997" y="2273"/>
                      </a:lnTo>
                      <a:cubicBezTo>
                        <a:pt x="19129" y="2273"/>
                        <a:pt x="19227" y="2233"/>
                        <a:pt x="19221" y="2187"/>
                      </a:cubicBezTo>
                      <a:lnTo>
                        <a:pt x="19187" y="1801"/>
                      </a:lnTo>
                      <a:cubicBezTo>
                        <a:pt x="19181" y="1761"/>
                        <a:pt x="19078" y="1727"/>
                        <a:pt x="18951" y="1727"/>
                      </a:cubicBezTo>
                      <a:lnTo>
                        <a:pt x="17898" y="1727"/>
                      </a:lnTo>
                      <a:cubicBezTo>
                        <a:pt x="17777" y="1727"/>
                        <a:pt x="17673" y="1761"/>
                        <a:pt x="17673" y="1801"/>
                      </a:cubicBezTo>
                      <a:lnTo>
                        <a:pt x="17691" y="2187"/>
                      </a:lnTo>
                      <a:cubicBezTo>
                        <a:pt x="17691" y="2227"/>
                        <a:pt x="17800" y="2273"/>
                        <a:pt x="17927" y="2273"/>
                      </a:cubicBezTo>
                      <a:close/>
                      <a:moveTo>
                        <a:pt x="15717" y="2273"/>
                      </a:moveTo>
                      <a:lnTo>
                        <a:pt x="16793" y="2273"/>
                      </a:lnTo>
                      <a:cubicBezTo>
                        <a:pt x="16920" y="2273"/>
                        <a:pt x="17017" y="2233"/>
                        <a:pt x="17017" y="2187"/>
                      </a:cubicBezTo>
                      <a:lnTo>
                        <a:pt x="17012" y="1801"/>
                      </a:lnTo>
                      <a:cubicBezTo>
                        <a:pt x="17012" y="1761"/>
                        <a:pt x="16914" y="1727"/>
                        <a:pt x="16781" y="1727"/>
                      </a:cubicBezTo>
                      <a:lnTo>
                        <a:pt x="15734" y="1727"/>
                      </a:lnTo>
                      <a:cubicBezTo>
                        <a:pt x="15613" y="1727"/>
                        <a:pt x="15504" y="1761"/>
                        <a:pt x="15504" y="1801"/>
                      </a:cubicBezTo>
                      <a:lnTo>
                        <a:pt x="15498" y="2187"/>
                      </a:lnTo>
                      <a:cubicBezTo>
                        <a:pt x="15487" y="2227"/>
                        <a:pt x="15596" y="2273"/>
                        <a:pt x="15717" y="2273"/>
                      </a:cubicBezTo>
                      <a:close/>
                      <a:moveTo>
                        <a:pt x="13518" y="2273"/>
                      </a:moveTo>
                      <a:lnTo>
                        <a:pt x="14589" y="2273"/>
                      </a:lnTo>
                      <a:cubicBezTo>
                        <a:pt x="14721" y="2273"/>
                        <a:pt x="14819" y="2233"/>
                        <a:pt x="14825" y="2187"/>
                      </a:cubicBezTo>
                      <a:lnTo>
                        <a:pt x="14842" y="1801"/>
                      </a:lnTo>
                      <a:cubicBezTo>
                        <a:pt x="14842" y="1761"/>
                        <a:pt x="14738" y="1727"/>
                        <a:pt x="14618" y="1727"/>
                      </a:cubicBezTo>
                      <a:lnTo>
                        <a:pt x="13570" y="1727"/>
                      </a:lnTo>
                      <a:cubicBezTo>
                        <a:pt x="13444" y="1727"/>
                        <a:pt x="13340" y="1761"/>
                        <a:pt x="13329" y="1801"/>
                      </a:cubicBezTo>
                      <a:lnTo>
                        <a:pt x="13294" y="2187"/>
                      </a:lnTo>
                      <a:cubicBezTo>
                        <a:pt x="13294" y="2227"/>
                        <a:pt x="13398" y="2273"/>
                        <a:pt x="13518" y="2273"/>
                      </a:cubicBezTo>
                      <a:close/>
                      <a:moveTo>
                        <a:pt x="11314" y="2273"/>
                      </a:moveTo>
                      <a:lnTo>
                        <a:pt x="12390" y="2273"/>
                      </a:lnTo>
                      <a:cubicBezTo>
                        <a:pt x="12517" y="2273"/>
                        <a:pt x="12626" y="2233"/>
                        <a:pt x="12626" y="2187"/>
                      </a:cubicBezTo>
                      <a:lnTo>
                        <a:pt x="12667" y="1801"/>
                      </a:lnTo>
                      <a:cubicBezTo>
                        <a:pt x="12678" y="1761"/>
                        <a:pt x="12575" y="1727"/>
                        <a:pt x="12454" y="1727"/>
                      </a:cubicBezTo>
                      <a:lnTo>
                        <a:pt x="11401" y="1727"/>
                      </a:lnTo>
                      <a:cubicBezTo>
                        <a:pt x="11280" y="1727"/>
                        <a:pt x="11170" y="1761"/>
                        <a:pt x="11165" y="1801"/>
                      </a:cubicBezTo>
                      <a:lnTo>
                        <a:pt x="11107" y="2187"/>
                      </a:lnTo>
                      <a:cubicBezTo>
                        <a:pt x="11096" y="2227"/>
                        <a:pt x="11193" y="2273"/>
                        <a:pt x="11314" y="2273"/>
                      </a:cubicBezTo>
                      <a:close/>
                      <a:moveTo>
                        <a:pt x="9116" y="2273"/>
                      </a:moveTo>
                      <a:lnTo>
                        <a:pt x="10186" y="2273"/>
                      </a:lnTo>
                      <a:cubicBezTo>
                        <a:pt x="10319" y="2273"/>
                        <a:pt x="10422" y="2233"/>
                        <a:pt x="10434" y="2187"/>
                      </a:cubicBezTo>
                      <a:lnTo>
                        <a:pt x="10497" y="1801"/>
                      </a:lnTo>
                      <a:cubicBezTo>
                        <a:pt x="10503" y="1761"/>
                        <a:pt x="10411" y="1727"/>
                        <a:pt x="10278" y="1727"/>
                      </a:cubicBezTo>
                      <a:lnTo>
                        <a:pt x="9231" y="1727"/>
                      </a:lnTo>
                      <a:cubicBezTo>
                        <a:pt x="9110" y="1727"/>
                        <a:pt x="8995" y="1761"/>
                        <a:pt x="8984" y="1801"/>
                      </a:cubicBezTo>
                      <a:lnTo>
                        <a:pt x="8909" y="2187"/>
                      </a:lnTo>
                      <a:cubicBezTo>
                        <a:pt x="8892" y="2227"/>
                        <a:pt x="8989" y="2273"/>
                        <a:pt x="9116" y="2273"/>
                      </a:cubicBezTo>
                      <a:close/>
                      <a:moveTo>
                        <a:pt x="6912" y="2273"/>
                      </a:moveTo>
                      <a:lnTo>
                        <a:pt x="7988" y="2273"/>
                      </a:lnTo>
                      <a:cubicBezTo>
                        <a:pt x="8115" y="2273"/>
                        <a:pt x="8224" y="2233"/>
                        <a:pt x="8236" y="2187"/>
                      </a:cubicBezTo>
                      <a:lnTo>
                        <a:pt x="8322" y="1801"/>
                      </a:lnTo>
                      <a:cubicBezTo>
                        <a:pt x="8333" y="1761"/>
                        <a:pt x="8247" y="1727"/>
                        <a:pt x="8115" y="1727"/>
                      </a:cubicBezTo>
                      <a:lnTo>
                        <a:pt x="7067" y="1727"/>
                      </a:lnTo>
                      <a:cubicBezTo>
                        <a:pt x="6941" y="1727"/>
                        <a:pt x="6826" y="1761"/>
                        <a:pt x="6814" y="1801"/>
                      </a:cubicBezTo>
                      <a:lnTo>
                        <a:pt x="6705" y="2187"/>
                      </a:lnTo>
                      <a:cubicBezTo>
                        <a:pt x="6699" y="2227"/>
                        <a:pt x="6791" y="2273"/>
                        <a:pt x="6912" y="2273"/>
                      </a:cubicBezTo>
                      <a:close/>
                      <a:moveTo>
                        <a:pt x="4714" y="2273"/>
                      </a:moveTo>
                      <a:lnTo>
                        <a:pt x="5784" y="2273"/>
                      </a:lnTo>
                      <a:cubicBezTo>
                        <a:pt x="5916" y="2273"/>
                        <a:pt x="6031" y="2233"/>
                        <a:pt x="6043" y="2187"/>
                      </a:cubicBezTo>
                      <a:lnTo>
                        <a:pt x="6158" y="1801"/>
                      </a:lnTo>
                      <a:cubicBezTo>
                        <a:pt x="6170" y="1761"/>
                        <a:pt x="6077" y="1727"/>
                        <a:pt x="5957" y="1727"/>
                      </a:cubicBezTo>
                      <a:lnTo>
                        <a:pt x="4903" y="1727"/>
                      </a:lnTo>
                      <a:cubicBezTo>
                        <a:pt x="4783" y="1727"/>
                        <a:pt x="4668" y="1761"/>
                        <a:pt x="4645" y="1801"/>
                      </a:cubicBezTo>
                      <a:lnTo>
                        <a:pt x="4518" y="2187"/>
                      </a:lnTo>
                      <a:cubicBezTo>
                        <a:pt x="4495" y="2227"/>
                        <a:pt x="4593" y="2273"/>
                        <a:pt x="4714" y="2273"/>
                      </a:cubicBezTo>
                      <a:close/>
                      <a:moveTo>
                        <a:pt x="892" y="2273"/>
                      </a:moveTo>
                      <a:lnTo>
                        <a:pt x="3586" y="2273"/>
                      </a:lnTo>
                      <a:cubicBezTo>
                        <a:pt x="3712" y="2273"/>
                        <a:pt x="3827" y="2233"/>
                        <a:pt x="3845" y="2187"/>
                      </a:cubicBezTo>
                      <a:lnTo>
                        <a:pt x="3977" y="1801"/>
                      </a:lnTo>
                      <a:cubicBezTo>
                        <a:pt x="3994" y="1761"/>
                        <a:pt x="3908" y="1727"/>
                        <a:pt x="3776" y="1727"/>
                      </a:cubicBezTo>
                      <a:lnTo>
                        <a:pt x="1140" y="1727"/>
                      </a:lnTo>
                      <a:cubicBezTo>
                        <a:pt x="1013" y="1727"/>
                        <a:pt x="892" y="1761"/>
                        <a:pt x="869" y="1801"/>
                      </a:cubicBezTo>
                      <a:lnTo>
                        <a:pt x="697" y="2187"/>
                      </a:lnTo>
                      <a:cubicBezTo>
                        <a:pt x="685" y="2227"/>
                        <a:pt x="772" y="2273"/>
                        <a:pt x="892" y="2273"/>
                      </a:cubicBezTo>
                      <a:close/>
                      <a:moveTo>
                        <a:pt x="28936" y="2273"/>
                      </a:moveTo>
                      <a:lnTo>
                        <a:pt x="31623" y="2273"/>
                      </a:lnTo>
                      <a:cubicBezTo>
                        <a:pt x="31755" y="2273"/>
                        <a:pt x="31842" y="2233"/>
                        <a:pt x="31819" y="2187"/>
                      </a:cubicBezTo>
                      <a:lnTo>
                        <a:pt x="31646" y="1801"/>
                      </a:lnTo>
                      <a:cubicBezTo>
                        <a:pt x="31623" y="1761"/>
                        <a:pt x="31508" y="1727"/>
                        <a:pt x="31381" y="1727"/>
                      </a:cubicBezTo>
                      <a:lnTo>
                        <a:pt x="28734" y="1727"/>
                      </a:lnTo>
                      <a:cubicBezTo>
                        <a:pt x="28608" y="1727"/>
                        <a:pt x="28516" y="1761"/>
                        <a:pt x="28533" y="1801"/>
                      </a:cubicBezTo>
                      <a:lnTo>
                        <a:pt x="28665" y="2187"/>
                      </a:lnTo>
                      <a:cubicBezTo>
                        <a:pt x="28688" y="2227"/>
                        <a:pt x="28803" y="2273"/>
                        <a:pt x="28936" y="2273"/>
                      </a:cubicBezTo>
                      <a:close/>
                      <a:moveTo>
                        <a:pt x="25840" y="2998"/>
                      </a:moveTo>
                      <a:lnTo>
                        <a:pt x="26933" y="2998"/>
                      </a:lnTo>
                      <a:cubicBezTo>
                        <a:pt x="27065" y="2998"/>
                        <a:pt x="27157" y="2964"/>
                        <a:pt x="27140" y="2912"/>
                      </a:cubicBezTo>
                      <a:lnTo>
                        <a:pt x="27019" y="2515"/>
                      </a:lnTo>
                      <a:cubicBezTo>
                        <a:pt x="27008" y="2463"/>
                        <a:pt x="26893" y="2429"/>
                        <a:pt x="26760" y="2429"/>
                      </a:cubicBezTo>
                      <a:lnTo>
                        <a:pt x="25690" y="2429"/>
                      </a:lnTo>
                      <a:cubicBezTo>
                        <a:pt x="25558" y="2429"/>
                        <a:pt x="25465" y="2463"/>
                        <a:pt x="25483" y="2515"/>
                      </a:cubicBezTo>
                      <a:lnTo>
                        <a:pt x="25586" y="2912"/>
                      </a:lnTo>
                      <a:cubicBezTo>
                        <a:pt x="25598" y="2964"/>
                        <a:pt x="25713" y="2998"/>
                        <a:pt x="25840" y="2998"/>
                      </a:cubicBezTo>
                      <a:close/>
                      <a:moveTo>
                        <a:pt x="23589" y="2998"/>
                      </a:moveTo>
                      <a:lnTo>
                        <a:pt x="24683" y="2998"/>
                      </a:lnTo>
                      <a:cubicBezTo>
                        <a:pt x="24809" y="2998"/>
                        <a:pt x="24901" y="2964"/>
                        <a:pt x="24896" y="2912"/>
                      </a:cubicBezTo>
                      <a:lnTo>
                        <a:pt x="24798" y="2515"/>
                      </a:lnTo>
                      <a:cubicBezTo>
                        <a:pt x="24781" y="2463"/>
                        <a:pt x="24677" y="2429"/>
                        <a:pt x="24545" y="2429"/>
                      </a:cubicBezTo>
                      <a:lnTo>
                        <a:pt x="23474" y="2429"/>
                      </a:lnTo>
                      <a:cubicBezTo>
                        <a:pt x="23342" y="2429"/>
                        <a:pt x="23250" y="2463"/>
                        <a:pt x="23256" y="2515"/>
                      </a:cubicBezTo>
                      <a:lnTo>
                        <a:pt x="23336" y="2912"/>
                      </a:lnTo>
                      <a:cubicBezTo>
                        <a:pt x="23342" y="2964"/>
                        <a:pt x="23457" y="2998"/>
                        <a:pt x="23589" y="2998"/>
                      </a:cubicBezTo>
                      <a:close/>
                      <a:moveTo>
                        <a:pt x="21339" y="2998"/>
                      </a:moveTo>
                      <a:lnTo>
                        <a:pt x="22433" y="2998"/>
                      </a:lnTo>
                      <a:cubicBezTo>
                        <a:pt x="22559" y="2998"/>
                        <a:pt x="22663" y="2964"/>
                        <a:pt x="22651" y="2912"/>
                      </a:cubicBezTo>
                      <a:lnTo>
                        <a:pt x="22582" y="2515"/>
                      </a:lnTo>
                      <a:cubicBezTo>
                        <a:pt x="22577" y="2463"/>
                        <a:pt x="22461" y="2429"/>
                        <a:pt x="22335" y="2429"/>
                      </a:cubicBezTo>
                      <a:lnTo>
                        <a:pt x="21264" y="2429"/>
                      </a:lnTo>
                      <a:cubicBezTo>
                        <a:pt x="21132" y="2429"/>
                        <a:pt x="21034" y="2463"/>
                        <a:pt x="21040" y="2515"/>
                      </a:cubicBezTo>
                      <a:lnTo>
                        <a:pt x="21098" y="2912"/>
                      </a:lnTo>
                      <a:cubicBezTo>
                        <a:pt x="21098" y="2964"/>
                        <a:pt x="21207" y="2998"/>
                        <a:pt x="21339" y="2998"/>
                      </a:cubicBezTo>
                      <a:close/>
                      <a:moveTo>
                        <a:pt x="19083" y="2998"/>
                      </a:moveTo>
                      <a:lnTo>
                        <a:pt x="20177" y="2998"/>
                      </a:lnTo>
                      <a:cubicBezTo>
                        <a:pt x="20309" y="2998"/>
                        <a:pt x="20407" y="2964"/>
                        <a:pt x="20401" y="2912"/>
                      </a:cubicBezTo>
                      <a:lnTo>
                        <a:pt x="20349" y="2515"/>
                      </a:lnTo>
                      <a:cubicBezTo>
                        <a:pt x="20344" y="2463"/>
                        <a:pt x="20234" y="2429"/>
                        <a:pt x="20108" y="2429"/>
                      </a:cubicBezTo>
                      <a:lnTo>
                        <a:pt x="19037" y="2429"/>
                      </a:lnTo>
                      <a:cubicBezTo>
                        <a:pt x="18905" y="2429"/>
                        <a:pt x="18807" y="2463"/>
                        <a:pt x="18813" y="2515"/>
                      </a:cubicBezTo>
                      <a:lnTo>
                        <a:pt x="18842" y="2912"/>
                      </a:lnTo>
                      <a:cubicBezTo>
                        <a:pt x="18847" y="2964"/>
                        <a:pt x="18957" y="2998"/>
                        <a:pt x="19083" y="2998"/>
                      </a:cubicBezTo>
                      <a:close/>
                      <a:moveTo>
                        <a:pt x="16833" y="2998"/>
                      </a:moveTo>
                      <a:lnTo>
                        <a:pt x="17927" y="2998"/>
                      </a:lnTo>
                      <a:cubicBezTo>
                        <a:pt x="18053" y="2998"/>
                        <a:pt x="18163" y="2964"/>
                        <a:pt x="18157" y="2912"/>
                      </a:cubicBezTo>
                      <a:lnTo>
                        <a:pt x="18134" y="2515"/>
                      </a:lnTo>
                      <a:cubicBezTo>
                        <a:pt x="18134" y="2463"/>
                        <a:pt x="18024" y="2429"/>
                        <a:pt x="17898" y="2429"/>
                      </a:cubicBezTo>
                      <a:lnTo>
                        <a:pt x="16827" y="2429"/>
                      </a:lnTo>
                      <a:cubicBezTo>
                        <a:pt x="16695" y="2429"/>
                        <a:pt x="16597" y="2463"/>
                        <a:pt x="16597" y="2515"/>
                      </a:cubicBezTo>
                      <a:lnTo>
                        <a:pt x="16603" y="2912"/>
                      </a:lnTo>
                      <a:cubicBezTo>
                        <a:pt x="16597" y="2964"/>
                        <a:pt x="16707" y="2998"/>
                        <a:pt x="16833" y="2998"/>
                      </a:cubicBezTo>
                      <a:close/>
                      <a:moveTo>
                        <a:pt x="14583" y="2998"/>
                      </a:moveTo>
                      <a:lnTo>
                        <a:pt x="15676" y="2998"/>
                      </a:lnTo>
                      <a:cubicBezTo>
                        <a:pt x="15803" y="2998"/>
                        <a:pt x="15912" y="2964"/>
                        <a:pt x="15912" y="2912"/>
                      </a:cubicBezTo>
                      <a:lnTo>
                        <a:pt x="15918" y="2515"/>
                      </a:lnTo>
                      <a:cubicBezTo>
                        <a:pt x="15918" y="2463"/>
                        <a:pt x="15820" y="2429"/>
                        <a:pt x="15688" y="2429"/>
                      </a:cubicBezTo>
                      <a:lnTo>
                        <a:pt x="14618" y="2429"/>
                      </a:lnTo>
                      <a:cubicBezTo>
                        <a:pt x="14491" y="2429"/>
                        <a:pt x="14382" y="2463"/>
                        <a:pt x="14382" y="2515"/>
                      </a:cubicBezTo>
                      <a:lnTo>
                        <a:pt x="14359" y="2912"/>
                      </a:lnTo>
                      <a:cubicBezTo>
                        <a:pt x="14353" y="2964"/>
                        <a:pt x="14451" y="2998"/>
                        <a:pt x="14583" y="2998"/>
                      </a:cubicBezTo>
                      <a:close/>
                      <a:moveTo>
                        <a:pt x="12339" y="2998"/>
                      </a:moveTo>
                      <a:lnTo>
                        <a:pt x="13432" y="2998"/>
                      </a:lnTo>
                      <a:cubicBezTo>
                        <a:pt x="13559" y="2998"/>
                        <a:pt x="13668" y="2964"/>
                        <a:pt x="13674" y="2912"/>
                      </a:cubicBezTo>
                      <a:lnTo>
                        <a:pt x="13703" y="2515"/>
                      </a:lnTo>
                      <a:cubicBezTo>
                        <a:pt x="13703" y="2463"/>
                        <a:pt x="13605" y="2429"/>
                        <a:pt x="13484" y="2429"/>
                      </a:cubicBezTo>
                      <a:lnTo>
                        <a:pt x="12408" y="2429"/>
                      </a:lnTo>
                      <a:cubicBezTo>
                        <a:pt x="12281" y="2429"/>
                        <a:pt x="12172" y="2463"/>
                        <a:pt x="12166" y="2515"/>
                      </a:cubicBezTo>
                      <a:lnTo>
                        <a:pt x="12114" y="2912"/>
                      </a:lnTo>
                      <a:cubicBezTo>
                        <a:pt x="12103" y="2964"/>
                        <a:pt x="12201" y="2998"/>
                        <a:pt x="12339" y="2998"/>
                      </a:cubicBezTo>
                      <a:close/>
                      <a:moveTo>
                        <a:pt x="10089" y="2998"/>
                      </a:moveTo>
                      <a:lnTo>
                        <a:pt x="11182" y="2998"/>
                      </a:lnTo>
                      <a:cubicBezTo>
                        <a:pt x="11309" y="2998"/>
                        <a:pt x="11424" y="2964"/>
                        <a:pt x="11429" y="2912"/>
                      </a:cubicBezTo>
                      <a:lnTo>
                        <a:pt x="11487" y="2515"/>
                      </a:lnTo>
                      <a:cubicBezTo>
                        <a:pt x="11498" y="2463"/>
                        <a:pt x="11395" y="2429"/>
                        <a:pt x="11268" y="2429"/>
                      </a:cubicBezTo>
                      <a:lnTo>
                        <a:pt x="10192" y="2429"/>
                      </a:lnTo>
                      <a:cubicBezTo>
                        <a:pt x="10066" y="2429"/>
                        <a:pt x="9956" y="2463"/>
                        <a:pt x="9950" y="2515"/>
                      </a:cubicBezTo>
                      <a:lnTo>
                        <a:pt x="9876" y="2912"/>
                      </a:lnTo>
                      <a:cubicBezTo>
                        <a:pt x="9853" y="2964"/>
                        <a:pt x="9956" y="2998"/>
                        <a:pt x="10089" y="2998"/>
                      </a:cubicBezTo>
                      <a:close/>
                      <a:moveTo>
                        <a:pt x="7833" y="2998"/>
                      </a:moveTo>
                      <a:lnTo>
                        <a:pt x="8926" y="2998"/>
                      </a:lnTo>
                      <a:cubicBezTo>
                        <a:pt x="9058" y="2998"/>
                        <a:pt x="9174" y="2964"/>
                        <a:pt x="9179" y="2912"/>
                      </a:cubicBezTo>
                      <a:lnTo>
                        <a:pt x="9260" y="2515"/>
                      </a:lnTo>
                      <a:cubicBezTo>
                        <a:pt x="9266" y="2463"/>
                        <a:pt x="9174" y="2429"/>
                        <a:pt x="9041" y="2429"/>
                      </a:cubicBezTo>
                      <a:lnTo>
                        <a:pt x="7971" y="2429"/>
                      </a:lnTo>
                      <a:cubicBezTo>
                        <a:pt x="7838" y="2429"/>
                        <a:pt x="7729" y="2463"/>
                        <a:pt x="7718" y="2515"/>
                      </a:cubicBezTo>
                      <a:lnTo>
                        <a:pt x="7620" y="2912"/>
                      </a:lnTo>
                      <a:cubicBezTo>
                        <a:pt x="7602" y="2964"/>
                        <a:pt x="7706" y="2998"/>
                        <a:pt x="7833" y="2998"/>
                      </a:cubicBezTo>
                      <a:close/>
                      <a:moveTo>
                        <a:pt x="5583" y="2998"/>
                      </a:moveTo>
                      <a:lnTo>
                        <a:pt x="6676" y="2998"/>
                      </a:lnTo>
                      <a:cubicBezTo>
                        <a:pt x="6808" y="2998"/>
                        <a:pt x="6923" y="2964"/>
                        <a:pt x="6935" y="2912"/>
                      </a:cubicBezTo>
                      <a:lnTo>
                        <a:pt x="7044" y="2515"/>
                      </a:lnTo>
                      <a:cubicBezTo>
                        <a:pt x="7056" y="2463"/>
                        <a:pt x="6964" y="2429"/>
                        <a:pt x="6831" y="2429"/>
                      </a:cubicBezTo>
                      <a:lnTo>
                        <a:pt x="5761" y="2429"/>
                      </a:lnTo>
                      <a:cubicBezTo>
                        <a:pt x="5634" y="2429"/>
                        <a:pt x="5519" y="2463"/>
                        <a:pt x="5502" y="2515"/>
                      </a:cubicBezTo>
                      <a:lnTo>
                        <a:pt x="5381" y="2912"/>
                      </a:lnTo>
                      <a:cubicBezTo>
                        <a:pt x="5358" y="2964"/>
                        <a:pt x="5456" y="2998"/>
                        <a:pt x="5583" y="2998"/>
                      </a:cubicBezTo>
                      <a:close/>
                      <a:moveTo>
                        <a:pt x="570" y="2998"/>
                      </a:moveTo>
                      <a:lnTo>
                        <a:pt x="4426" y="2998"/>
                      </a:lnTo>
                      <a:cubicBezTo>
                        <a:pt x="4552" y="2998"/>
                        <a:pt x="4673" y="2964"/>
                        <a:pt x="4691" y="2912"/>
                      </a:cubicBezTo>
                      <a:lnTo>
                        <a:pt x="4817" y="2515"/>
                      </a:lnTo>
                      <a:cubicBezTo>
                        <a:pt x="4834" y="2463"/>
                        <a:pt x="4742" y="2429"/>
                        <a:pt x="4616" y="2429"/>
                      </a:cubicBezTo>
                      <a:lnTo>
                        <a:pt x="829" y="2429"/>
                      </a:lnTo>
                      <a:cubicBezTo>
                        <a:pt x="697" y="2429"/>
                        <a:pt x="576" y="2463"/>
                        <a:pt x="553" y="2515"/>
                      </a:cubicBezTo>
                      <a:lnTo>
                        <a:pt x="374" y="2912"/>
                      </a:lnTo>
                      <a:cubicBezTo>
                        <a:pt x="346" y="2964"/>
                        <a:pt x="432" y="2998"/>
                        <a:pt x="570" y="2998"/>
                      </a:cubicBezTo>
                      <a:close/>
                      <a:moveTo>
                        <a:pt x="28090" y="2998"/>
                      </a:moveTo>
                      <a:lnTo>
                        <a:pt x="31945" y="2998"/>
                      </a:lnTo>
                      <a:cubicBezTo>
                        <a:pt x="32078" y="2998"/>
                        <a:pt x="32164" y="2964"/>
                        <a:pt x="32141" y="2912"/>
                      </a:cubicBezTo>
                      <a:lnTo>
                        <a:pt x="31963" y="2515"/>
                      </a:lnTo>
                      <a:cubicBezTo>
                        <a:pt x="31940" y="2463"/>
                        <a:pt x="31819" y="2429"/>
                        <a:pt x="31686" y="2429"/>
                      </a:cubicBezTo>
                      <a:lnTo>
                        <a:pt x="27900" y="2429"/>
                      </a:lnTo>
                      <a:cubicBezTo>
                        <a:pt x="27767" y="2429"/>
                        <a:pt x="27675" y="2463"/>
                        <a:pt x="27698" y="2515"/>
                      </a:cubicBezTo>
                      <a:lnTo>
                        <a:pt x="27825" y="2912"/>
                      </a:lnTo>
                      <a:cubicBezTo>
                        <a:pt x="27842" y="2964"/>
                        <a:pt x="27963" y="2998"/>
                        <a:pt x="28090" y="2998"/>
                      </a:cubicBezTo>
                      <a:close/>
                      <a:moveTo>
                        <a:pt x="26576" y="3769"/>
                      </a:moveTo>
                      <a:lnTo>
                        <a:pt x="27744" y="3769"/>
                      </a:lnTo>
                      <a:cubicBezTo>
                        <a:pt x="27882" y="3769"/>
                        <a:pt x="27975" y="3723"/>
                        <a:pt x="27957" y="3672"/>
                      </a:cubicBezTo>
                      <a:lnTo>
                        <a:pt x="27917" y="3551"/>
                      </a:lnTo>
                      <a:cubicBezTo>
                        <a:pt x="27905" y="3499"/>
                        <a:pt x="27785" y="3459"/>
                        <a:pt x="27652" y="3459"/>
                      </a:cubicBezTo>
                      <a:lnTo>
                        <a:pt x="26496" y="3459"/>
                      </a:lnTo>
                      <a:cubicBezTo>
                        <a:pt x="26363" y="3459"/>
                        <a:pt x="26265" y="3499"/>
                        <a:pt x="26277" y="3551"/>
                      </a:cubicBezTo>
                      <a:lnTo>
                        <a:pt x="26317" y="3672"/>
                      </a:lnTo>
                      <a:cubicBezTo>
                        <a:pt x="26323" y="3723"/>
                        <a:pt x="26444" y="3769"/>
                        <a:pt x="26576" y="3769"/>
                      </a:cubicBezTo>
                      <a:close/>
                      <a:moveTo>
                        <a:pt x="28849" y="3769"/>
                      </a:moveTo>
                      <a:lnTo>
                        <a:pt x="30018" y="3769"/>
                      </a:lnTo>
                      <a:cubicBezTo>
                        <a:pt x="30156" y="3769"/>
                        <a:pt x="30242" y="3723"/>
                        <a:pt x="30230" y="3672"/>
                      </a:cubicBezTo>
                      <a:lnTo>
                        <a:pt x="30064" y="3257"/>
                      </a:lnTo>
                      <a:cubicBezTo>
                        <a:pt x="30041" y="3205"/>
                        <a:pt x="29920" y="3171"/>
                        <a:pt x="29787" y="3171"/>
                      </a:cubicBezTo>
                      <a:lnTo>
                        <a:pt x="28636" y="3171"/>
                      </a:lnTo>
                      <a:cubicBezTo>
                        <a:pt x="28510" y="3171"/>
                        <a:pt x="28418" y="3211"/>
                        <a:pt x="28429" y="3257"/>
                      </a:cubicBezTo>
                      <a:lnTo>
                        <a:pt x="28573" y="3672"/>
                      </a:lnTo>
                      <a:cubicBezTo>
                        <a:pt x="28596" y="3723"/>
                        <a:pt x="28717" y="3769"/>
                        <a:pt x="28849" y="3769"/>
                      </a:cubicBezTo>
                      <a:close/>
                      <a:moveTo>
                        <a:pt x="31122" y="3769"/>
                      </a:moveTo>
                      <a:lnTo>
                        <a:pt x="32291" y="3769"/>
                      </a:lnTo>
                      <a:cubicBezTo>
                        <a:pt x="32429" y="3769"/>
                        <a:pt x="32515" y="3723"/>
                        <a:pt x="32492" y="3672"/>
                      </a:cubicBezTo>
                      <a:lnTo>
                        <a:pt x="32435" y="3551"/>
                      </a:lnTo>
                      <a:cubicBezTo>
                        <a:pt x="32417" y="3499"/>
                        <a:pt x="32285" y="3459"/>
                        <a:pt x="32158" y="3459"/>
                      </a:cubicBezTo>
                      <a:lnTo>
                        <a:pt x="30996" y="3459"/>
                      </a:lnTo>
                      <a:cubicBezTo>
                        <a:pt x="30869" y="3459"/>
                        <a:pt x="30777" y="3499"/>
                        <a:pt x="30794" y="3551"/>
                      </a:cubicBezTo>
                      <a:lnTo>
                        <a:pt x="30846" y="3672"/>
                      </a:lnTo>
                      <a:cubicBezTo>
                        <a:pt x="30863" y="3723"/>
                        <a:pt x="30990" y="3769"/>
                        <a:pt x="31122" y="3769"/>
                      </a:cubicBezTo>
                      <a:close/>
                      <a:moveTo>
                        <a:pt x="24274" y="3769"/>
                      </a:moveTo>
                      <a:lnTo>
                        <a:pt x="25385" y="3769"/>
                      </a:lnTo>
                      <a:cubicBezTo>
                        <a:pt x="25523" y="3769"/>
                        <a:pt x="25615" y="3723"/>
                        <a:pt x="25604" y="3672"/>
                      </a:cubicBezTo>
                      <a:lnTo>
                        <a:pt x="25494" y="3257"/>
                      </a:lnTo>
                      <a:cubicBezTo>
                        <a:pt x="25483" y="3205"/>
                        <a:pt x="25368" y="3171"/>
                        <a:pt x="25235" y="3171"/>
                      </a:cubicBezTo>
                      <a:lnTo>
                        <a:pt x="24136" y="3171"/>
                      </a:lnTo>
                      <a:cubicBezTo>
                        <a:pt x="24004" y="3171"/>
                        <a:pt x="23906" y="3211"/>
                        <a:pt x="23917" y="3257"/>
                      </a:cubicBezTo>
                      <a:lnTo>
                        <a:pt x="24015" y="3672"/>
                      </a:lnTo>
                      <a:cubicBezTo>
                        <a:pt x="24027" y="3723"/>
                        <a:pt x="24142" y="3769"/>
                        <a:pt x="24274" y="3769"/>
                      </a:cubicBezTo>
                      <a:close/>
                      <a:moveTo>
                        <a:pt x="9801" y="3257"/>
                      </a:moveTo>
                      <a:lnTo>
                        <a:pt x="9720" y="3672"/>
                      </a:lnTo>
                      <a:cubicBezTo>
                        <a:pt x="9715" y="3723"/>
                        <a:pt x="9812" y="3764"/>
                        <a:pt x="9945" y="3764"/>
                      </a:cubicBezTo>
                      <a:lnTo>
                        <a:pt x="20257" y="3764"/>
                      </a:lnTo>
                      <a:cubicBezTo>
                        <a:pt x="20395" y="3764"/>
                        <a:pt x="20493" y="3723"/>
                        <a:pt x="20488" y="3672"/>
                      </a:cubicBezTo>
                      <a:lnTo>
                        <a:pt x="20436" y="3257"/>
                      </a:lnTo>
                      <a:cubicBezTo>
                        <a:pt x="20430" y="3205"/>
                        <a:pt x="20321" y="3171"/>
                        <a:pt x="20194" y="3171"/>
                      </a:cubicBezTo>
                      <a:lnTo>
                        <a:pt x="10048" y="3171"/>
                      </a:lnTo>
                      <a:cubicBezTo>
                        <a:pt x="9922" y="3171"/>
                        <a:pt x="9807" y="3205"/>
                        <a:pt x="9801" y="3257"/>
                      </a:cubicBezTo>
                      <a:close/>
                      <a:moveTo>
                        <a:pt x="7119" y="3769"/>
                      </a:moveTo>
                      <a:lnTo>
                        <a:pt x="8765" y="3769"/>
                      </a:lnTo>
                      <a:cubicBezTo>
                        <a:pt x="8897" y="3769"/>
                        <a:pt x="9012" y="3723"/>
                        <a:pt x="9024" y="3672"/>
                      </a:cubicBezTo>
                      <a:lnTo>
                        <a:pt x="9104" y="3257"/>
                      </a:lnTo>
                      <a:cubicBezTo>
                        <a:pt x="9116" y="3205"/>
                        <a:pt x="9024" y="3171"/>
                        <a:pt x="8892" y="3171"/>
                      </a:cubicBezTo>
                      <a:lnTo>
                        <a:pt x="7280" y="3171"/>
                      </a:lnTo>
                      <a:cubicBezTo>
                        <a:pt x="7148" y="3171"/>
                        <a:pt x="7033" y="3211"/>
                        <a:pt x="7021" y="3257"/>
                      </a:cubicBezTo>
                      <a:lnTo>
                        <a:pt x="6912" y="3672"/>
                      </a:lnTo>
                      <a:cubicBezTo>
                        <a:pt x="6895" y="3723"/>
                        <a:pt x="6992" y="3769"/>
                        <a:pt x="7119" y="3769"/>
                      </a:cubicBezTo>
                      <a:close/>
                      <a:moveTo>
                        <a:pt x="4817" y="3769"/>
                      </a:moveTo>
                      <a:lnTo>
                        <a:pt x="5934" y="3769"/>
                      </a:lnTo>
                      <a:cubicBezTo>
                        <a:pt x="6072" y="3769"/>
                        <a:pt x="6187" y="3723"/>
                        <a:pt x="6198" y="3672"/>
                      </a:cubicBezTo>
                      <a:lnTo>
                        <a:pt x="6313" y="3257"/>
                      </a:lnTo>
                      <a:cubicBezTo>
                        <a:pt x="6331" y="3205"/>
                        <a:pt x="6239" y="3171"/>
                        <a:pt x="6100" y="3171"/>
                      </a:cubicBezTo>
                      <a:lnTo>
                        <a:pt x="5001" y="3171"/>
                      </a:lnTo>
                      <a:cubicBezTo>
                        <a:pt x="4869" y="3171"/>
                        <a:pt x="4748" y="3211"/>
                        <a:pt x="4731" y="3257"/>
                      </a:cubicBezTo>
                      <a:lnTo>
                        <a:pt x="4598" y="3672"/>
                      </a:lnTo>
                      <a:cubicBezTo>
                        <a:pt x="4598" y="3723"/>
                        <a:pt x="4691" y="3769"/>
                        <a:pt x="4817" y="3769"/>
                      </a:cubicBezTo>
                      <a:close/>
                      <a:moveTo>
                        <a:pt x="21454" y="3769"/>
                      </a:moveTo>
                      <a:lnTo>
                        <a:pt x="23094" y="3769"/>
                      </a:lnTo>
                      <a:cubicBezTo>
                        <a:pt x="23227" y="3769"/>
                        <a:pt x="23325" y="3723"/>
                        <a:pt x="23313" y="3672"/>
                      </a:cubicBezTo>
                      <a:lnTo>
                        <a:pt x="23238" y="3257"/>
                      </a:lnTo>
                      <a:cubicBezTo>
                        <a:pt x="23227" y="3205"/>
                        <a:pt x="23112" y="3171"/>
                        <a:pt x="22985" y="3171"/>
                      </a:cubicBezTo>
                      <a:lnTo>
                        <a:pt x="21374" y="3171"/>
                      </a:lnTo>
                      <a:cubicBezTo>
                        <a:pt x="21241" y="3171"/>
                        <a:pt x="21144" y="3211"/>
                        <a:pt x="21149" y="3257"/>
                      </a:cubicBezTo>
                      <a:lnTo>
                        <a:pt x="21207" y="3672"/>
                      </a:lnTo>
                      <a:cubicBezTo>
                        <a:pt x="21201" y="3723"/>
                        <a:pt x="21316" y="3769"/>
                        <a:pt x="21454" y="3769"/>
                      </a:cubicBezTo>
                      <a:close/>
                      <a:moveTo>
                        <a:pt x="2527" y="3769"/>
                      </a:moveTo>
                      <a:lnTo>
                        <a:pt x="3643" y="3769"/>
                      </a:lnTo>
                      <a:cubicBezTo>
                        <a:pt x="3776" y="3769"/>
                        <a:pt x="3902" y="3723"/>
                        <a:pt x="3914" y="3672"/>
                      </a:cubicBezTo>
                      <a:lnTo>
                        <a:pt x="4058" y="3257"/>
                      </a:lnTo>
                      <a:cubicBezTo>
                        <a:pt x="4075" y="3205"/>
                        <a:pt x="3977" y="3171"/>
                        <a:pt x="3850" y="3171"/>
                      </a:cubicBezTo>
                      <a:lnTo>
                        <a:pt x="2751" y="3171"/>
                      </a:lnTo>
                      <a:cubicBezTo>
                        <a:pt x="2619" y="3171"/>
                        <a:pt x="2498" y="3211"/>
                        <a:pt x="2475" y="3257"/>
                      </a:cubicBezTo>
                      <a:lnTo>
                        <a:pt x="2308" y="3672"/>
                      </a:lnTo>
                      <a:cubicBezTo>
                        <a:pt x="2297" y="3723"/>
                        <a:pt x="2389" y="3769"/>
                        <a:pt x="2527" y="3769"/>
                      </a:cubicBezTo>
                      <a:close/>
                      <a:moveTo>
                        <a:pt x="225" y="3769"/>
                      </a:moveTo>
                      <a:lnTo>
                        <a:pt x="1341" y="3769"/>
                      </a:lnTo>
                      <a:cubicBezTo>
                        <a:pt x="1474" y="3769"/>
                        <a:pt x="1600" y="3723"/>
                        <a:pt x="1617" y="3672"/>
                      </a:cubicBezTo>
                      <a:lnTo>
                        <a:pt x="1790" y="3257"/>
                      </a:lnTo>
                      <a:cubicBezTo>
                        <a:pt x="1813" y="3205"/>
                        <a:pt x="1721" y="3171"/>
                        <a:pt x="1589" y="3171"/>
                      </a:cubicBezTo>
                      <a:lnTo>
                        <a:pt x="490" y="3171"/>
                      </a:lnTo>
                      <a:cubicBezTo>
                        <a:pt x="357" y="3171"/>
                        <a:pt x="236" y="3211"/>
                        <a:pt x="208" y="3257"/>
                      </a:cubicBezTo>
                      <a:lnTo>
                        <a:pt x="23" y="3672"/>
                      </a:lnTo>
                      <a:cubicBezTo>
                        <a:pt x="0" y="3723"/>
                        <a:pt x="87" y="3769"/>
                        <a:pt x="225" y="376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38" name="Google Shape;838;p47">
                <a:extLst>
                  <a:ext uri="{FF2B5EF4-FFF2-40B4-BE49-F238E27FC236}">
                    <a16:creationId xmlns:a16="http://schemas.microsoft.com/office/drawing/2014/main" id="{E9404B6E-BAD5-AF60-3AF8-C2BCDD8A486E}"/>
                  </a:ext>
                </a:extLst>
              </p:cNvPr>
              <p:cNvSpPr/>
              <p:nvPr/>
            </p:nvSpPr>
            <p:spPr>
              <a:xfrm>
                <a:off x="6822274" y="3695850"/>
                <a:ext cx="723633" cy="189396"/>
              </a:xfrm>
              <a:custGeom>
                <a:avLst/>
                <a:gdLst/>
                <a:ahLst/>
                <a:cxnLst/>
                <a:rect l="l" t="t" r="r" b="b"/>
                <a:pathLst>
                  <a:path w="12448" h="3258" extrusionOk="0">
                    <a:moveTo>
                      <a:pt x="12074" y="3258"/>
                    </a:moveTo>
                    <a:lnTo>
                      <a:pt x="374" y="3258"/>
                    </a:lnTo>
                    <a:cubicBezTo>
                      <a:pt x="155" y="3258"/>
                      <a:pt x="0" y="3126"/>
                      <a:pt x="35" y="2959"/>
                    </a:cubicBezTo>
                    <a:lnTo>
                      <a:pt x="529" y="254"/>
                    </a:lnTo>
                    <a:cubicBezTo>
                      <a:pt x="558" y="110"/>
                      <a:pt x="737" y="1"/>
                      <a:pt x="932" y="1"/>
                    </a:cubicBezTo>
                    <a:lnTo>
                      <a:pt x="11515" y="1"/>
                    </a:lnTo>
                    <a:cubicBezTo>
                      <a:pt x="11717" y="1"/>
                      <a:pt x="11895" y="116"/>
                      <a:pt x="11918" y="254"/>
                    </a:cubicBezTo>
                    <a:lnTo>
                      <a:pt x="12413" y="2959"/>
                    </a:lnTo>
                    <a:cubicBezTo>
                      <a:pt x="12448" y="3126"/>
                      <a:pt x="12298" y="3258"/>
                      <a:pt x="12074" y="325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 name="Google Shape;839;p47">
                <a:extLst>
                  <a:ext uri="{FF2B5EF4-FFF2-40B4-BE49-F238E27FC236}">
                    <a16:creationId xmlns:a16="http://schemas.microsoft.com/office/drawing/2014/main" id="{010954D4-DFA8-6980-EECB-B6C20711430B}"/>
                  </a:ext>
                </a:extLst>
              </p:cNvPr>
              <p:cNvSpPr/>
              <p:nvPr/>
            </p:nvSpPr>
            <p:spPr>
              <a:xfrm>
                <a:off x="5996926" y="1962600"/>
                <a:ext cx="733748" cy="692591"/>
              </a:xfrm>
              <a:custGeom>
                <a:avLst/>
                <a:gdLst/>
                <a:ahLst/>
                <a:cxnLst/>
                <a:rect l="l" t="t" r="r" b="b"/>
                <a:pathLst>
                  <a:path w="12622" h="11914" extrusionOk="0">
                    <a:moveTo>
                      <a:pt x="11361" y="9364"/>
                    </a:moveTo>
                    <a:lnTo>
                      <a:pt x="9583" y="9364"/>
                    </a:lnTo>
                    <a:cubicBezTo>
                      <a:pt x="9393" y="9364"/>
                      <a:pt x="9232" y="9525"/>
                      <a:pt x="9232" y="9721"/>
                    </a:cubicBezTo>
                    <a:lnTo>
                      <a:pt x="9226" y="11534"/>
                    </a:lnTo>
                    <a:cubicBezTo>
                      <a:pt x="9226" y="11781"/>
                      <a:pt x="8915" y="11913"/>
                      <a:pt x="8737" y="11723"/>
                    </a:cubicBezTo>
                    <a:lnTo>
                      <a:pt x="6820" y="9767"/>
                    </a:lnTo>
                    <a:cubicBezTo>
                      <a:pt x="6492" y="9502"/>
                      <a:pt x="6078" y="9358"/>
                      <a:pt x="5658" y="9358"/>
                    </a:cubicBezTo>
                    <a:lnTo>
                      <a:pt x="1261" y="9358"/>
                    </a:lnTo>
                    <a:cubicBezTo>
                      <a:pt x="571" y="9358"/>
                      <a:pt x="1" y="8800"/>
                      <a:pt x="1" y="8098"/>
                    </a:cubicBezTo>
                    <a:lnTo>
                      <a:pt x="1" y="1255"/>
                    </a:lnTo>
                    <a:cubicBezTo>
                      <a:pt x="1" y="565"/>
                      <a:pt x="565" y="1"/>
                      <a:pt x="1261" y="1"/>
                    </a:cubicBezTo>
                    <a:lnTo>
                      <a:pt x="11355" y="1"/>
                    </a:lnTo>
                    <a:cubicBezTo>
                      <a:pt x="12046" y="1"/>
                      <a:pt x="12615" y="559"/>
                      <a:pt x="12615" y="1255"/>
                    </a:cubicBezTo>
                    <a:lnTo>
                      <a:pt x="12615" y="8109"/>
                    </a:lnTo>
                    <a:cubicBezTo>
                      <a:pt x="12621" y="8806"/>
                      <a:pt x="12051" y="9364"/>
                      <a:pt x="11361" y="9364"/>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 name="Google Shape;840;p47">
                <a:extLst>
                  <a:ext uri="{FF2B5EF4-FFF2-40B4-BE49-F238E27FC236}">
                    <a16:creationId xmlns:a16="http://schemas.microsoft.com/office/drawing/2014/main" id="{765DDA27-7C7C-3CF4-901B-B61EE52A2E84}"/>
                  </a:ext>
                </a:extLst>
              </p:cNvPr>
              <p:cNvSpPr/>
              <p:nvPr/>
            </p:nvSpPr>
            <p:spPr>
              <a:xfrm>
                <a:off x="6163240" y="2083048"/>
                <a:ext cx="375362" cy="302812"/>
              </a:xfrm>
              <a:custGeom>
                <a:avLst/>
                <a:gdLst/>
                <a:ahLst/>
                <a:cxnLst/>
                <a:rect l="l" t="t" r="r" b="b"/>
                <a:pathLst>
                  <a:path w="6457" h="5209" extrusionOk="0">
                    <a:moveTo>
                      <a:pt x="2952" y="2964"/>
                    </a:moveTo>
                    <a:lnTo>
                      <a:pt x="1853" y="2964"/>
                    </a:lnTo>
                    <a:cubicBezTo>
                      <a:pt x="1916" y="3523"/>
                      <a:pt x="2164" y="4213"/>
                      <a:pt x="2952" y="4213"/>
                    </a:cubicBezTo>
                    <a:lnTo>
                      <a:pt x="2952" y="5209"/>
                    </a:lnTo>
                    <a:lnTo>
                      <a:pt x="2227" y="5209"/>
                    </a:lnTo>
                    <a:cubicBezTo>
                      <a:pt x="996" y="5209"/>
                      <a:pt x="0" y="4207"/>
                      <a:pt x="0" y="2976"/>
                    </a:cubicBezTo>
                    <a:lnTo>
                      <a:pt x="0" y="2964"/>
                    </a:lnTo>
                    <a:lnTo>
                      <a:pt x="0" y="2257"/>
                    </a:lnTo>
                    <a:lnTo>
                      <a:pt x="0" y="6"/>
                    </a:lnTo>
                    <a:lnTo>
                      <a:pt x="2952" y="6"/>
                    </a:lnTo>
                    <a:close/>
                    <a:moveTo>
                      <a:pt x="6457" y="1"/>
                    </a:moveTo>
                    <a:lnTo>
                      <a:pt x="3499" y="1"/>
                    </a:lnTo>
                    <a:lnTo>
                      <a:pt x="3499" y="2251"/>
                    </a:lnTo>
                    <a:lnTo>
                      <a:pt x="3499" y="2959"/>
                    </a:lnTo>
                    <a:lnTo>
                      <a:pt x="3499" y="2970"/>
                    </a:lnTo>
                    <a:cubicBezTo>
                      <a:pt x="3499" y="4202"/>
                      <a:pt x="4500" y="5203"/>
                      <a:pt x="5732" y="5203"/>
                    </a:cubicBezTo>
                    <a:lnTo>
                      <a:pt x="6457" y="5203"/>
                    </a:lnTo>
                    <a:lnTo>
                      <a:pt x="6457" y="4207"/>
                    </a:lnTo>
                    <a:cubicBezTo>
                      <a:pt x="5674" y="4207"/>
                      <a:pt x="5427" y="3517"/>
                      <a:pt x="5358" y="2959"/>
                    </a:cubicBezTo>
                    <a:lnTo>
                      <a:pt x="6457" y="295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 name="Google Shape;841;p47">
                <a:extLst>
                  <a:ext uri="{FF2B5EF4-FFF2-40B4-BE49-F238E27FC236}">
                    <a16:creationId xmlns:a16="http://schemas.microsoft.com/office/drawing/2014/main" id="{B212EA8D-8C15-88E1-D6F7-C6E0FB848B21}"/>
                  </a:ext>
                </a:extLst>
              </p:cNvPr>
              <p:cNvSpPr/>
              <p:nvPr/>
            </p:nvSpPr>
            <p:spPr>
              <a:xfrm>
                <a:off x="6580041" y="2438050"/>
                <a:ext cx="733051" cy="692532"/>
              </a:xfrm>
              <a:custGeom>
                <a:avLst/>
                <a:gdLst/>
                <a:ahLst/>
                <a:cxnLst/>
                <a:rect l="l" t="t" r="r" b="b"/>
                <a:pathLst>
                  <a:path w="12610" h="11913" extrusionOk="0">
                    <a:moveTo>
                      <a:pt x="1249" y="9369"/>
                    </a:moveTo>
                    <a:lnTo>
                      <a:pt x="3028" y="9369"/>
                    </a:lnTo>
                    <a:cubicBezTo>
                      <a:pt x="3223" y="9369"/>
                      <a:pt x="3379" y="9524"/>
                      <a:pt x="3379" y="9720"/>
                    </a:cubicBezTo>
                    <a:lnTo>
                      <a:pt x="3384" y="11533"/>
                    </a:lnTo>
                    <a:cubicBezTo>
                      <a:pt x="3384" y="11786"/>
                      <a:pt x="3695" y="11913"/>
                      <a:pt x="3879" y="11728"/>
                    </a:cubicBezTo>
                    <a:lnTo>
                      <a:pt x="5790" y="9772"/>
                    </a:lnTo>
                    <a:cubicBezTo>
                      <a:pt x="6118" y="9501"/>
                      <a:pt x="6532" y="9357"/>
                      <a:pt x="6952" y="9357"/>
                    </a:cubicBezTo>
                    <a:lnTo>
                      <a:pt x="11349" y="9357"/>
                    </a:lnTo>
                    <a:cubicBezTo>
                      <a:pt x="12040" y="9357"/>
                      <a:pt x="12609" y="8799"/>
                      <a:pt x="12609" y="8103"/>
                    </a:cubicBezTo>
                    <a:lnTo>
                      <a:pt x="12609" y="1260"/>
                    </a:lnTo>
                    <a:cubicBezTo>
                      <a:pt x="12609" y="570"/>
                      <a:pt x="12045" y="0"/>
                      <a:pt x="11349" y="0"/>
                    </a:cubicBezTo>
                    <a:lnTo>
                      <a:pt x="1255" y="0"/>
                    </a:lnTo>
                    <a:cubicBezTo>
                      <a:pt x="564" y="0"/>
                      <a:pt x="1" y="564"/>
                      <a:pt x="1" y="1260"/>
                    </a:cubicBezTo>
                    <a:lnTo>
                      <a:pt x="1" y="8103"/>
                    </a:lnTo>
                    <a:cubicBezTo>
                      <a:pt x="1" y="8805"/>
                      <a:pt x="559" y="9369"/>
                      <a:pt x="1249" y="936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 name="Google Shape;842;p47">
                <a:extLst>
                  <a:ext uri="{FF2B5EF4-FFF2-40B4-BE49-F238E27FC236}">
                    <a16:creationId xmlns:a16="http://schemas.microsoft.com/office/drawing/2014/main" id="{BFD123EC-EB8B-ED36-896F-F853EA3BCD9D}"/>
                  </a:ext>
                </a:extLst>
              </p:cNvPr>
              <p:cNvSpPr/>
              <p:nvPr/>
            </p:nvSpPr>
            <p:spPr>
              <a:xfrm>
                <a:off x="6771409" y="2559138"/>
                <a:ext cx="375710" cy="302115"/>
              </a:xfrm>
              <a:custGeom>
                <a:avLst/>
                <a:gdLst/>
                <a:ahLst/>
                <a:cxnLst/>
                <a:rect l="l" t="t" r="r" b="b"/>
                <a:pathLst>
                  <a:path w="6463" h="5197" extrusionOk="0">
                    <a:moveTo>
                      <a:pt x="3505" y="0"/>
                    </a:moveTo>
                    <a:lnTo>
                      <a:pt x="6463" y="0"/>
                    </a:lnTo>
                    <a:lnTo>
                      <a:pt x="6463" y="2250"/>
                    </a:lnTo>
                    <a:lnTo>
                      <a:pt x="6463" y="2953"/>
                    </a:lnTo>
                    <a:lnTo>
                      <a:pt x="6463" y="2970"/>
                    </a:lnTo>
                    <a:cubicBezTo>
                      <a:pt x="6463" y="4201"/>
                      <a:pt x="5462" y="5197"/>
                      <a:pt x="4230" y="5197"/>
                    </a:cubicBezTo>
                    <a:lnTo>
                      <a:pt x="3505" y="5197"/>
                    </a:lnTo>
                    <a:lnTo>
                      <a:pt x="3505" y="4207"/>
                    </a:lnTo>
                    <a:cubicBezTo>
                      <a:pt x="4288" y="4207"/>
                      <a:pt x="4535" y="3516"/>
                      <a:pt x="4604" y="2953"/>
                    </a:cubicBezTo>
                    <a:lnTo>
                      <a:pt x="3505" y="2953"/>
                    </a:lnTo>
                    <a:close/>
                    <a:moveTo>
                      <a:pt x="0" y="2953"/>
                    </a:moveTo>
                    <a:lnTo>
                      <a:pt x="1105" y="2953"/>
                    </a:lnTo>
                    <a:cubicBezTo>
                      <a:pt x="1036" y="3516"/>
                      <a:pt x="794" y="4207"/>
                      <a:pt x="0" y="4207"/>
                    </a:cubicBezTo>
                    <a:lnTo>
                      <a:pt x="0" y="5197"/>
                    </a:lnTo>
                    <a:lnTo>
                      <a:pt x="731" y="5197"/>
                    </a:lnTo>
                    <a:cubicBezTo>
                      <a:pt x="1957" y="5197"/>
                      <a:pt x="2958" y="4201"/>
                      <a:pt x="2958" y="2970"/>
                    </a:cubicBezTo>
                    <a:lnTo>
                      <a:pt x="2958" y="2953"/>
                    </a:lnTo>
                    <a:lnTo>
                      <a:pt x="2958" y="2250"/>
                    </a:lnTo>
                    <a:lnTo>
                      <a:pt x="2958" y="0"/>
                    </a:lnTo>
                    <a:lnTo>
                      <a:pt x="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 name="Google Shape;843;p47">
                <a:extLst>
                  <a:ext uri="{FF2B5EF4-FFF2-40B4-BE49-F238E27FC236}">
                    <a16:creationId xmlns:a16="http://schemas.microsoft.com/office/drawing/2014/main" id="{0898F757-E775-9AFB-4FD6-CFA37C3FB1CC}"/>
                  </a:ext>
                </a:extLst>
              </p:cNvPr>
              <p:cNvSpPr/>
              <p:nvPr/>
            </p:nvSpPr>
            <p:spPr>
              <a:xfrm>
                <a:off x="7072122" y="1652817"/>
                <a:ext cx="779557" cy="813332"/>
              </a:xfrm>
              <a:custGeom>
                <a:avLst/>
                <a:gdLst/>
                <a:ahLst/>
                <a:cxnLst/>
                <a:rect l="l" t="t" r="r" b="b"/>
                <a:pathLst>
                  <a:path w="13410" h="13991" extrusionOk="0">
                    <a:moveTo>
                      <a:pt x="12886" y="13991"/>
                    </a:moveTo>
                    <a:lnTo>
                      <a:pt x="525" y="13991"/>
                    </a:lnTo>
                    <a:cubicBezTo>
                      <a:pt x="237" y="13991"/>
                      <a:pt x="1" y="13755"/>
                      <a:pt x="1" y="13467"/>
                    </a:cubicBezTo>
                    <a:lnTo>
                      <a:pt x="1" y="525"/>
                    </a:lnTo>
                    <a:cubicBezTo>
                      <a:pt x="1" y="237"/>
                      <a:pt x="237" y="1"/>
                      <a:pt x="525" y="1"/>
                    </a:cubicBezTo>
                    <a:lnTo>
                      <a:pt x="12886" y="1"/>
                    </a:lnTo>
                    <a:cubicBezTo>
                      <a:pt x="13174" y="1"/>
                      <a:pt x="13410" y="237"/>
                      <a:pt x="13410" y="525"/>
                    </a:cubicBezTo>
                    <a:lnTo>
                      <a:pt x="13410" y="13467"/>
                    </a:lnTo>
                    <a:cubicBezTo>
                      <a:pt x="13410" y="13761"/>
                      <a:pt x="13174" y="13991"/>
                      <a:pt x="12886" y="1399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 name="Google Shape;844;p47">
                <a:extLst>
                  <a:ext uri="{FF2B5EF4-FFF2-40B4-BE49-F238E27FC236}">
                    <a16:creationId xmlns:a16="http://schemas.microsoft.com/office/drawing/2014/main" id="{DCFAF7C8-7F2C-F975-B415-756753D138C4}"/>
                  </a:ext>
                </a:extLst>
              </p:cNvPr>
              <p:cNvSpPr/>
              <p:nvPr/>
            </p:nvSpPr>
            <p:spPr>
              <a:xfrm>
                <a:off x="7186234" y="1775939"/>
                <a:ext cx="551387" cy="566792"/>
              </a:xfrm>
              <a:custGeom>
                <a:avLst/>
                <a:gdLst/>
                <a:ahLst/>
                <a:cxnLst/>
                <a:rect l="l" t="t" r="r" b="b"/>
                <a:pathLst>
                  <a:path w="9485" h="9750" extrusionOk="0">
                    <a:moveTo>
                      <a:pt x="9179" y="8167"/>
                    </a:moveTo>
                    <a:lnTo>
                      <a:pt x="8454" y="8167"/>
                    </a:lnTo>
                    <a:lnTo>
                      <a:pt x="8454" y="7131"/>
                    </a:lnTo>
                    <a:lnTo>
                      <a:pt x="7292" y="7131"/>
                    </a:lnTo>
                    <a:lnTo>
                      <a:pt x="7292" y="6561"/>
                    </a:lnTo>
                    <a:lnTo>
                      <a:pt x="7953" y="6561"/>
                    </a:lnTo>
                    <a:cubicBezTo>
                      <a:pt x="8155" y="6561"/>
                      <a:pt x="8316" y="6400"/>
                      <a:pt x="8316" y="6199"/>
                    </a:cubicBezTo>
                    <a:lnTo>
                      <a:pt x="8316" y="4587"/>
                    </a:lnTo>
                    <a:cubicBezTo>
                      <a:pt x="8316" y="4386"/>
                      <a:pt x="8155" y="4219"/>
                      <a:pt x="7953" y="4219"/>
                    </a:cubicBezTo>
                    <a:lnTo>
                      <a:pt x="7292" y="4219"/>
                    </a:lnTo>
                    <a:lnTo>
                      <a:pt x="7292" y="3292"/>
                    </a:lnTo>
                    <a:lnTo>
                      <a:pt x="4892" y="3292"/>
                    </a:lnTo>
                    <a:lnTo>
                      <a:pt x="4892" y="2608"/>
                    </a:lnTo>
                    <a:lnTo>
                      <a:pt x="6814" y="2608"/>
                    </a:lnTo>
                    <a:cubicBezTo>
                      <a:pt x="7004" y="2608"/>
                      <a:pt x="7154" y="2458"/>
                      <a:pt x="7154" y="2268"/>
                    </a:cubicBezTo>
                    <a:lnTo>
                      <a:pt x="7154" y="340"/>
                    </a:lnTo>
                    <a:cubicBezTo>
                      <a:pt x="7154" y="156"/>
                      <a:pt x="7004" y="1"/>
                      <a:pt x="6814" y="1"/>
                    </a:cubicBezTo>
                    <a:lnTo>
                      <a:pt x="2688" y="1"/>
                    </a:lnTo>
                    <a:cubicBezTo>
                      <a:pt x="2498" y="1"/>
                      <a:pt x="2348" y="156"/>
                      <a:pt x="2348" y="340"/>
                    </a:cubicBezTo>
                    <a:lnTo>
                      <a:pt x="2348" y="2268"/>
                    </a:lnTo>
                    <a:cubicBezTo>
                      <a:pt x="2348" y="2458"/>
                      <a:pt x="2498" y="2608"/>
                      <a:pt x="2688" y="2608"/>
                    </a:cubicBezTo>
                    <a:lnTo>
                      <a:pt x="4604" y="2608"/>
                    </a:lnTo>
                    <a:lnTo>
                      <a:pt x="4604" y="3292"/>
                    </a:lnTo>
                    <a:lnTo>
                      <a:pt x="2210" y="3292"/>
                    </a:lnTo>
                    <a:lnTo>
                      <a:pt x="2210" y="4219"/>
                    </a:lnTo>
                    <a:lnTo>
                      <a:pt x="1548" y="4219"/>
                    </a:lnTo>
                    <a:cubicBezTo>
                      <a:pt x="1347" y="4219"/>
                      <a:pt x="1180" y="4386"/>
                      <a:pt x="1180" y="4587"/>
                    </a:cubicBezTo>
                    <a:lnTo>
                      <a:pt x="1180" y="6199"/>
                    </a:lnTo>
                    <a:cubicBezTo>
                      <a:pt x="1180" y="6400"/>
                      <a:pt x="1347" y="6561"/>
                      <a:pt x="1548" y="6561"/>
                    </a:cubicBezTo>
                    <a:lnTo>
                      <a:pt x="2210" y="6561"/>
                    </a:lnTo>
                    <a:lnTo>
                      <a:pt x="2210" y="7131"/>
                    </a:lnTo>
                    <a:lnTo>
                      <a:pt x="1030" y="7131"/>
                    </a:lnTo>
                    <a:lnTo>
                      <a:pt x="1030" y="8167"/>
                    </a:lnTo>
                    <a:lnTo>
                      <a:pt x="305" y="8167"/>
                    </a:lnTo>
                    <a:cubicBezTo>
                      <a:pt x="138" y="8167"/>
                      <a:pt x="0" y="8305"/>
                      <a:pt x="0" y="8472"/>
                    </a:cubicBezTo>
                    <a:lnTo>
                      <a:pt x="0" y="9450"/>
                    </a:lnTo>
                    <a:cubicBezTo>
                      <a:pt x="0" y="9611"/>
                      <a:pt x="138" y="9749"/>
                      <a:pt x="305" y="9749"/>
                    </a:cubicBezTo>
                    <a:lnTo>
                      <a:pt x="2043" y="9749"/>
                    </a:lnTo>
                    <a:cubicBezTo>
                      <a:pt x="2210" y="9749"/>
                      <a:pt x="2348" y="9611"/>
                      <a:pt x="2348" y="9450"/>
                    </a:cubicBezTo>
                    <a:lnTo>
                      <a:pt x="2348" y="8460"/>
                    </a:lnTo>
                    <a:cubicBezTo>
                      <a:pt x="2348" y="8299"/>
                      <a:pt x="2210" y="8161"/>
                      <a:pt x="2043" y="8161"/>
                    </a:cubicBezTo>
                    <a:lnTo>
                      <a:pt x="1318" y="8161"/>
                    </a:lnTo>
                    <a:lnTo>
                      <a:pt x="1318" y="7413"/>
                    </a:lnTo>
                    <a:lnTo>
                      <a:pt x="4598" y="7413"/>
                    </a:lnTo>
                    <a:lnTo>
                      <a:pt x="4598" y="8161"/>
                    </a:lnTo>
                    <a:lnTo>
                      <a:pt x="3873" y="8161"/>
                    </a:lnTo>
                    <a:cubicBezTo>
                      <a:pt x="3706" y="8161"/>
                      <a:pt x="3568" y="8299"/>
                      <a:pt x="3568" y="8460"/>
                    </a:cubicBezTo>
                    <a:lnTo>
                      <a:pt x="3568" y="9450"/>
                    </a:lnTo>
                    <a:cubicBezTo>
                      <a:pt x="3568" y="9611"/>
                      <a:pt x="3706" y="9749"/>
                      <a:pt x="3873" y="9749"/>
                    </a:cubicBezTo>
                    <a:lnTo>
                      <a:pt x="5611" y="9749"/>
                    </a:lnTo>
                    <a:cubicBezTo>
                      <a:pt x="5778" y="9749"/>
                      <a:pt x="5916" y="9611"/>
                      <a:pt x="5916" y="9450"/>
                    </a:cubicBezTo>
                    <a:lnTo>
                      <a:pt x="5916" y="8460"/>
                    </a:lnTo>
                    <a:cubicBezTo>
                      <a:pt x="5916" y="8299"/>
                      <a:pt x="5778" y="8161"/>
                      <a:pt x="5611" y="8161"/>
                    </a:cubicBezTo>
                    <a:lnTo>
                      <a:pt x="4886" y="8161"/>
                    </a:lnTo>
                    <a:lnTo>
                      <a:pt x="4886" y="7413"/>
                    </a:lnTo>
                    <a:lnTo>
                      <a:pt x="8166" y="7413"/>
                    </a:lnTo>
                    <a:lnTo>
                      <a:pt x="8166" y="8161"/>
                    </a:lnTo>
                    <a:lnTo>
                      <a:pt x="7441" y="8161"/>
                    </a:lnTo>
                    <a:cubicBezTo>
                      <a:pt x="7274" y="8161"/>
                      <a:pt x="7136" y="8299"/>
                      <a:pt x="7136" y="8460"/>
                    </a:cubicBezTo>
                    <a:lnTo>
                      <a:pt x="7136" y="9450"/>
                    </a:lnTo>
                    <a:cubicBezTo>
                      <a:pt x="7136" y="9611"/>
                      <a:pt x="7274" y="9749"/>
                      <a:pt x="7441" y="9749"/>
                    </a:cubicBezTo>
                    <a:lnTo>
                      <a:pt x="9179" y="9749"/>
                    </a:lnTo>
                    <a:cubicBezTo>
                      <a:pt x="9346" y="9749"/>
                      <a:pt x="9484" y="9611"/>
                      <a:pt x="9484" y="9450"/>
                    </a:cubicBezTo>
                    <a:lnTo>
                      <a:pt x="9484" y="8460"/>
                    </a:lnTo>
                    <a:cubicBezTo>
                      <a:pt x="9478" y="8299"/>
                      <a:pt x="9346" y="8167"/>
                      <a:pt x="9179" y="8167"/>
                    </a:cubicBezTo>
                    <a:close/>
                    <a:moveTo>
                      <a:pt x="2492" y="7125"/>
                    </a:moveTo>
                    <a:lnTo>
                      <a:pt x="2492" y="6555"/>
                    </a:lnTo>
                    <a:lnTo>
                      <a:pt x="3154" y="6555"/>
                    </a:lnTo>
                    <a:cubicBezTo>
                      <a:pt x="3355" y="6555"/>
                      <a:pt x="3522" y="6389"/>
                      <a:pt x="3522" y="6187"/>
                    </a:cubicBezTo>
                    <a:lnTo>
                      <a:pt x="3522" y="4576"/>
                    </a:lnTo>
                    <a:cubicBezTo>
                      <a:pt x="3522" y="4374"/>
                      <a:pt x="3355" y="4213"/>
                      <a:pt x="3154" y="4213"/>
                    </a:cubicBezTo>
                    <a:lnTo>
                      <a:pt x="2492" y="4213"/>
                    </a:lnTo>
                    <a:lnTo>
                      <a:pt x="2492" y="3569"/>
                    </a:lnTo>
                    <a:lnTo>
                      <a:pt x="7004" y="3569"/>
                    </a:lnTo>
                    <a:lnTo>
                      <a:pt x="7004" y="4213"/>
                    </a:lnTo>
                    <a:lnTo>
                      <a:pt x="6342" y="4213"/>
                    </a:lnTo>
                    <a:cubicBezTo>
                      <a:pt x="6141" y="4213"/>
                      <a:pt x="5974" y="4374"/>
                      <a:pt x="5974" y="4576"/>
                    </a:cubicBezTo>
                    <a:lnTo>
                      <a:pt x="5974" y="6187"/>
                    </a:lnTo>
                    <a:cubicBezTo>
                      <a:pt x="5974" y="6389"/>
                      <a:pt x="6141" y="6555"/>
                      <a:pt x="6342" y="6555"/>
                    </a:cubicBezTo>
                    <a:lnTo>
                      <a:pt x="7004" y="6555"/>
                    </a:lnTo>
                    <a:lnTo>
                      <a:pt x="7004" y="712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 name="Google Shape;845;p47">
                <a:extLst>
                  <a:ext uri="{FF2B5EF4-FFF2-40B4-BE49-F238E27FC236}">
                    <a16:creationId xmlns:a16="http://schemas.microsoft.com/office/drawing/2014/main" id="{863B030F-7067-A446-5D5E-8DD26EA14439}"/>
                  </a:ext>
                </a:extLst>
              </p:cNvPr>
              <p:cNvSpPr/>
              <p:nvPr/>
            </p:nvSpPr>
            <p:spPr>
              <a:xfrm>
                <a:off x="7606756" y="2424280"/>
                <a:ext cx="734330" cy="766186"/>
              </a:xfrm>
              <a:custGeom>
                <a:avLst/>
                <a:gdLst/>
                <a:ahLst/>
                <a:cxnLst/>
                <a:rect l="l" t="t" r="r" b="b"/>
                <a:pathLst>
                  <a:path w="12632" h="13180" extrusionOk="0">
                    <a:moveTo>
                      <a:pt x="12131" y="13179"/>
                    </a:moveTo>
                    <a:lnTo>
                      <a:pt x="495" y="13179"/>
                    </a:lnTo>
                    <a:cubicBezTo>
                      <a:pt x="219" y="13179"/>
                      <a:pt x="0" y="12955"/>
                      <a:pt x="0" y="12684"/>
                    </a:cubicBezTo>
                    <a:lnTo>
                      <a:pt x="0" y="495"/>
                    </a:lnTo>
                    <a:cubicBezTo>
                      <a:pt x="0" y="225"/>
                      <a:pt x="219" y="1"/>
                      <a:pt x="495" y="1"/>
                    </a:cubicBezTo>
                    <a:lnTo>
                      <a:pt x="12131" y="1"/>
                    </a:lnTo>
                    <a:cubicBezTo>
                      <a:pt x="12407" y="1"/>
                      <a:pt x="12632" y="225"/>
                      <a:pt x="12632" y="495"/>
                    </a:cubicBezTo>
                    <a:lnTo>
                      <a:pt x="12632" y="12684"/>
                    </a:lnTo>
                    <a:cubicBezTo>
                      <a:pt x="12620" y="12960"/>
                      <a:pt x="12407" y="13179"/>
                      <a:pt x="12131" y="1317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 name="Google Shape;846;p47">
                <a:extLst>
                  <a:ext uri="{FF2B5EF4-FFF2-40B4-BE49-F238E27FC236}">
                    <a16:creationId xmlns:a16="http://schemas.microsoft.com/office/drawing/2014/main" id="{CE34658B-EA48-E152-5344-E9F6C3DAB2ED}"/>
                  </a:ext>
                </a:extLst>
              </p:cNvPr>
              <p:cNvSpPr/>
              <p:nvPr/>
            </p:nvSpPr>
            <p:spPr>
              <a:xfrm>
                <a:off x="7737551" y="2539381"/>
                <a:ext cx="472443" cy="578825"/>
              </a:xfrm>
              <a:custGeom>
                <a:avLst/>
                <a:gdLst/>
                <a:ahLst/>
                <a:cxnLst/>
                <a:rect l="l" t="t" r="r" b="b"/>
                <a:pathLst>
                  <a:path w="8127" h="9957" extrusionOk="0">
                    <a:moveTo>
                      <a:pt x="8126" y="662"/>
                    </a:moveTo>
                    <a:cubicBezTo>
                      <a:pt x="8126" y="1025"/>
                      <a:pt x="6308" y="1324"/>
                      <a:pt x="4063" y="1324"/>
                    </a:cubicBezTo>
                    <a:cubicBezTo>
                      <a:pt x="1819" y="1324"/>
                      <a:pt x="0" y="1025"/>
                      <a:pt x="0" y="662"/>
                    </a:cubicBezTo>
                    <a:cubicBezTo>
                      <a:pt x="0" y="294"/>
                      <a:pt x="1819" y="0"/>
                      <a:pt x="4063" y="0"/>
                    </a:cubicBezTo>
                    <a:cubicBezTo>
                      <a:pt x="6308" y="0"/>
                      <a:pt x="8126" y="294"/>
                      <a:pt x="8126" y="662"/>
                    </a:cubicBezTo>
                    <a:close/>
                    <a:moveTo>
                      <a:pt x="8126" y="1387"/>
                    </a:moveTo>
                    <a:lnTo>
                      <a:pt x="8126" y="3539"/>
                    </a:lnTo>
                    <a:cubicBezTo>
                      <a:pt x="8126" y="3902"/>
                      <a:pt x="6308" y="4201"/>
                      <a:pt x="4063" y="4201"/>
                    </a:cubicBezTo>
                    <a:cubicBezTo>
                      <a:pt x="1819" y="4201"/>
                      <a:pt x="0" y="3902"/>
                      <a:pt x="0" y="3539"/>
                    </a:cubicBezTo>
                    <a:lnTo>
                      <a:pt x="0" y="1387"/>
                    </a:lnTo>
                    <a:cubicBezTo>
                      <a:pt x="0" y="1755"/>
                      <a:pt x="1819" y="2049"/>
                      <a:pt x="4063" y="2049"/>
                    </a:cubicBezTo>
                    <a:cubicBezTo>
                      <a:pt x="6308" y="2049"/>
                      <a:pt x="8126" y="1755"/>
                      <a:pt x="8126" y="1387"/>
                    </a:cubicBezTo>
                    <a:close/>
                    <a:moveTo>
                      <a:pt x="7510" y="2941"/>
                    </a:moveTo>
                    <a:cubicBezTo>
                      <a:pt x="7510" y="2768"/>
                      <a:pt x="7366" y="2624"/>
                      <a:pt x="7194" y="2624"/>
                    </a:cubicBezTo>
                    <a:cubicBezTo>
                      <a:pt x="7021" y="2624"/>
                      <a:pt x="6877" y="2768"/>
                      <a:pt x="6877" y="2941"/>
                    </a:cubicBezTo>
                    <a:cubicBezTo>
                      <a:pt x="6877" y="3114"/>
                      <a:pt x="7021" y="3257"/>
                      <a:pt x="7194" y="3257"/>
                    </a:cubicBezTo>
                    <a:cubicBezTo>
                      <a:pt x="7366" y="3257"/>
                      <a:pt x="7510" y="3114"/>
                      <a:pt x="7510" y="2941"/>
                    </a:cubicBezTo>
                    <a:close/>
                    <a:moveTo>
                      <a:pt x="8126" y="4265"/>
                    </a:moveTo>
                    <a:lnTo>
                      <a:pt x="8126" y="6417"/>
                    </a:lnTo>
                    <a:cubicBezTo>
                      <a:pt x="8126" y="6779"/>
                      <a:pt x="6308" y="7079"/>
                      <a:pt x="4063" y="7079"/>
                    </a:cubicBezTo>
                    <a:cubicBezTo>
                      <a:pt x="1819" y="7079"/>
                      <a:pt x="0" y="6779"/>
                      <a:pt x="0" y="6417"/>
                    </a:cubicBezTo>
                    <a:lnTo>
                      <a:pt x="0" y="4265"/>
                    </a:lnTo>
                    <a:cubicBezTo>
                      <a:pt x="0" y="4633"/>
                      <a:pt x="1819" y="4926"/>
                      <a:pt x="4063" y="4926"/>
                    </a:cubicBezTo>
                    <a:cubicBezTo>
                      <a:pt x="6308" y="4926"/>
                      <a:pt x="8126" y="4633"/>
                      <a:pt x="8126" y="4265"/>
                    </a:cubicBezTo>
                    <a:close/>
                    <a:moveTo>
                      <a:pt x="7510" y="5818"/>
                    </a:moveTo>
                    <a:cubicBezTo>
                      <a:pt x="7510" y="5646"/>
                      <a:pt x="7366" y="5502"/>
                      <a:pt x="7194" y="5502"/>
                    </a:cubicBezTo>
                    <a:cubicBezTo>
                      <a:pt x="7021" y="5502"/>
                      <a:pt x="6877" y="5646"/>
                      <a:pt x="6877" y="5818"/>
                    </a:cubicBezTo>
                    <a:cubicBezTo>
                      <a:pt x="6877" y="5991"/>
                      <a:pt x="7021" y="6135"/>
                      <a:pt x="7194" y="6135"/>
                    </a:cubicBezTo>
                    <a:cubicBezTo>
                      <a:pt x="7366" y="6135"/>
                      <a:pt x="7510" y="5991"/>
                      <a:pt x="7510" y="5818"/>
                    </a:cubicBezTo>
                    <a:close/>
                    <a:moveTo>
                      <a:pt x="8126" y="7142"/>
                    </a:moveTo>
                    <a:lnTo>
                      <a:pt x="8126" y="9294"/>
                    </a:lnTo>
                    <a:cubicBezTo>
                      <a:pt x="8126" y="9657"/>
                      <a:pt x="6308" y="9956"/>
                      <a:pt x="4063" y="9956"/>
                    </a:cubicBezTo>
                    <a:cubicBezTo>
                      <a:pt x="1819" y="9956"/>
                      <a:pt x="0" y="9657"/>
                      <a:pt x="0" y="9294"/>
                    </a:cubicBezTo>
                    <a:lnTo>
                      <a:pt x="0" y="7142"/>
                    </a:lnTo>
                    <a:cubicBezTo>
                      <a:pt x="0" y="7510"/>
                      <a:pt x="1819" y="7804"/>
                      <a:pt x="4063" y="7804"/>
                    </a:cubicBezTo>
                    <a:cubicBezTo>
                      <a:pt x="6308" y="7804"/>
                      <a:pt x="8126" y="7510"/>
                      <a:pt x="8126" y="7142"/>
                    </a:cubicBezTo>
                    <a:close/>
                    <a:moveTo>
                      <a:pt x="7510" y="8696"/>
                    </a:moveTo>
                    <a:cubicBezTo>
                      <a:pt x="7510" y="8523"/>
                      <a:pt x="7366" y="8379"/>
                      <a:pt x="7194" y="8379"/>
                    </a:cubicBezTo>
                    <a:cubicBezTo>
                      <a:pt x="7021" y="8379"/>
                      <a:pt x="6877" y="8523"/>
                      <a:pt x="6877" y="8696"/>
                    </a:cubicBezTo>
                    <a:cubicBezTo>
                      <a:pt x="6877" y="8868"/>
                      <a:pt x="7021" y="9012"/>
                      <a:pt x="7194" y="9012"/>
                    </a:cubicBezTo>
                    <a:cubicBezTo>
                      <a:pt x="7366" y="9012"/>
                      <a:pt x="7510" y="8868"/>
                      <a:pt x="7510" y="869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 name="Google Shape;847;p47">
                <a:extLst>
                  <a:ext uri="{FF2B5EF4-FFF2-40B4-BE49-F238E27FC236}">
                    <a16:creationId xmlns:a16="http://schemas.microsoft.com/office/drawing/2014/main" id="{F071D6BE-37FD-CDDC-F659-8506AEAEA73B}"/>
                  </a:ext>
                </a:extLst>
              </p:cNvPr>
              <p:cNvSpPr/>
              <p:nvPr/>
            </p:nvSpPr>
            <p:spPr>
              <a:xfrm>
                <a:off x="7990132" y="1845523"/>
                <a:ext cx="249912" cy="202824"/>
              </a:xfrm>
              <a:custGeom>
                <a:avLst/>
                <a:gdLst/>
                <a:ahLst/>
                <a:cxnLst/>
                <a:rect l="l" t="t" r="r" b="b"/>
                <a:pathLst>
                  <a:path w="4299" h="3489" extrusionOk="0">
                    <a:moveTo>
                      <a:pt x="2331" y="6"/>
                    </a:moveTo>
                    <a:lnTo>
                      <a:pt x="4299" y="6"/>
                    </a:lnTo>
                    <a:lnTo>
                      <a:pt x="4299" y="1508"/>
                    </a:lnTo>
                    <a:lnTo>
                      <a:pt x="4299" y="1986"/>
                    </a:lnTo>
                    <a:lnTo>
                      <a:pt x="4299" y="1998"/>
                    </a:lnTo>
                    <a:cubicBezTo>
                      <a:pt x="4299" y="2821"/>
                      <a:pt x="3631" y="3488"/>
                      <a:pt x="2814" y="3488"/>
                    </a:cubicBezTo>
                    <a:lnTo>
                      <a:pt x="2331" y="3488"/>
                    </a:lnTo>
                    <a:lnTo>
                      <a:pt x="2331" y="2826"/>
                    </a:lnTo>
                    <a:cubicBezTo>
                      <a:pt x="2854" y="2826"/>
                      <a:pt x="3021" y="2366"/>
                      <a:pt x="3062" y="1992"/>
                    </a:cubicBezTo>
                    <a:lnTo>
                      <a:pt x="2331" y="1992"/>
                    </a:lnTo>
                    <a:lnTo>
                      <a:pt x="2331" y="6"/>
                    </a:lnTo>
                    <a:close/>
                    <a:moveTo>
                      <a:pt x="0" y="1986"/>
                    </a:moveTo>
                    <a:lnTo>
                      <a:pt x="731" y="1986"/>
                    </a:lnTo>
                    <a:cubicBezTo>
                      <a:pt x="691" y="2360"/>
                      <a:pt x="524" y="2821"/>
                      <a:pt x="0" y="2821"/>
                    </a:cubicBezTo>
                    <a:lnTo>
                      <a:pt x="0" y="3482"/>
                    </a:lnTo>
                    <a:lnTo>
                      <a:pt x="484" y="3482"/>
                    </a:lnTo>
                    <a:cubicBezTo>
                      <a:pt x="1301" y="3482"/>
                      <a:pt x="1968" y="2815"/>
                      <a:pt x="1968" y="1992"/>
                    </a:cubicBezTo>
                    <a:lnTo>
                      <a:pt x="1968" y="1980"/>
                    </a:lnTo>
                    <a:lnTo>
                      <a:pt x="1968" y="1503"/>
                    </a:lnTo>
                    <a:lnTo>
                      <a:pt x="1968" y="1"/>
                    </a:lnTo>
                    <a:lnTo>
                      <a:pt x="0" y="1"/>
                    </a:lnTo>
                    <a:lnTo>
                      <a:pt x="0" y="198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 name="Google Shape;848;p47">
                <a:extLst>
                  <a:ext uri="{FF2B5EF4-FFF2-40B4-BE49-F238E27FC236}">
                    <a16:creationId xmlns:a16="http://schemas.microsoft.com/office/drawing/2014/main" id="{12CA3E7B-1C0E-EC4B-00FA-3B37B88B25AE}"/>
                  </a:ext>
                </a:extLst>
              </p:cNvPr>
              <p:cNvSpPr/>
              <p:nvPr/>
            </p:nvSpPr>
            <p:spPr>
              <a:xfrm>
                <a:off x="5923042" y="2617975"/>
                <a:ext cx="480407" cy="493836"/>
              </a:xfrm>
              <a:custGeom>
                <a:avLst/>
                <a:gdLst/>
                <a:ahLst/>
                <a:cxnLst/>
                <a:rect l="l" t="t" r="r" b="b"/>
                <a:pathLst>
                  <a:path w="8264" h="8495" extrusionOk="0">
                    <a:moveTo>
                      <a:pt x="7999" y="7119"/>
                    </a:moveTo>
                    <a:lnTo>
                      <a:pt x="7366" y="7119"/>
                    </a:lnTo>
                    <a:lnTo>
                      <a:pt x="7366" y="6216"/>
                    </a:lnTo>
                    <a:lnTo>
                      <a:pt x="6348" y="6216"/>
                    </a:lnTo>
                    <a:lnTo>
                      <a:pt x="6348" y="5715"/>
                    </a:lnTo>
                    <a:lnTo>
                      <a:pt x="6923" y="5715"/>
                    </a:lnTo>
                    <a:cubicBezTo>
                      <a:pt x="7096" y="5715"/>
                      <a:pt x="7240" y="5571"/>
                      <a:pt x="7240" y="5399"/>
                    </a:cubicBezTo>
                    <a:lnTo>
                      <a:pt x="7240" y="4000"/>
                    </a:lnTo>
                    <a:cubicBezTo>
                      <a:pt x="7240" y="3828"/>
                      <a:pt x="7096" y="3684"/>
                      <a:pt x="6923" y="3684"/>
                    </a:cubicBezTo>
                    <a:lnTo>
                      <a:pt x="6348" y="3684"/>
                    </a:lnTo>
                    <a:lnTo>
                      <a:pt x="6348" y="2867"/>
                    </a:lnTo>
                    <a:lnTo>
                      <a:pt x="4253" y="2867"/>
                    </a:lnTo>
                    <a:lnTo>
                      <a:pt x="4253" y="2274"/>
                    </a:lnTo>
                    <a:lnTo>
                      <a:pt x="5928" y="2274"/>
                    </a:lnTo>
                    <a:cubicBezTo>
                      <a:pt x="6089" y="2274"/>
                      <a:pt x="6221" y="2141"/>
                      <a:pt x="6221" y="1975"/>
                    </a:cubicBezTo>
                    <a:lnTo>
                      <a:pt x="6221" y="294"/>
                    </a:lnTo>
                    <a:cubicBezTo>
                      <a:pt x="6221" y="133"/>
                      <a:pt x="6094" y="1"/>
                      <a:pt x="5928" y="1"/>
                    </a:cubicBezTo>
                    <a:lnTo>
                      <a:pt x="2331" y="1"/>
                    </a:lnTo>
                    <a:cubicBezTo>
                      <a:pt x="2175" y="1"/>
                      <a:pt x="2037" y="127"/>
                      <a:pt x="2037" y="294"/>
                    </a:cubicBezTo>
                    <a:lnTo>
                      <a:pt x="2037" y="1975"/>
                    </a:lnTo>
                    <a:cubicBezTo>
                      <a:pt x="2037" y="2136"/>
                      <a:pt x="2164" y="2274"/>
                      <a:pt x="2331" y="2274"/>
                    </a:cubicBezTo>
                    <a:lnTo>
                      <a:pt x="4005" y="2274"/>
                    </a:lnTo>
                    <a:lnTo>
                      <a:pt x="4005" y="2867"/>
                    </a:lnTo>
                    <a:lnTo>
                      <a:pt x="1916" y="2867"/>
                    </a:lnTo>
                    <a:lnTo>
                      <a:pt x="1916" y="3684"/>
                    </a:lnTo>
                    <a:lnTo>
                      <a:pt x="1341" y="3684"/>
                    </a:lnTo>
                    <a:cubicBezTo>
                      <a:pt x="1168" y="3684"/>
                      <a:pt x="1024" y="3828"/>
                      <a:pt x="1024" y="4000"/>
                    </a:cubicBezTo>
                    <a:lnTo>
                      <a:pt x="1024" y="5399"/>
                    </a:lnTo>
                    <a:cubicBezTo>
                      <a:pt x="1024" y="5571"/>
                      <a:pt x="1168" y="5715"/>
                      <a:pt x="1341" y="5715"/>
                    </a:cubicBezTo>
                    <a:lnTo>
                      <a:pt x="1916" y="5715"/>
                    </a:lnTo>
                    <a:lnTo>
                      <a:pt x="1916" y="6216"/>
                    </a:lnTo>
                    <a:lnTo>
                      <a:pt x="892" y="6216"/>
                    </a:lnTo>
                    <a:lnTo>
                      <a:pt x="892" y="7119"/>
                    </a:lnTo>
                    <a:lnTo>
                      <a:pt x="259" y="7119"/>
                    </a:lnTo>
                    <a:cubicBezTo>
                      <a:pt x="115" y="7119"/>
                      <a:pt x="0" y="7234"/>
                      <a:pt x="0" y="7378"/>
                    </a:cubicBezTo>
                    <a:lnTo>
                      <a:pt x="0" y="8236"/>
                    </a:lnTo>
                    <a:cubicBezTo>
                      <a:pt x="0" y="8380"/>
                      <a:pt x="115" y="8495"/>
                      <a:pt x="259" y="8495"/>
                    </a:cubicBezTo>
                    <a:lnTo>
                      <a:pt x="1778" y="8495"/>
                    </a:lnTo>
                    <a:cubicBezTo>
                      <a:pt x="1922" y="8495"/>
                      <a:pt x="2037" y="8380"/>
                      <a:pt x="2037" y="8236"/>
                    </a:cubicBezTo>
                    <a:lnTo>
                      <a:pt x="2037" y="7378"/>
                    </a:lnTo>
                    <a:cubicBezTo>
                      <a:pt x="2037" y="7234"/>
                      <a:pt x="1922" y="7119"/>
                      <a:pt x="1778" y="7119"/>
                    </a:cubicBezTo>
                    <a:lnTo>
                      <a:pt x="1145" y="7119"/>
                    </a:lnTo>
                    <a:lnTo>
                      <a:pt x="1145" y="6463"/>
                    </a:lnTo>
                    <a:lnTo>
                      <a:pt x="4005" y="6463"/>
                    </a:lnTo>
                    <a:lnTo>
                      <a:pt x="4005" y="7119"/>
                    </a:lnTo>
                    <a:lnTo>
                      <a:pt x="3372" y="7119"/>
                    </a:lnTo>
                    <a:cubicBezTo>
                      <a:pt x="3229" y="7119"/>
                      <a:pt x="3113" y="7234"/>
                      <a:pt x="3113" y="7378"/>
                    </a:cubicBezTo>
                    <a:lnTo>
                      <a:pt x="3113" y="8236"/>
                    </a:lnTo>
                    <a:cubicBezTo>
                      <a:pt x="3113" y="8380"/>
                      <a:pt x="3229" y="8495"/>
                      <a:pt x="3372" y="8495"/>
                    </a:cubicBezTo>
                    <a:lnTo>
                      <a:pt x="4892" y="8495"/>
                    </a:lnTo>
                    <a:cubicBezTo>
                      <a:pt x="5036" y="8495"/>
                      <a:pt x="5151" y="8380"/>
                      <a:pt x="5151" y="8236"/>
                    </a:cubicBezTo>
                    <a:lnTo>
                      <a:pt x="5151" y="7378"/>
                    </a:lnTo>
                    <a:cubicBezTo>
                      <a:pt x="5151" y="7234"/>
                      <a:pt x="5036" y="7119"/>
                      <a:pt x="4892" y="7119"/>
                    </a:cubicBezTo>
                    <a:lnTo>
                      <a:pt x="4259" y="7119"/>
                    </a:lnTo>
                    <a:lnTo>
                      <a:pt x="4259" y="6463"/>
                    </a:lnTo>
                    <a:lnTo>
                      <a:pt x="7119" y="6463"/>
                    </a:lnTo>
                    <a:lnTo>
                      <a:pt x="7119" y="7119"/>
                    </a:lnTo>
                    <a:lnTo>
                      <a:pt x="6486" y="7119"/>
                    </a:lnTo>
                    <a:cubicBezTo>
                      <a:pt x="6342" y="7119"/>
                      <a:pt x="6227" y="7234"/>
                      <a:pt x="6227" y="7378"/>
                    </a:cubicBezTo>
                    <a:lnTo>
                      <a:pt x="6227" y="8236"/>
                    </a:lnTo>
                    <a:cubicBezTo>
                      <a:pt x="6227" y="8380"/>
                      <a:pt x="6342" y="8495"/>
                      <a:pt x="6486" y="8495"/>
                    </a:cubicBezTo>
                    <a:lnTo>
                      <a:pt x="8005" y="8495"/>
                    </a:lnTo>
                    <a:cubicBezTo>
                      <a:pt x="8149" y="8495"/>
                      <a:pt x="8264" y="8380"/>
                      <a:pt x="8264" y="8236"/>
                    </a:cubicBezTo>
                    <a:lnTo>
                      <a:pt x="8264" y="7378"/>
                    </a:lnTo>
                    <a:cubicBezTo>
                      <a:pt x="8264" y="7234"/>
                      <a:pt x="8143" y="7119"/>
                      <a:pt x="7999" y="7119"/>
                    </a:cubicBezTo>
                    <a:close/>
                    <a:moveTo>
                      <a:pt x="2164" y="6216"/>
                    </a:moveTo>
                    <a:lnTo>
                      <a:pt x="2164" y="5715"/>
                    </a:lnTo>
                    <a:lnTo>
                      <a:pt x="2739" y="5715"/>
                    </a:lnTo>
                    <a:cubicBezTo>
                      <a:pt x="2912" y="5715"/>
                      <a:pt x="3056" y="5571"/>
                      <a:pt x="3056" y="5399"/>
                    </a:cubicBezTo>
                    <a:lnTo>
                      <a:pt x="3056" y="4000"/>
                    </a:lnTo>
                    <a:cubicBezTo>
                      <a:pt x="3056" y="3828"/>
                      <a:pt x="2912" y="3684"/>
                      <a:pt x="2739" y="3684"/>
                    </a:cubicBezTo>
                    <a:lnTo>
                      <a:pt x="2164" y="3684"/>
                    </a:lnTo>
                    <a:lnTo>
                      <a:pt x="2164" y="3120"/>
                    </a:lnTo>
                    <a:lnTo>
                      <a:pt x="6100" y="3120"/>
                    </a:lnTo>
                    <a:lnTo>
                      <a:pt x="6100" y="3684"/>
                    </a:lnTo>
                    <a:lnTo>
                      <a:pt x="5525" y="3684"/>
                    </a:lnTo>
                    <a:cubicBezTo>
                      <a:pt x="5352" y="3684"/>
                      <a:pt x="5208" y="3828"/>
                      <a:pt x="5208" y="4000"/>
                    </a:cubicBezTo>
                    <a:lnTo>
                      <a:pt x="5208" y="5399"/>
                    </a:lnTo>
                    <a:cubicBezTo>
                      <a:pt x="5208" y="5571"/>
                      <a:pt x="5352" y="5715"/>
                      <a:pt x="5525" y="5715"/>
                    </a:cubicBezTo>
                    <a:lnTo>
                      <a:pt x="6100" y="5715"/>
                    </a:lnTo>
                    <a:lnTo>
                      <a:pt x="6100" y="621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 name="Google Shape;849;p47">
                <a:extLst>
                  <a:ext uri="{FF2B5EF4-FFF2-40B4-BE49-F238E27FC236}">
                    <a16:creationId xmlns:a16="http://schemas.microsoft.com/office/drawing/2014/main" id="{EC16EACB-7AC5-5D66-EF7C-F0493C40DD25}"/>
                  </a:ext>
                </a:extLst>
              </p:cNvPr>
              <p:cNvSpPr/>
              <p:nvPr/>
            </p:nvSpPr>
            <p:spPr>
              <a:xfrm>
                <a:off x="6583703" y="1728446"/>
                <a:ext cx="289442" cy="354318"/>
              </a:xfrm>
              <a:custGeom>
                <a:avLst/>
                <a:gdLst/>
                <a:ahLst/>
                <a:cxnLst/>
                <a:rect l="l" t="t" r="r" b="b"/>
                <a:pathLst>
                  <a:path w="4979" h="6095" extrusionOk="0">
                    <a:moveTo>
                      <a:pt x="4979" y="403"/>
                    </a:moveTo>
                    <a:cubicBezTo>
                      <a:pt x="4979" y="628"/>
                      <a:pt x="3862" y="806"/>
                      <a:pt x="2493" y="806"/>
                    </a:cubicBezTo>
                    <a:cubicBezTo>
                      <a:pt x="1117" y="806"/>
                      <a:pt x="1" y="628"/>
                      <a:pt x="1" y="403"/>
                    </a:cubicBezTo>
                    <a:cubicBezTo>
                      <a:pt x="1" y="179"/>
                      <a:pt x="1117" y="1"/>
                      <a:pt x="2493" y="1"/>
                    </a:cubicBezTo>
                    <a:cubicBezTo>
                      <a:pt x="3862" y="1"/>
                      <a:pt x="4979" y="179"/>
                      <a:pt x="4979" y="403"/>
                    </a:cubicBezTo>
                    <a:close/>
                    <a:moveTo>
                      <a:pt x="4979" y="847"/>
                    </a:moveTo>
                    <a:lnTo>
                      <a:pt x="4979" y="2164"/>
                    </a:lnTo>
                    <a:cubicBezTo>
                      <a:pt x="4979" y="2389"/>
                      <a:pt x="3862" y="2567"/>
                      <a:pt x="2493" y="2567"/>
                    </a:cubicBezTo>
                    <a:cubicBezTo>
                      <a:pt x="1117" y="2567"/>
                      <a:pt x="1" y="2389"/>
                      <a:pt x="1" y="2164"/>
                    </a:cubicBezTo>
                    <a:lnTo>
                      <a:pt x="1" y="847"/>
                    </a:lnTo>
                    <a:cubicBezTo>
                      <a:pt x="1" y="1071"/>
                      <a:pt x="1117" y="1249"/>
                      <a:pt x="2493" y="1249"/>
                    </a:cubicBezTo>
                    <a:cubicBezTo>
                      <a:pt x="3862" y="1249"/>
                      <a:pt x="4979" y="1071"/>
                      <a:pt x="4979" y="847"/>
                    </a:cubicBezTo>
                    <a:close/>
                    <a:moveTo>
                      <a:pt x="4599" y="1796"/>
                    </a:moveTo>
                    <a:cubicBezTo>
                      <a:pt x="4599" y="1692"/>
                      <a:pt x="4513" y="1606"/>
                      <a:pt x="4403" y="1606"/>
                    </a:cubicBezTo>
                    <a:cubicBezTo>
                      <a:pt x="4294" y="1606"/>
                      <a:pt x="4208" y="1692"/>
                      <a:pt x="4208" y="1796"/>
                    </a:cubicBezTo>
                    <a:cubicBezTo>
                      <a:pt x="4208" y="1905"/>
                      <a:pt x="4294" y="1992"/>
                      <a:pt x="4403" y="1992"/>
                    </a:cubicBezTo>
                    <a:cubicBezTo>
                      <a:pt x="4513" y="1992"/>
                      <a:pt x="4599" y="1905"/>
                      <a:pt x="4599" y="1796"/>
                    </a:cubicBezTo>
                    <a:close/>
                    <a:moveTo>
                      <a:pt x="4979" y="2613"/>
                    </a:moveTo>
                    <a:lnTo>
                      <a:pt x="4979" y="3925"/>
                    </a:lnTo>
                    <a:cubicBezTo>
                      <a:pt x="4979" y="4150"/>
                      <a:pt x="3862" y="4328"/>
                      <a:pt x="2493" y="4328"/>
                    </a:cubicBezTo>
                    <a:cubicBezTo>
                      <a:pt x="1117" y="4328"/>
                      <a:pt x="1" y="4150"/>
                      <a:pt x="1" y="3925"/>
                    </a:cubicBezTo>
                    <a:lnTo>
                      <a:pt x="1" y="2613"/>
                    </a:lnTo>
                    <a:cubicBezTo>
                      <a:pt x="1" y="2832"/>
                      <a:pt x="1117" y="3016"/>
                      <a:pt x="2493" y="3016"/>
                    </a:cubicBezTo>
                    <a:cubicBezTo>
                      <a:pt x="3862" y="3016"/>
                      <a:pt x="4979" y="2832"/>
                      <a:pt x="4979" y="2613"/>
                    </a:cubicBezTo>
                    <a:close/>
                    <a:moveTo>
                      <a:pt x="4599" y="3563"/>
                    </a:moveTo>
                    <a:cubicBezTo>
                      <a:pt x="4599" y="3453"/>
                      <a:pt x="4513" y="3367"/>
                      <a:pt x="4403" y="3367"/>
                    </a:cubicBezTo>
                    <a:cubicBezTo>
                      <a:pt x="4294" y="3367"/>
                      <a:pt x="4208" y="3453"/>
                      <a:pt x="4208" y="3563"/>
                    </a:cubicBezTo>
                    <a:cubicBezTo>
                      <a:pt x="4208" y="3666"/>
                      <a:pt x="4294" y="3753"/>
                      <a:pt x="4403" y="3753"/>
                    </a:cubicBezTo>
                    <a:cubicBezTo>
                      <a:pt x="4513" y="3753"/>
                      <a:pt x="4599" y="3666"/>
                      <a:pt x="4599" y="3563"/>
                    </a:cubicBezTo>
                    <a:close/>
                    <a:moveTo>
                      <a:pt x="4979" y="4374"/>
                    </a:moveTo>
                    <a:lnTo>
                      <a:pt x="4979" y="5692"/>
                    </a:lnTo>
                    <a:cubicBezTo>
                      <a:pt x="4979" y="5911"/>
                      <a:pt x="3862" y="6095"/>
                      <a:pt x="2493" y="6095"/>
                    </a:cubicBezTo>
                    <a:cubicBezTo>
                      <a:pt x="1117" y="6095"/>
                      <a:pt x="1" y="5911"/>
                      <a:pt x="1" y="5692"/>
                    </a:cubicBezTo>
                    <a:lnTo>
                      <a:pt x="1" y="4374"/>
                    </a:lnTo>
                    <a:cubicBezTo>
                      <a:pt x="1" y="4599"/>
                      <a:pt x="1117" y="4777"/>
                      <a:pt x="2493" y="4777"/>
                    </a:cubicBezTo>
                    <a:cubicBezTo>
                      <a:pt x="3862" y="4777"/>
                      <a:pt x="4979" y="4599"/>
                      <a:pt x="4979" y="4374"/>
                    </a:cubicBezTo>
                    <a:close/>
                    <a:moveTo>
                      <a:pt x="4599" y="5324"/>
                    </a:moveTo>
                    <a:cubicBezTo>
                      <a:pt x="4599" y="5214"/>
                      <a:pt x="4513" y="5128"/>
                      <a:pt x="4403" y="5128"/>
                    </a:cubicBezTo>
                    <a:cubicBezTo>
                      <a:pt x="4294" y="5128"/>
                      <a:pt x="4208" y="5214"/>
                      <a:pt x="4208" y="5324"/>
                    </a:cubicBezTo>
                    <a:cubicBezTo>
                      <a:pt x="4208" y="5433"/>
                      <a:pt x="4294" y="5519"/>
                      <a:pt x="4403" y="5519"/>
                    </a:cubicBezTo>
                    <a:cubicBezTo>
                      <a:pt x="4513" y="5519"/>
                      <a:pt x="4599" y="5433"/>
                      <a:pt x="4599" y="532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0" name="Google Shape;850;p47">
              <a:extLst>
                <a:ext uri="{FF2B5EF4-FFF2-40B4-BE49-F238E27FC236}">
                  <a16:creationId xmlns:a16="http://schemas.microsoft.com/office/drawing/2014/main" id="{9D809E1F-F786-B223-B3F2-47A563D6986D}"/>
                </a:ext>
              </a:extLst>
            </p:cNvPr>
            <p:cNvGrpSpPr/>
            <p:nvPr/>
          </p:nvGrpSpPr>
          <p:grpSpPr>
            <a:xfrm>
              <a:off x="6440272" y="769535"/>
              <a:ext cx="1749455" cy="858630"/>
              <a:chOff x="6440272" y="769535"/>
              <a:chExt cx="1749455" cy="858630"/>
            </a:xfrm>
          </p:grpSpPr>
          <p:sp>
            <p:nvSpPr>
              <p:cNvPr id="851" name="Google Shape;851;p47">
                <a:extLst>
                  <a:ext uri="{FF2B5EF4-FFF2-40B4-BE49-F238E27FC236}">
                    <a16:creationId xmlns:a16="http://schemas.microsoft.com/office/drawing/2014/main" id="{752A1292-1B27-90F7-C9C8-0E5CE3B92FB7}"/>
                  </a:ext>
                </a:extLst>
              </p:cNvPr>
              <p:cNvSpPr/>
              <p:nvPr/>
            </p:nvSpPr>
            <p:spPr>
              <a:xfrm rot="-5400000">
                <a:off x="7670622" y="76953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 name="Google Shape;852;p47">
                <a:extLst>
                  <a:ext uri="{FF2B5EF4-FFF2-40B4-BE49-F238E27FC236}">
                    <a16:creationId xmlns:a16="http://schemas.microsoft.com/office/drawing/2014/main" id="{235C965D-BF3C-132B-BCC6-CB6CF73FDCBF}"/>
                  </a:ext>
                </a:extLst>
              </p:cNvPr>
              <p:cNvSpPr/>
              <p:nvPr/>
            </p:nvSpPr>
            <p:spPr>
              <a:xfrm rot="-5400000">
                <a:off x="6440272" y="128222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 name="Google Shape;853;p47">
                <a:extLst>
                  <a:ext uri="{FF2B5EF4-FFF2-40B4-BE49-F238E27FC236}">
                    <a16:creationId xmlns:a16="http://schemas.microsoft.com/office/drawing/2014/main" id="{937CB13C-D10F-2602-52CB-59C44C9E892E}"/>
                  </a:ext>
                </a:extLst>
              </p:cNvPr>
              <p:cNvSpPr/>
              <p:nvPr/>
            </p:nvSpPr>
            <p:spPr>
              <a:xfrm rot="-5400000">
                <a:off x="7176684" y="923603"/>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 name="Google Shape;854;p47">
                <a:extLst>
                  <a:ext uri="{FF2B5EF4-FFF2-40B4-BE49-F238E27FC236}">
                    <a16:creationId xmlns:a16="http://schemas.microsoft.com/office/drawing/2014/main" id="{F31C1C24-FDF8-3041-8A92-8A9CB67F495B}"/>
                  </a:ext>
                </a:extLst>
              </p:cNvPr>
              <p:cNvSpPr/>
              <p:nvPr/>
            </p:nvSpPr>
            <p:spPr>
              <a:xfrm rot="-5400000">
                <a:off x="7983672" y="142211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 name="Google Shape;855;p47">
                <a:extLst>
                  <a:ext uri="{FF2B5EF4-FFF2-40B4-BE49-F238E27FC236}">
                    <a16:creationId xmlns:a16="http://schemas.microsoft.com/office/drawing/2014/main" id="{9CE4DDFF-9EDA-A3ED-23D9-B34367746541}"/>
                  </a:ext>
                </a:extLst>
              </p:cNvPr>
              <p:cNvSpPr/>
              <p:nvPr/>
            </p:nvSpPr>
            <p:spPr>
              <a:xfrm rot="-5400000">
                <a:off x="7703709" y="124427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56" name="Google Shape;856;p47">
              <a:extLst>
                <a:ext uri="{FF2B5EF4-FFF2-40B4-BE49-F238E27FC236}">
                  <a16:creationId xmlns:a16="http://schemas.microsoft.com/office/drawing/2014/main" id="{042EE884-81A3-5E2A-A0AF-7AE29836B041}"/>
                </a:ext>
              </a:extLst>
            </p:cNvPr>
            <p:cNvSpPr/>
            <p:nvPr/>
          </p:nvSpPr>
          <p:spPr>
            <a:xfrm>
              <a:off x="8189731" y="2120047"/>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 name="Google Shape;857;p47">
              <a:extLst>
                <a:ext uri="{FF2B5EF4-FFF2-40B4-BE49-F238E27FC236}">
                  <a16:creationId xmlns:a16="http://schemas.microsoft.com/office/drawing/2014/main" id="{E51AF65D-227A-80E0-FFC5-D60D4D423650}"/>
                </a:ext>
              </a:extLst>
            </p:cNvPr>
            <p:cNvSpPr/>
            <p:nvPr/>
          </p:nvSpPr>
          <p:spPr>
            <a:xfrm>
              <a:off x="7235030" y="2898432"/>
              <a:ext cx="259947" cy="259667"/>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pic>
        <p:nvPicPr>
          <p:cNvPr id="5" name="Grafik 4">
            <a:extLst>
              <a:ext uri="{FF2B5EF4-FFF2-40B4-BE49-F238E27FC236}">
                <a16:creationId xmlns:a16="http://schemas.microsoft.com/office/drawing/2014/main" id="{8AFC7020-D949-1395-A679-BA86666E03E2}"/>
              </a:ext>
            </a:extLst>
          </p:cNvPr>
          <p:cNvPicPr>
            <a:picLocks noChangeAspect="1"/>
          </p:cNvPicPr>
          <p:nvPr/>
        </p:nvPicPr>
        <p:blipFill>
          <a:blip r:embed="rId3"/>
          <a:stretch>
            <a:fillRect/>
          </a:stretch>
        </p:blipFill>
        <p:spPr>
          <a:xfrm>
            <a:off x="590550" y="3806257"/>
            <a:ext cx="4986749" cy="470776"/>
          </a:xfrm>
          <a:prstGeom prst="rect">
            <a:avLst/>
          </a:prstGeom>
        </p:spPr>
      </p:pic>
    </p:spTree>
    <p:extLst>
      <p:ext uri="{BB962C8B-B14F-4D97-AF65-F5344CB8AC3E}">
        <p14:creationId xmlns:p14="http://schemas.microsoft.com/office/powerpoint/2010/main" val="2279360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1229">
          <a:extLst>
            <a:ext uri="{FF2B5EF4-FFF2-40B4-BE49-F238E27FC236}">
              <a16:creationId xmlns:a16="http://schemas.microsoft.com/office/drawing/2014/main" id="{7F86991C-D75C-8473-4DD8-E7A8BD3A481D}"/>
            </a:ext>
          </a:extLst>
        </p:cNvPr>
        <p:cNvGrpSpPr/>
        <p:nvPr/>
      </p:nvGrpSpPr>
      <p:grpSpPr>
        <a:xfrm>
          <a:off x="0" y="0"/>
          <a:ext cx="0" cy="0"/>
          <a:chOff x="0" y="0"/>
          <a:chExt cx="0" cy="0"/>
        </a:xfrm>
      </p:grpSpPr>
      <p:sp>
        <p:nvSpPr>
          <p:cNvPr id="1230" name="Google Shape;1230;p62">
            <a:extLst>
              <a:ext uri="{FF2B5EF4-FFF2-40B4-BE49-F238E27FC236}">
                <a16:creationId xmlns:a16="http://schemas.microsoft.com/office/drawing/2014/main" id="{88C95D52-F312-87A8-7FA0-6C9502D48E45}"/>
              </a:ext>
            </a:extLst>
          </p:cNvPr>
          <p:cNvSpPr txBox="1">
            <a:spLocks noGrp="1"/>
          </p:cNvSpPr>
          <p:nvPr>
            <p:ph type="title"/>
          </p:nvPr>
        </p:nvSpPr>
        <p:spPr>
          <a:xfrm>
            <a:off x="713264" y="685100"/>
            <a:ext cx="4629300" cy="1058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Thanks!</a:t>
            </a:r>
          </a:p>
        </p:txBody>
      </p:sp>
      <p:grpSp>
        <p:nvGrpSpPr>
          <p:cNvPr id="1233" name="Google Shape;1233;p62">
            <a:extLst>
              <a:ext uri="{FF2B5EF4-FFF2-40B4-BE49-F238E27FC236}">
                <a16:creationId xmlns:a16="http://schemas.microsoft.com/office/drawing/2014/main" id="{40C2268E-7890-1562-0A4A-94B0D13BDF19}"/>
              </a:ext>
            </a:extLst>
          </p:cNvPr>
          <p:cNvGrpSpPr/>
          <p:nvPr/>
        </p:nvGrpSpPr>
        <p:grpSpPr>
          <a:xfrm>
            <a:off x="6034854" y="1343530"/>
            <a:ext cx="2894210" cy="2843761"/>
            <a:chOff x="5970625" y="1743798"/>
            <a:chExt cx="2272821" cy="2233203"/>
          </a:xfrm>
        </p:grpSpPr>
        <p:sp>
          <p:nvSpPr>
            <p:cNvPr id="1234" name="Google Shape;1234;p62">
              <a:extLst>
                <a:ext uri="{FF2B5EF4-FFF2-40B4-BE49-F238E27FC236}">
                  <a16:creationId xmlns:a16="http://schemas.microsoft.com/office/drawing/2014/main" id="{6E7FC7D0-B03B-B866-BE69-E47398D5662E}"/>
                </a:ext>
              </a:extLst>
            </p:cNvPr>
            <p:cNvSpPr/>
            <p:nvPr/>
          </p:nvSpPr>
          <p:spPr>
            <a:xfrm>
              <a:off x="5970625" y="1743798"/>
              <a:ext cx="2233096" cy="2233203"/>
            </a:xfrm>
            <a:custGeom>
              <a:avLst/>
              <a:gdLst/>
              <a:ahLst/>
              <a:cxnLst/>
              <a:rect l="l" t="t" r="r" b="b"/>
              <a:pathLst>
                <a:path w="43058" h="43058" extrusionOk="0">
                  <a:moveTo>
                    <a:pt x="43058" y="21529"/>
                  </a:moveTo>
                  <a:cubicBezTo>
                    <a:pt x="43058" y="33419"/>
                    <a:pt x="33419" y="43058"/>
                    <a:pt x="21529" y="43058"/>
                  </a:cubicBezTo>
                  <a:cubicBezTo>
                    <a:pt x="9640" y="43058"/>
                    <a:pt x="0" y="33419"/>
                    <a:pt x="0" y="21529"/>
                  </a:cubicBezTo>
                  <a:cubicBezTo>
                    <a:pt x="0" y="9640"/>
                    <a:pt x="9640" y="0"/>
                    <a:pt x="21529" y="0"/>
                  </a:cubicBezTo>
                  <a:cubicBezTo>
                    <a:pt x="33419" y="0"/>
                    <a:pt x="43058" y="9640"/>
                    <a:pt x="43058" y="2152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5" name="Google Shape;1235;p62">
              <a:extLst>
                <a:ext uri="{FF2B5EF4-FFF2-40B4-BE49-F238E27FC236}">
                  <a16:creationId xmlns:a16="http://schemas.microsoft.com/office/drawing/2014/main" id="{9DC547A3-3B18-D235-306B-3A7976980481}"/>
                </a:ext>
              </a:extLst>
            </p:cNvPr>
            <p:cNvSpPr/>
            <p:nvPr/>
          </p:nvSpPr>
          <p:spPr>
            <a:xfrm>
              <a:off x="8039522" y="2569044"/>
              <a:ext cx="203923" cy="204504"/>
            </a:xfrm>
            <a:custGeom>
              <a:avLst/>
              <a:gdLst/>
              <a:ahLst/>
              <a:cxnLst/>
              <a:rect l="l" t="t" r="r" b="b"/>
              <a:pathLst>
                <a:path w="3932" h="3943" extrusionOk="0">
                  <a:moveTo>
                    <a:pt x="3713" y="3931"/>
                  </a:moveTo>
                  <a:cubicBezTo>
                    <a:pt x="3598" y="3931"/>
                    <a:pt x="3500" y="3833"/>
                    <a:pt x="3500" y="3712"/>
                  </a:cubicBezTo>
                  <a:cubicBezTo>
                    <a:pt x="3500" y="1905"/>
                    <a:pt x="2032" y="432"/>
                    <a:pt x="219" y="432"/>
                  </a:cubicBezTo>
                  <a:cubicBezTo>
                    <a:pt x="104" y="432"/>
                    <a:pt x="1" y="340"/>
                    <a:pt x="1" y="219"/>
                  </a:cubicBezTo>
                  <a:cubicBezTo>
                    <a:pt x="1" y="104"/>
                    <a:pt x="93" y="0"/>
                    <a:pt x="219" y="0"/>
                  </a:cubicBezTo>
                  <a:cubicBezTo>
                    <a:pt x="2262" y="0"/>
                    <a:pt x="3920" y="1664"/>
                    <a:pt x="3920" y="3707"/>
                  </a:cubicBezTo>
                  <a:cubicBezTo>
                    <a:pt x="3931" y="3833"/>
                    <a:pt x="3828" y="3931"/>
                    <a:pt x="3713" y="3931"/>
                  </a:cubicBezTo>
                  <a:close/>
                  <a:moveTo>
                    <a:pt x="2878" y="3718"/>
                  </a:moveTo>
                  <a:cubicBezTo>
                    <a:pt x="2878" y="2251"/>
                    <a:pt x="1687" y="1065"/>
                    <a:pt x="225" y="1065"/>
                  </a:cubicBezTo>
                  <a:cubicBezTo>
                    <a:pt x="110" y="1065"/>
                    <a:pt x="6" y="1157"/>
                    <a:pt x="6" y="1284"/>
                  </a:cubicBezTo>
                  <a:cubicBezTo>
                    <a:pt x="6" y="1399"/>
                    <a:pt x="104" y="1497"/>
                    <a:pt x="225" y="1497"/>
                  </a:cubicBezTo>
                  <a:cubicBezTo>
                    <a:pt x="1457" y="1497"/>
                    <a:pt x="2452" y="2498"/>
                    <a:pt x="2452" y="3730"/>
                  </a:cubicBezTo>
                  <a:cubicBezTo>
                    <a:pt x="2452" y="3845"/>
                    <a:pt x="2550" y="3943"/>
                    <a:pt x="2671" y="3943"/>
                  </a:cubicBezTo>
                  <a:cubicBezTo>
                    <a:pt x="2792" y="3943"/>
                    <a:pt x="2878" y="3833"/>
                    <a:pt x="2878" y="3718"/>
                  </a:cubicBezTo>
                  <a:close/>
                  <a:moveTo>
                    <a:pt x="1831" y="3718"/>
                  </a:moveTo>
                  <a:cubicBezTo>
                    <a:pt x="1831" y="2838"/>
                    <a:pt x="1111" y="2107"/>
                    <a:pt x="219" y="2107"/>
                  </a:cubicBezTo>
                  <a:cubicBezTo>
                    <a:pt x="104" y="2107"/>
                    <a:pt x="1" y="2205"/>
                    <a:pt x="1" y="2325"/>
                  </a:cubicBezTo>
                  <a:cubicBezTo>
                    <a:pt x="1" y="2446"/>
                    <a:pt x="93" y="2538"/>
                    <a:pt x="219" y="2538"/>
                  </a:cubicBezTo>
                  <a:cubicBezTo>
                    <a:pt x="870" y="2538"/>
                    <a:pt x="1405" y="3074"/>
                    <a:pt x="1405" y="3730"/>
                  </a:cubicBezTo>
                  <a:cubicBezTo>
                    <a:pt x="1405" y="3845"/>
                    <a:pt x="1497" y="3943"/>
                    <a:pt x="1618" y="3943"/>
                  </a:cubicBezTo>
                  <a:cubicBezTo>
                    <a:pt x="1733" y="3931"/>
                    <a:pt x="1831" y="3833"/>
                    <a:pt x="1831" y="37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6" name="Google Shape;1236;p62">
              <a:extLst>
                <a:ext uri="{FF2B5EF4-FFF2-40B4-BE49-F238E27FC236}">
                  <a16:creationId xmlns:a16="http://schemas.microsoft.com/office/drawing/2014/main" id="{1CA381E4-D388-9E4C-110F-FFEE35436B8F}"/>
                </a:ext>
              </a:extLst>
            </p:cNvPr>
            <p:cNvSpPr/>
            <p:nvPr/>
          </p:nvSpPr>
          <p:spPr>
            <a:xfrm>
              <a:off x="5996867" y="2974354"/>
              <a:ext cx="191061" cy="190189"/>
            </a:xfrm>
            <a:custGeom>
              <a:avLst/>
              <a:gdLst/>
              <a:ahLst/>
              <a:cxnLst/>
              <a:rect l="l" t="t" r="r" b="b"/>
              <a:pathLst>
                <a:path w="3684" h="3667" extrusionOk="0">
                  <a:moveTo>
                    <a:pt x="3672" y="202"/>
                  </a:moveTo>
                  <a:cubicBezTo>
                    <a:pt x="3672" y="306"/>
                    <a:pt x="3586" y="398"/>
                    <a:pt x="3471" y="398"/>
                  </a:cubicBezTo>
                  <a:cubicBezTo>
                    <a:pt x="1779" y="398"/>
                    <a:pt x="404" y="1773"/>
                    <a:pt x="404" y="3465"/>
                  </a:cubicBezTo>
                  <a:cubicBezTo>
                    <a:pt x="404" y="3574"/>
                    <a:pt x="317" y="3666"/>
                    <a:pt x="202" y="3666"/>
                  </a:cubicBezTo>
                  <a:cubicBezTo>
                    <a:pt x="93" y="3666"/>
                    <a:pt x="1" y="3580"/>
                    <a:pt x="1" y="3465"/>
                  </a:cubicBezTo>
                  <a:cubicBezTo>
                    <a:pt x="1" y="1560"/>
                    <a:pt x="1555" y="6"/>
                    <a:pt x="3459" y="6"/>
                  </a:cubicBezTo>
                  <a:cubicBezTo>
                    <a:pt x="3586" y="1"/>
                    <a:pt x="3672" y="81"/>
                    <a:pt x="3672" y="202"/>
                  </a:cubicBezTo>
                  <a:close/>
                  <a:moveTo>
                    <a:pt x="3477" y="979"/>
                  </a:moveTo>
                  <a:cubicBezTo>
                    <a:pt x="2113" y="979"/>
                    <a:pt x="996" y="2090"/>
                    <a:pt x="996" y="3459"/>
                  </a:cubicBezTo>
                  <a:cubicBezTo>
                    <a:pt x="996" y="3569"/>
                    <a:pt x="1083" y="3661"/>
                    <a:pt x="1198" y="3661"/>
                  </a:cubicBezTo>
                  <a:cubicBezTo>
                    <a:pt x="1307" y="3661"/>
                    <a:pt x="1399" y="3574"/>
                    <a:pt x="1399" y="3459"/>
                  </a:cubicBezTo>
                  <a:cubicBezTo>
                    <a:pt x="1399" y="2308"/>
                    <a:pt x="2331" y="1370"/>
                    <a:pt x="3482" y="1370"/>
                  </a:cubicBezTo>
                  <a:cubicBezTo>
                    <a:pt x="3592" y="1370"/>
                    <a:pt x="3684" y="1284"/>
                    <a:pt x="3684" y="1169"/>
                  </a:cubicBezTo>
                  <a:cubicBezTo>
                    <a:pt x="3672" y="1065"/>
                    <a:pt x="3586" y="979"/>
                    <a:pt x="3477" y="979"/>
                  </a:cubicBezTo>
                  <a:close/>
                  <a:moveTo>
                    <a:pt x="3477" y="1951"/>
                  </a:moveTo>
                  <a:cubicBezTo>
                    <a:pt x="2648" y="1951"/>
                    <a:pt x="1975" y="2630"/>
                    <a:pt x="1975" y="3459"/>
                  </a:cubicBezTo>
                  <a:cubicBezTo>
                    <a:pt x="1975" y="3563"/>
                    <a:pt x="2061" y="3661"/>
                    <a:pt x="2176" y="3661"/>
                  </a:cubicBezTo>
                  <a:cubicBezTo>
                    <a:pt x="2291" y="3661"/>
                    <a:pt x="2377" y="3574"/>
                    <a:pt x="2377" y="3459"/>
                  </a:cubicBezTo>
                  <a:cubicBezTo>
                    <a:pt x="2377" y="2843"/>
                    <a:pt x="2872" y="2349"/>
                    <a:pt x="3482" y="2349"/>
                  </a:cubicBezTo>
                  <a:cubicBezTo>
                    <a:pt x="3592" y="2349"/>
                    <a:pt x="3684" y="2262"/>
                    <a:pt x="3684" y="2147"/>
                  </a:cubicBezTo>
                  <a:cubicBezTo>
                    <a:pt x="3672" y="2043"/>
                    <a:pt x="3586" y="1951"/>
                    <a:pt x="3477" y="195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7" name="Google Shape;1237;p62">
              <a:extLst>
                <a:ext uri="{FF2B5EF4-FFF2-40B4-BE49-F238E27FC236}">
                  <a16:creationId xmlns:a16="http://schemas.microsoft.com/office/drawing/2014/main" id="{00176714-E8F0-BB8E-5808-39520D1CA433}"/>
                </a:ext>
              </a:extLst>
            </p:cNvPr>
            <p:cNvSpPr/>
            <p:nvPr/>
          </p:nvSpPr>
          <p:spPr>
            <a:xfrm>
              <a:off x="6169673" y="3213443"/>
              <a:ext cx="433726" cy="433436"/>
            </a:xfrm>
            <a:custGeom>
              <a:avLst/>
              <a:gdLst/>
              <a:ahLst/>
              <a:cxnLst/>
              <a:rect l="l" t="t" r="r" b="b"/>
              <a:pathLst>
                <a:path w="8363" h="8357" extrusionOk="0">
                  <a:moveTo>
                    <a:pt x="4179" y="0"/>
                  </a:moveTo>
                  <a:cubicBezTo>
                    <a:pt x="1877" y="0"/>
                    <a:pt x="1" y="1870"/>
                    <a:pt x="1" y="4178"/>
                  </a:cubicBezTo>
                  <a:cubicBezTo>
                    <a:pt x="1" y="6480"/>
                    <a:pt x="1871" y="8356"/>
                    <a:pt x="4179" y="8356"/>
                  </a:cubicBezTo>
                  <a:cubicBezTo>
                    <a:pt x="6481" y="8356"/>
                    <a:pt x="8363" y="6486"/>
                    <a:pt x="8363" y="4178"/>
                  </a:cubicBezTo>
                  <a:cubicBezTo>
                    <a:pt x="8363" y="1870"/>
                    <a:pt x="6481" y="0"/>
                    <a:pt x="4179" y="0"/>
                  </a:cubicBezTo>
                  <a:close/>
                  <a:moveTo>
                    <a:pt x="4179" y="8034"/>
                  </a:moveTo>
                  <a:cubicBezTo>
                    <a:pt x="3701" y="8034"/>
                    <a:pt x="3195" y="7280"/>
                    <a:pt x="2936" y="6037"/>
                  </a:cubicBezTo>
                  <a:cubicBezTo>
                    <a:pt x="3304" y="5985"/>
                    <a:pt x="3713" y="5956"/>
                    <a:pt x="4179" y="5956"/>
                  </a:cubicBezTo>
                  <a:cubicBezTo>
                    <a:pt x="4651" y="5956"/>
                    <a:pt x="5065" y="5985"/>
                    <a:pt x="5428" y="6037"/>
                  </a:cubicBezTo>
                  <a:cubicBezTo>
                    <a:pt x="5169" y="7280"/>
                    <a:pt x="4662" y="8034"/>
                    <a:pt x="4179" y="8034"/>
                  </a:cubicBezTo>
                  <a:close/>
                  <a:moveTo>
                    <a:pt x="4179" y="5640"/>
                  </a:moveTo>
                  <a:cubicBezTo>
                    <a:pt x="3690" y="5640"/>
                    <a:pt x="3252" y="5669"/>
                    <a:pt x="2872" y="5720"/>
                  </a:cubicBezTo>
                  <a:cubicBezTo>
                    <a:pt x="2798" y="5300"/>
                    <a:pt x="2757" y="4834"/>
                    <a:pt x="2752" y="4328"/>
                  </a:cubicBezTo>
                  <a:lnTo>
                    <a:pt x="5600" y="4328"/>
                  </a:lnTo>
                  <a:cubicBezTo>
                    <a:pt x="5589" y="4834"/>
                    <a:pt x="5548" y="5300"/>
                    <a:pt x="5474" y="5720"/>
                  </a:cubicBezTo>
                  <a:cubicBezTo>
                    <a:pt x="5111" y="5674"/>
                    <a:pt x="4668" y="5640"/>
                    <a:pt x="4179" y="5640"/>
                  </a:cubicBezTo>
                  <a:close/>
                  <a:moveTo>
                    <a:pt x="4179" y="317"/>
                  </a:moveTo>
                  <a:cubicBezTo>
                    <a:pt x="4662" y="317"/>
                    <a:pt x="5169" y="1071"/>
                    <a:pt x="5428" y="2314"/>
                  </a:cubicBezTo>
                  <a:cubicBezTo>
                    <a:pt x="5059" y="2365"/>
                    <a:pt x="4651" y="2394"/>
                    <a:pt x="4179" y="2394"/>
                  </a:cubicBezTo>
                  <a:cubicBezTo>
                    <a:pt x="3713" y="2394"/>
                    <a:pt x="3298" y="2365"/>
                    <a:pt x="2936" y="2314"/>
                  </a:cubicBezTo>
                  <a:cubicBezTo>
                    <a:pt x="3195" y="1071"/>
                    <a:pt x="3701" y="317"/>
                    <a:pt x="4179" y="317"/>
                  </a:cubicBezTo>
                  <a:close/>
                  <a:moveTo>
                    <a:pt x="4179" y="2705"/>
                  </a:moveTo>
                  <a:cubicBezTo>
                    <a:pt x="4668" y="2705"/>
                    <a:pt x="5111" y="2676"/>
                    <a:pt x="5491" y="2624"/>
                  </a:cubicBezTo>
                  <a:cubicBezTo>
                    <a:pt x="5560" y="3039"/>
                    <a:pt x="5606" y="3511"/>
                    <a:pt x="5612" y="4011"/>
                  </a:cubicBezTo>
                  <a:lnTo>
                    <a:pt x="2763" y="4011"/>
                  </a:lnTo>
                  <a:cubicBezTo>
                    <a:pt x="2769" y="3511"/>
                    <a:pt x="2815" y="3039"/>
                    <a:pt x="2884" y="2624"/>
                  </a:cubicBezTo>
                  <a:cubicBezTo>
                    <a:pt x="3258" y="2676"/>
                    <a:pt x="3690" y="2705"/>
                    <a:pt x="4179" y="2705"/>
                  </a:cubicBezTo>
                  <a:close/>
                  <a:moveTo>
                    <a:pt x="2441" y="4023"/>
                  </a:moveTo>
                  <a:lnTo>
                    <a:pt x="323" y="4023"/>
                  </a:lnTo>
                  <a:cubicBezTo>
                    <a:pt x="352" y="3315"/>
                    <a:pt x="576" y="2653"/>
                    <a:pt x="939" y="2095"/>
                  </a:cubicBezTo>
                  <a:cubicBezTo>
                    <a:pt x="1169" y="2210"/>
                    <a:pt x="1704" y="2440"/>
                    <a:pt x="2567" y="2584"/>
                  </a:cubicBezTo>
                  <a:cubicBezTo>
                    <a:pt x="2493" y="3021"/>
                    <a:pt x="2447" y="3511"/>
                    <a:pt x="2441" y="4023"/>
                  </a:cubicBezTo>
                  <a:close/>
                  <a:moveTo>
                    <a:pt x="2441" y="4328"/>
                  </a:moveTo>
                  <a:cubicBezTo>
                    <a:pt x="2447" y="4840"/>
                    <a:pt x="2493" y="5323"/>
                    <a:pt x="2562" y="5766"/>
                  </a:cubicBezTo>
                  <a:cubicBezTo>
                    <a:pt x="1698" y="5910"/>
                    <a:pt x="1157" y="6141"/>
                    <a:pt x="927" y="6256"/>
                  </a:cubicBezTo>
                  <a:cubicBezTo>
                    <a:pt x="570" y="5697"/>
                    <a:pt x="346" y="5036"/>
                    <a:pt x="317" y="4328"/>
                  </a:cubicBezTo>
                  <a:close/>
                  <a:moveTo>
                    <a:pt x="5922" y="4328"/>
                  </a:moveTo>
                  <a:lnTo>
                    <a:pt x="8034" y="4328"/>
                  </a:lnTo>
                  <a:cubicBezTo>
                    <a:pt x="8006" y="5036"/>
                    <a:pt x="7787" y="5697"/>
                    <a:pt x="7424" y="6256"/>
                  </a:cubicBezTo>
                  <a:cubicBezTo>
                    <a:pt x="7194" y="6141"/>
                    <a:pt x="6653" y="5910"/>
                    <a:pt x="5790" y="5766"/>
                  </a:cubicBezTo>
                  <a:cubicBezTo>
                    <a:pt x="5871" y="5323"/>
                    <a:pt x="5917" y="4840"/>
                    <a:pt x="5922" y="4328"/>
                  </a:cubicBezTo>
                  <a:close/>
                  <a:moveTo>
                    <a:pt x="5922" y="4023"/>
                  </a:moveTo>
                  <a:cubicBezTo>
                    <a:pt x="5917" y="3511"/>
                    <a:pt x="5871" y="3027"/>
                    <a:pt x="5802" y="2584"/>
                  </a:cubicBezTo>
                  <a:cubicBezTo>
                    <a:pt x="6665" y="2440"/>
                    <a:pt x="7200" y="2210"/>
                    <a:pt x="7430" y="2095"/>
                  </a:cubicBezTo>
                  <a:cubicBezTo>
                    <a:pt x="7793" y="2653"/>
                    <a:pt x="8017" y="3315"/>
                    <a:pt x="8046" y="4023"/>
                  </a:cubicBezTo>
                  <a:close/>
                  <a:moveTo>
                    <a:pt x="7246" y="1824"/>
                  </a:moveTo>
                  <a:cubicBezTo>
                    <a:pt x="7016" y="1934"/>
                    <a:pt x="6521" y="2135"/>
                    <a:pt x="5744" y="2268"/>
                  </a:cubicBezTo>
                  <a:cubicBezTo>
                    <a:pt x="5571" y="1439"/>
                    <a:pt x="5284" y="777"/>
                    <a:pt x="4927" y="380"/>
                  </a:cubicBezTo>
                  <a:cubicBezTo>
                    <a:pt x="5865" y="570"/>
                    <a:pt x="6682" y="1094"/>
                    <a:pt x="7246" y="1824"/>
                  </a:cubicBezTo>
                  <a:close/>
                  <a:moveTo>
                    <a:pt x="3442" y="386"/>
                  </a:moveTo>
                  <a:cubicBezTo>
                    <a:pt x="3085" y="777"/>
                    <a:pt x="2798" y="1439"/>
                    <a:pt x="2625" y="2273"/>
                  </a:cubicBezTo>
                  <a:cubicBezTo>
                    <a:pt x="1848" y="2141"/>
                    <a:pt x="1353" y="1940"/>
                    <a:pt x="1123" y="1836"/>
                  </a:cubicBezTo>
                  <a:cubicBezTo>
                    <a:pt x="1687" y="1094"/>
                    <a:pt x="2498" y="570"/>
                    <a:pt x="3442" y="386"/>
                  </a:cubicBezTo>
                  <a:close/>
                  <a:moveTo>
                    <a:pt x="1117" y="6526"/>
                  </a:moveTo>
                  <a:cubicBezTo>
                    <a:pt x="1347" y="6417"/>
                    <a:pt x="1842" y="6215"/>
                    <a:pt x="2619" y="6083"/>
                  </a:cubicBezTo>
                  <a:cubicBezTo>
                    <a:pt x="2792" y="6912"/>
                    <a:pt x="3080" y="7573"/>
                    <a:pt x="3431" y="7971"/>
                  </a:cubicBezTo>
                  <a:cubicBezTo>
                    <a:pt x="2498" y="7775"/>
                    <a:pt x="1687" y="7251"/>
                    <a:pt x="1117" y="6526"/>
                  </a:cubicBezTo>
                  <a:close/>
                  <a:moveTo>
                    <a:pt x="4927" y="7965"/>
                  </a:moveTo>
                  <a:cubicBezTo>
                    <a:pt x="5284" y="7573"/>
                    <a:pt x="5571" y="6912"/>
                    <a:pt x="5744" y="6077"/>
                  </a:cubicBezTo>
                  <a:cubicBezTo>
                    <a:pt x="6521" y="6204"/>
                    <a:pt x="7016" y="6411"/>
                    <a:pt x="7246" y="6515"/>
                  </a:cubicBezTo>
                  <a:cubicBezTo>
                    <a:pt x="6682" y="7251"/>
                    <a:pt x="5865" y="7775"/>
                    <a:pt x="4927" y="796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8" name="Google Shape;1238;p62">
              <a:extLst>
                <a:ext uri="{FF2B5EF4-FFF2-40B4-BE49-F238E27FC236}">
                  <a16:creationId xmlns:a16="http://schemas.microsoft.com/office/drawing/2014/main" id="{9303369A-BCA2-37E5-BA02-3512296064CE}"/>
                </a:ext>
              </a:extLst>
            </p:cNvPr>
            <p:cNvSpPr/>
            <p:nvPr/>
          </p:nvSpPr>
          <p:spPr>
            <a:xfrm>
              <a:off x="7458455" y="1867648"/>
              <a:ext cx="507993" cy="508381"/>
            </a:xfrm>
            <a:custGeom>
              <a:avLst/>
              <a:gdLst/>
              <a:ahLst/>
              <a:cxnLst/>
              <a:rect l="l" t="t" r="r" b="b"/>
              <a:pathLst>
                <a:path w="9795" h="9802" extrusionOk="0">
                  <a:moveTo>
                    <a:pt x="4897" y="1"/>
                  </a:moveTo>
                  <a:cubicBezTo>
                    <a:pt x="2198" y="1"/>
                    <a:pt x="0" y="2193"/>
                    <a:pt x="0" y="4898"/>
                  </a:cubicBezTo>
                  <a:cubicBezTo>
                    <a:pt x="0" y="7603"/>
                    <a:pt x="2193" y="9801"/>
                    <a:pt x="4897" y="9801"/>
                  </a:cubicBezTo>
                  <a:cubicBezTo>
                    <a:pt x="7596" y="9801"/>
                    <a:pt x="9795" y="7603"/>
                    <a:pt x="9795" y="4898"/>
                  </a:cubicBezTo>
                  <a:cubicBezTo>
                    <a:pt x="9795" y="2193"/>
                    <a:pt x="7602" y="1"/>
                    <a:pt x="4897" y="1"/>
                  </a:cubicBezTo>
                  <a:close/>
                  <a:moveTo>
                    <a:pt x="4897" y="9433"/>
                  </a:moveTo>
                  <a:cubicBezTo>
                    <a:pt x="4333" y="9433"/>
                    <a:pt x="3741" y="8541"/>
                    <a:pt x="3436" y="7085"/>
                  </a:cubicBezTo>
                  <a:cubicBezTo>
                    <a:pt x="3862" y="7027"/>
                    <a:pt x="4351" y="6993"/>
                    <a:pt x="4897" y="6993"/>
                  </a:cubicBezTo>
                  <a:cubicBezTo>
                    <a:pt x="5444" y="6993"/>
                    <a:pt x="5933" y="7027"/>
                    <a:pt x="6359" y="7085"/>
                  </a:cubicBezTo>
                  <a:cubicBezTo>
                    <a:pt x="6054" y="8541"/>
                    <a:pt x="5467" y="9433"/>
                    <a:pt x="4897" y="9433"/>
                  </a:cubicBezTo>
                  <a:close/>
                  <a:moveTo>
                    <a:pt x="4897" y="6619"/>
                  </a:moveTo>
                  <a:cubicBezTo>
                    <a:pt x="4322" y="6619"/>
                    <a:pt x="3810" y="6653"/>
                    <a:pt x="3367" y="6711"/>
                  </a:cubicBezTo>
                  <a:cubicBezTo>
                    <a:pt x="3286" y="6222"/>
                    <a:pt x="3234" y="5675"/>
                    <a:pt x="3223" y="5082"/>
                  </a:cubicBezTo>
                  <a:lnTo>
                    <a:pt x="6566" y="5082"/>
                  </a:lnTo>
                  <a:cubicBezTo>
                    <a:pt x="6561" y="5669"/>
                    <a:pt x="6509" y="6216"/>
                    <a:pt x="6422" y="6711"/>
                  </a:cubicBezTo>
                  <a:cubicBezTo>
                    <a:pt x="5985" y="6665"/>
                    <a:pt x="5473" y="6619"/>
                    <a:pt x="4897" y="6619"/>
                  </a:cubicBezTo>
                  <a:close/>
                  <a:moveTo>
                    <a:pt x="4897" y="375"/>
                  </a:moveTo>
                  <a:cubicBezTo>
                    <a:pt x="5456" y="375"/>
                    <a:pt x="6054" y="1267"/>
                    <a:pt x="6359" y="2723"/>
                  </a:cubicBezTo>
                  <a:cubicBezTo>
                    <a:pt x="5933" y="2780"/>
                    <a:pt x="5444" y="2815"/>
                    <a:pt x="4897" y="2815"/>
                  </a:cubicBezTo>
                  <a:cubicBezTo>
                    <a:pt x="4351" y="2815"/>
                    <a:pt x="3862" y="2780"/>
                    <a:pt x="3436" y="2723"/>
                  </a:cubicBezTo>
                  <a:cubicBezTo>
                    <a:pt x="3746" y="1261"/>
                    <a:pt x="4333" y="375"/>
                    <a:pt x="4897" y="375"/>
                  </a:cubicBezTo>
                  <a:close/>
                  <a:moveTo>
                    <a:pt x="4897" y="3183"/>
                  </a:moveTo>
                  <a:cubicBezTo>
                    <a:pt x="5473" y="3183"/>
                    <a:pt x="5985" y="3143"/>
                    <a:pt x="6428" y="3085"/>
                  </a:cubicBezTo>
                  <a:cubicBezTo>
                    <a:pt x="6509" y="3574"/>
                    <a:pt x="6561" y="4121"/>
                    <a:pt x="6572" y="4720"/>
                  </a:cubicBezTo>
                  <a:lnTo>
                    <a:pt x="3229" y="4720"/>
                  </a:lnTo>
                  <a:cubicBezTo>
                    <a:pt x="3234" y="4127"/>
                    <a:pt x="3286" y="3580"/>
                    <a:pt x="3372" y="3085"/>
                  </a:cubicBezTo>
                  <a:cubicBezTo>
                    <a:pt x="3810" y="3143"/>
                    <a:pt x="4322" y="3183"/>
                    <a:pt x="4897" y="3183"/>
                  </a:cubicBezTo>
                  <a:close/>
                  <a:moveTo>
                    <a:pt x="2860" y="4720"/>
                  </a:moveTo>
                  <a:lnTo>
                    <a:pt x="380" y="4720"/>
                  </a:lnTo>
                  <a:cubicBezTo>
                    <a:pt x="414" y="3891"/>
                    <a:pt x="673" y="3114"/>
                    <a:pt x="1094" y="2464"/>
                  </a:cubicBezTo>
                  <a:cubicBezTo>
                    <a:pt x="1364" y="2596"/>
                    <a:pt x="1991" y="2872"/>
                    <a:pt x="3004" y="3039"/>
                  </a:cubicBezTo>
                  <a:cubicBezTo>
                    <a:pt x="2918" y="3551"/>
                    <a:pt x="2866" y="4115"/>
                    <a:pt x="2860" y="4720"/>
                  </a:cubicBezTo>
                  <a:close/>
                  <a:moveTo>
                    <a:pt x="2860" y="5088"/>
                  </a:moveTo>
                  <a:cubicBezTo>
                    <a:pt x="2866" y="5686"/>
                    <a:pt x="2918" y="6250"/>
                    <a:pt x="3010" y="6768"/>
                  </a:cubicBezTo>
                  <a:cubicBezTo>
                    <a:pt x="1997" y="6935"/>
                    <a:pt x="1370" y="7211"/>
                    <a:pt x="1099" y="7344"/>
                  </a:cubicBezTo>
                  <a:cubicBezTo>
                    <a:pt x="673" y="6688"/>
                    <a:pt x="414" y="5917"/>
                    <a:pt x="386" y="5088"/>
                  </a:cubicBezTo>
                  <a:close/>
                  <a:moveTo>
                    <a:pt x="6940" y="5088"/>
                  </a:moveTo>
                  <a:lnTo>
                    <a:pt x="9421" y="5088"/>
                  </a:lnTo>
                  <a:cubicBezTo>
                    <a:pt x="9386" y="5917"/>
                    <a:pt x="9127" y="6694"/>
                    <a:pt x="8707" y="7344"/>
                  </a:cubicBezTo>
                  <a:cubicBezTo>
                    <a:pt x="8437" y="7211"/>
                    <a:pt x="7809" y="6935"/>
                    <a:pt x="6797" y="6768"/>
                  </a:cubicBezTo>
                  <a:cubicBezTo>
                    <a:pt x="6883" y="6250"/>
                    <a:pt x="6935" y="5686"/>
                    <a:pt x="6940" y="5088"/>
                  </a:cubicBezTo>
                  <a:close/>
                  <a:moveTo>
                    <a:pt x="6940" y="4720"/>
                  </a:moveTo>
                  <a:cubicBezTo>
                    <a:pt x="6935" y="4121"/>
                    <a:pt x="6883" y="3557"/>
                    <a:pt x="6791" y="3039"/>
                  </a:cubicBezTo>
                  <a:cubicBezTo>
                    <a:pt x="7804" y="2872"/>
                    <a:pt x="8431" y="2596"/>
                    <a:pt x="8701" y="2464"/>
                  </a:cubicBezTo>
                  <a:cubicBezTo>
                    <a:pt x="9127" y="3114"/>
                    <a:pt x="9386" y="3891"/>
                    <a:pt x="9415" y="4720"/>
                  </a:cubicBezTo>
                  <a:close/>
                  <a:moveTo>
                    <a:pt x="8494" y="2153"/>
                  </a:moveTo>
                  <a:cubicBezTo>
                    <a:pt x="8218" y="2280"/>
                    <a:pt x="7637" y="2521"/>
                    <a:pt x="6722" y="2671"/>
                  </a:cubicBezTo>
                  <a:cubicBezTo>
                    <a:pt x="6520" y="1698"/>
                    <a:pt x="6187" y="921"/>
                    <a:pt x="5772" y="461"/>
                  </a:cubicBezTo>
                  <a:cubicBezTo>
                    <a:pt x="6877" y="674"/>
                    <a:pt x="7832" y="1290"/>
                    <a:pt x="8494" y="2153"/>
                  </a:cubicBezTo>
                  <a:close/>
                  <a:moveTo>
                    <a:pt x="4028" y="461"/>
                  </a:moveTo>
                  <a:cubicBezTo>
                    <a:pt x="3614" y="921"/>
                    <a:pt x="3280" y="1698"/>
                    <a:pt x="3079" y="2671"/>
                  </a:cubicBezTo>
                  <a:cubicBezTo>
                    <a:pt x="2164" y="2516"/>
                    <a:pt x="1583" y="2280"/>
                    <a:pt x="1306" y="2153"/>
                  </a:cubicBezTo>
                  <a:cubicBezTo>
                    <a:pt x="1968" y="1290"/>
                    <a:pt x="2924" y="674"/>
                    <a:pt x="4028" y="461"/>
                  </a:cubicBezTo>
                  <a:close/>
                  <a:moveTo>
                    <a:pt x="1306" y="7655"/>
                  </a:moveTo>
                  <a:cubicBezTo>
                    <a:pt x="1583" y="7528"/>
                    <a:pt x="2164" y="7286"/>
                    <a:pt x="3079" y="7137"/>
                  </a:cubicBezTo>
                  <a:cubicBezTo>
                    <a:pt x="3280" y="8109"/>
                    <a:pt x="3614" y="8886"/>
                    <a:pt x="4028" y="9346"/>
                  </a:cubicBezTo>
                  <a:cubicBezTo>
                    <a:pt x="2924" y="9128"/>
                    <a:pt x="1968" y="8512"/>
                    <a:pt x="1306" y="7655"/>
                  </a:cubicBezTo>
                  <a:close/>
                  <a:moveTo>
                    <a:pt x="5772" y="9346"/>
                  </a:moveTo>
                  <a:cubicBezTo>
                    <a:pt x="6187" y="8886"/>
                    <a:pt x="6520" y="8109"/>
                    <a:pt x="6722" y="7137"/>
                  </a:cubicBezTo>
                  <a:cubicBezTo>
                    <a:pt x="7637" y="7286"/>
                    <a:pt x="8218" y="7528"/>
                    <a:pt x="8494" y="7655"/>
                  </a:cubicBezTo>
                  <a:cubicBezTo>
                    <a:pt x="7832" y="8512"/>
                    <a:pt x="6877" y="9128"/>
                    <a:pt x="5772" y="934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9" name="Google Shape;1239;p62">
              <a:extLst>
                <a:ext uri="{FF2B5EF4-FFF2-40B4-BE49-F238E27FC236}">
                  <a16:creationId xmlns:a16="http://schemas.microsoft.com/office/drawing/2014/main" id="{8ACD424E-18AD-7C73-5BA3-C1C7B3FF6443}"/>
                </a:ext>
              </a:extLst>
            </p:cNvPr>
            <p:cNvSpPr/>
            <p:nvPr/>
          </p:nvSpPr>
          <p:spPr>
            <a:xfrm>
              <a:off x="6152662" y="1867648"/>
              <a:ext cx="353754" cy="450759"/>
            </a:xfrm>
            <a:custGeom>
              <a:avLst/>
              <a:gdLst/>
              <a:ahLst/>
              <a:cxnLst/>
              <a:rect l="l" t="t" r="r" b="b"/>
              <a:pathLst>
                <a:path w="6821" h="8691" extrusionOk="0">
                  <a:moveTo>
                    <a:pt x="6164" y="3540"/>
                  </a:moveTo>
                  <a:lnTo>
                    <a:pt x="5830" y="3540"/>
                  </a:lnTo>
                  <a:lnTo>
                    <a:pt x="5830" y="2418"/>
                  </a:lnTo>
                  <a:cubicBezTo>
                    <a:pt x="5830" y="1077"/>
                    <a:pt x="4748" y="1"/>
                    <a:pt x="3413" y="1"/>
                  </a:cubicBezTo>
                  <a:cubicBezTo>
                    <a:pt x="2078" y="1"/>
                    <a:pt x="991" y="1088"/>
                    <a:pt x="991" y="2418"/>
                  </a:cubicBezTo>
                  <a:lnTo>
                    <a:pt x="991" y="3540"/>
                  </a:lnTo>
                  <a:lnTo>
                    <a:pt x="663" y="3540"/>
                  </a:lnTo>
                  <a:cubicBezTo>
                    <a:pt x="294" y="3540"/>
                    <a:pt x="1" y="3833"/>
                    <a:pt x="1" y="4202"/>
                  </a:cubicBezTo>
                  <a:lnTo>
                    <a:pt x="1" y="8029"/>
                  </a:lnTo>
                  <a:cubicBezTo>
                    <a:pt x="1" y="8397"/>
                    <a:pt x="294" y="8690"/>
                    <a:pt x="663" y="8690"/>
                  </a:cubicBezTo>
                  <a:lnTo>
                    <a:pt x="6158" y="8690"/>
                  </a:lnTo>
                  <a:cubicBezTo>
                    <a:pt x="6521" y="8690"/>
                    <a:pt x="6820" y="8397"/>
                    <a:pt x="6820" y="8029"/>
                  </a:cubicBezTo>
                  <a:lnTo>
                    <a:pt x="6820" y="4202"/>
                  </a:lnTo>
                  <a:cubicBezTo>
                    <a:pt x="6820" y="3833"/>
                    <a:pt x="6521" y="3540"/>
                    <a:pt x="6164" y="3540"/>
                  </a:cubicBezTo>
                  <a:close/>
                  <a:moveTo>
                    <a:pt x="1273" y="2418"/>
                  </a:moveTo>
                  <a:cubicBezTo>
                    <a:pt x="1273" y="1238"/>
                    <a:pt x="2234" y="277"/>
                    <a:pt x="3413" y="277"/>
                  </a:cubicBezTo>
                  <a:cubicBezTo>
                    <a:pt x="4593" y="277"/>
                    <a:pt x="5560" y="1238"/>
                    <a:pt x="5560" y="2418"/>
                  </a:cubicBezTo>
                  <a:lnTo>
                    <a:pt x="5560" y="3540"/>
                  </a:lnTo>
                  <a:lnTo>
                    <a:pt x="4818" y="3540"/>
                  </a:lnTo>
                  <a:lnTo>
                    <a:pt x="4818" y="2418"/>
                  </a:lnTo>
                  <a:cubicBezTo>
                    <a:pt x="4818" y="1647"/>
                    <a:pt x="4190" y="1014"/>
                    <a:pt x="3413" y="1014"/>
                  </a:cubicBezTo>
                  <a:cubicBezTo>
                    <a:pt x="2636" y="1014"/>
                    <a:pt x="2015" y="1641"/>
                    <a:pt x="2015" y="2418"/>
                  </a:cubicBezTo>
                  <a:lnTo>
                    <a:pt x="2015" y="3540"/>
                  </a:lnTo>
                  <a:lnTo>
                    <a:pt x="1273" y="3540"/>
                  </a:lnTo>
                  <a:close/>
                  <a:moveTo>
                    <a:pt x="4536" y="3540"/>
                  </a:moveTo>
                  <a:lnTo>
                    <a:pt x="2285" y="3540"/>
                  </a:lnTo>
                  <a:lnTo>
                    <a:pt x="2285" y="2418"/>
                  </a:lnTo>
                  <a:cubicBezTo>
                    <a:pt x="2285" y="1796"/>
                    <a:pt x="2792" y="1290"/>
                    <a:pt x="3413" y="1290"/>
                  </a:cubicBezTo>
                  <a:cubicBezTo>
                    <a:pt x="4041" y="1290"/>
                    <a:pt x="4541" y="1790"/>
                    <a:pt x="4541" y="2418"/>
                  </a:cubicBezTo>
                  <a:lnTo>
                    <a:pt x="4541" y="3540"/>
                  </a:lnTo>
                  <a:close/>
                  <a:moveTo>
                    <a:pt x="6544" y="8029"/>
                  </a:moveTo>
                  <a:cubicBezTo>
                    <a:pt x="6544" y="8236"/>
                    <a:pt x="6371" y="8408"/>
                    <a:pt x="6164" y="8408"/>
                  </a:cubicBezTo>
                  <a:lnTo>
                    <a:pt x="663" y="8408"/>
                  </a:lnTo>
                  <a:cubicBezTo>
                    <a:pt x="450" y="8408"/>
                    <a:pt x="277" y="8236"/>
                    <a:pt x="277" y="8029"/>
                  </a:cubicBezTo>
                  <a:lnTo>
                    <a:pt x="277" y="4202"/>
                  </a:lnTo>
                  <a:cubicBezTo>
                    <a:pt x="277" y="3995"/>
                    <a:pt x="450" y="3822"/>
                    <a:pt x="663" y="3822"/>
                  </a:cubicBezTo>
                  <a:lnTo>
                    <a:pt x="991" y="3822"/>
                  </a:lnTo>
                  <a:lnTo>
                    <a:pt x="2285" y="3822"/>
                  </a:lnTo>
                  <a:lnTo>
                    <a:pt x="4536" y="3822"/>
                  </a:lnTo>
                  <a:lnTo>
                    <a:pt x="5830" y="3822"/>
                  </a:lnTo>
                  <a:lnTo>
                    <a:pt x="6164" y="3822"/>
                  </a:lnTo>
                  <a:cubicBezTo>
                    <a:pt x="6371" y="3822"/>
                    <a:pt x="6544" y="3995"/>
                    <a:pt x="6544" y="420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0" name="Google Shape;1240;p62">
              <a:extLst>
                <a:ext uri="{FF2B5EF4-FFF2-40B4-BE49-F238E27FC236}">
                  <a16:creationId xmlns:a16="http://schemas.microsoft.com/office/drawing/2014/main" id="{1333D314-6447-1A3C-A061-C339AB50D220}"/>
                </a:ext>
              </a:extLst>
            </p:cNvPr>
            <p:cNvSpPr/>
            <p:nvPr/>
          </p:nvSpPr>
          <p:spPr>
            <a:xfrm>
              <a:off x="6250267" y="2119858"/>
              <a:ext cx="168398" cy="128107"/>
            </a:xfrm>
            <a:custGeom>
              <a:avLst/>
              <a:gdLst/>
              <a:ahLst/>
              <a:cxnLst/>
              <a:rect l="l" t="t" r="r" b="b"/>
              <a:pathLst>
                <a:path w="3247" h="2470" extrusionOk="0">
                  <a:moveTo>
                    <a:pt x="3246" y="317"/>
                  </a:moveTo>
                  <a:lnTo>
                    <a:pt x="1491" y="2469"/>
                  </a:lnTo>
                  <a:lnTo>
                    <a:pt x="1" y="1013"/>
                  </a:lnTo>
                  <a:lnTo>
                    <a:pt x="340" y="662"/>
                  </a:lnTo>
                  <a:lnTo>
                    <a:pt x="1445" y="1744"/>
                  </a:lnTo>
                  <a:lnTo>
                    <a:pt x="286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1" name="Google Shape;1241;p62">
              <a:extLst>
                <a:ext uri="{FF2B5EF4-FFF2-40B4-BE49-F238E27FC236}">
                  <a16:creationId xmlns:a16="http://schemas.microsoft.com/office/drawing/2014/main" id="{D843D4CB-CE6A-D758-5075-62298CB7FBE1}"/>
                </a:ext>
              </a:extLst>
            </p:cNvPr>
            <p:cNvSpPr/>
            <p:nvPr/>
          </p:nvSpPr>
          <p:spPr>
            <a:xfrm>
              <a:off x="7858367" y="3112569"/>
              <a:ext cx="308945" cy="394018"/>
            </a:xfrm>
            <a:custGeom>
              <a:avLst/>
              <a:gdLst/>
              <a:ahLst/>
              <a:cxnLst/>
              <a:rect l="l" t="t" r="r" b="b"/>
              <a:pathLst>
                <a:path w="5957" h="7597" extrusionOk="0">
                  <a:moveTo>
                    <a:pt x="5381" y="3102"/>
                  </a:moveTo>
                  <a:lnTo>
                    <a:pt x="5094" y="3102"/>
                  </a:lnTo>
                  <a:lnTo>
                    <a:pt x="5094" y="2118"/>
                  </a:lnTo>
                  <a:cubicBezTo>
                    <a:pt x="5094" y="950"/>
                    <a:pt x="4144" y="0"/>
                    <a:pt x="2976" y="0"/>
                  </a:cubicBezTo>
                  <a:cubicBezTo>
                    <a:pt x="1813" y="0"/>
                    <a:pt x="864" y="950"/>
                    <a:pt x="864" y="2118"/>
                  </a:cubicBezTo>
                  <a:lnTo>
                    <a:pt x="864" y="3102"/>
                  </a:lnTo>
                  <a:lnTo>
                    <a:pt x="576" y="3102"/>
                  </a:lnTo>
                  <a:cubicBezTo>
                    <a:pt x="260" y="3102"/>
                    <a:pt x="1" y="3361"/>
                    <a:pt x="1" y="3677"/>
                  </a:cubicBezTo>
                  <a:lnTo>
                    <a:pt x="1" y="7021"/>
                  </a:lnTo>
                  <a:cubicBezTo>
                    <a:pt x="1" y="7337"/>
                    <a:pt x="260" y="7596"/>
                    <a:pt x="576" y="7596"/>
                  </a:cubicBezTo>
                  <a:lnTo>
                    <a:pt x="5370" y="7596"/>
                  </a:lnTo>
                  <a:cubicBezTo>
                    <a:pt x="5686" y="7596"/>
                    <a:pt x="5945" y="7337"/>
                    <a:pt x="5945" y="7021"/>
                  </a:cubicBezTo>
                  <a:lnTo>
                    <a:pt x="5945" y="3677"/>
                  </a:lnTo>
                  <a:cubicBezTo>
                    <a:pt x="5957" y="3361"/>
                    <a:pt x="5698" y="3102"/>
                    <a:pt x="5381" y="3102"/>
                  </a:cubicBezTo>
                  <a:close/>
                  <a:moveTo>
                    <a:pt x="1105" y="2124"/>
                  </a:moveTo>
                  <a:cubicBezTo>
                    <a:pt x="1105" y="1093"/>
                    <a:pt x="1946" y="253"/>
                    <a:pt x="2976" y="253"/>
                  </a:cubicBezTo>
                  <a:cubicBezTo>
                    <a:pt x="4006" y="253"/>
                    <a:pt x="4846" y="1093"/>
                    <a:pt x="4846" y="2124"/>
                  </a:cubicBezTo>
                  <a:lnTo>
                    <a:pt x="4846" y="3108"/>
                  </a:lnTo>
                  <a:lnTo>
                    <a:pt x="4202" y="3108"/>
                  </a:lnTo>
                  <a:lnTo>
                    <a:pt x="4202" y="2124"/>
                  </a:lnTo>
                  <a:cubicBezTo>
                    <a:pt x="4202" y="1450"/>
                    <a:pt x="3655" y="904"/>
                    <a:pt x="2976" y="904"/>
                  </a:cubicBezTo>
                  <a:cubicBezTo>
                    <a:pt x="2302" y="904"/>
                    <a:pt x="1756" y="1450"/>
                    <a:pt x="1756" y="2124"/>
                  </a:cubicBezTo>
                  <a:lnTo>
                    <a:pt x="1756" y="3108"/>
                  </a:lnTo>
                  <a:lnTo>
                    <a:pt x="1105" y="3108"/>
                  </a:lnTo>
                  <a:close/>
                  <a:moveTo>
                    <a:pt x="3960" y="3102"/>
                  </a:moveTo>
                  <a:lnTo>
                    <a:pt x="1997" y="3102"/>
                  </a:lnTo>
                  <a:lnTo>
                    <a:pt x="1997" y="2118"/>
                  </a:lnTo>
                  <a:cubicBezTo>
                    <a:pt x="1997" y="1577"/>
                    <a:pt x="2435" y="1128"/>
                    <a:pt x="2982" y="1128"/>
                  </a:cubicBezTo>
                  <a:cubicBezTo>
                    <a:pt x="3523" y="1128"/>
                    <a:pt x="3966" y="1571"/>
                    <a:pt x="3966" y="2118"/>
                  </a:cubicBezTo>
                  <a:lnTo>
                    <a:pt x="3966" y="3102"/>
                  </a:lnTo>
                  <a:close/>
                  <a:moveTo>
                    <a:pt x="5709" y="7021"/>
                  </a:moveTo>
                  <a:cubicBezTo>
                    <a:pt x="5709" y="7211"/>
                    <a:pt x="5560" y="7355"/>
                    <a:pt x="5381" y="7355"/>
                  </a:cubicBezTo>
                  <a:lnTo>
                    <a:pt x="582" y="7355"/>
                  </a:lnTo>
                  <a:cubicBezTo>
                    <a:pt x="392" y="7355"/>
                    <a:pt x="248" y="7205"/>
                    <a:pt x="248" y="7021"/>
                  </a:cubicBezTo>
                  <a:lnTo>
                    <a:pt x="248" y="3677"/>
                  </a:lnTo>
                  <a:cubicBezTo>
                    <a:pt x="248" y="3487"/>
                    <a:pt x="403" y="3344"/>
                    <a:pt x="582" y="3344"/>
                  </a:cubicBezTo>
                  <a:lnTo>
                    <a:pt x="870" y="3344"/>
                  </a:lnTo>
                  <a:lnTo>
                    <a:pt x="1997" y="3344"/>
                  </a:lnTo>
                  <a:lnTo>
                    <a:pt x="3960" y="3344"/>
                  </a:lnTo>
                  <a:lnTo>
                    <a:pt x="5094" y="3344"/>
                  </a:lnTo>
                  <a:lnTo>
                    <a:pt x="5381" y="3344"/>
                  </a:lnTo>
                  <a:cubicBezTo>
                    <a:pt x="5565" y="3344"/>
                    <a:pt x="5709" y="3499"/>
                    <a:pt x="5709" y="367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2" name="Google Shape;1242;p62">
              <a:extLst>
                <a:ext uri="{FF2B5EF4-FFF2-40B4-BE49-F238E27FC236}">
                  <a16:creationId xmlns:a16="http://schemas.microsoft.com/office/drawing/2014/main" id="{98BDA967-37E4-0A96-EDDB-72391A6F20C8}"/>
                </a:ext>
              </a:extLst>
            </p:cNvPr>
            <p:cNvSpPr/>
            <p:nvPr/>
          </p:nvSpPr>
          <p:spPr>
            <a:xfrm>
              <a:off x="7943421" y="3334024"/>
              <a:ext cx="146926" cy="111043"/>
            </a:xfrm>
            <a:custGeom>
              <a:avLst/>
              <a:gdLst/>
              <a:ahLst/>
              <a:cxnLst/>
              <a:rect l="l" t="t" r="r" b="b"/>
              <a:pathLst>
                <a:path w="2833" h="2141" extrusionOk="0">
                  <a:moveTo>
                    <a:pt x="2832" y="265"/>
                  </a:moveTo>
                  <a:lnTo>
                    <a:pt x="1301" y="2141"/>
                  </a:lnTo>
                  <a:lnTo>
                    <a:pt x="1" y="875"/>
                  </a:lnTo>
                  <a:lnTo>
                    <a:pt x="294" y="576"/>
                  </a:lnTo>
                  <a:lnTo>
                    <a:pt x="1255" y="1514"/>
                  </a:lnTo>
                  <a:lnTo>
                    <a:pt x="24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3" name="Google Shape;1243;p62">
              <a:extLst>
                <a:ext uri="{FF2B5EF4-FFF2-40B4-BE49-F238E27FC236}">
                  <a16:creationId xmlns:a16="http://schemas.microsoft.com/office/drawing/2014/main" id="{365973DA-5936-4F8E-5E69-042B10DCAA19}"/>
                </a:ext>
              </a:extLst>
            </p:cNvPr>
            <p:cNvSpPr/>
            <p:nvPr/>
          </p:nvSpPr>
          <p:spPr>
            <a:xfrm>
              <a:off x="6230248" y="1924386"/>
              <a:ext cx="1742165" cy="1871756"/>
            </a:xfrm>
            <a:custGeom>
              <a:avLst/>
              <a:gdLst/>
              <a:ahLst/>
              <a:cxnLst/>
              <a:rect l="l" t="t" r="r" b="b"/>
              <a:pathLst>
                <a:path w="33592" h="36089" extrusionOk="0">
                  <a:moveTo>
                    <a:pt x="16794" y="0"/>
                  </a:moveTo>
                  <a:cubicBezTo>
                    <a:pt x="9928" y="351"/>
                    <a:pt x="4075" y="5059"/>
                    <a:pt x="1" y="9426"/>
                  </a:cubicBezTo>
                  <a:cubicBezTo>
                    <a:pt x="1" y="34604"/>
                    <a:pt x="16794" y="36089"/>
                    <a:pt x="16794" y="36089"/>
                  </a:cubicBezTo>
                  <a:cubicBezTo>
                    <a:pt x="16794" y="36089"/>
                    <a:pt x="33592" y="34604"/>
                    <a:pt x="33592" y="9426"/>
                  </a:cubicBezTo>
                  <a:cubicBezTo>
                    <a:pt x="29512" y="5059"/>
                    <a:pt x="23665" y="351"/>
                    <a:pt x="167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4" name="Google Shape;1244;p62">
              <a:extLst>
                <a:ext uri="{FF2B5EF4-FFF2-40B4-BE49-F238E27FC236}">
                  <a16:creationId xmlns:a16="http://schemas.microsoft.com/office/drawing/2014/main" id="{A4AF343B-5140-0DCB-3B91-8B36975CEC7A}"/>
                </a:ext>
              </a:extLst>
            </p:cNvPr>
            <p:cNvSpPr/>
            <p:nvPr/>
          </p:nvSpPr>
          <p:spPr>
            <a:xfrm>
              <a:off x="6250267" y="1946428"/>
              <a:ext cx="1702179" cy="1828241"/>
            </a:xfrm>
            <a:custGeom>
              <a:avLst/>
              <a:gdLst/>
              <a:ahLst/>
              <a:cxnLst/>
              <a:rect l="l" t="t" r="r" b="b"/>
              <a:pathLst>
                <a:path w="32821" h="35250" extrusionOk="0">
                  <a:moveTo>
                    <a:pt x="16408" y="1"/>
                  </a:moveTo>
                  <a:cubicBezTo>
                    <a:pt x="9697" y="346"/>
                    <a:pt x="3989" y="4933"/>
                    <a:pt x="1" y="9209"/>
                  </a:cubicBezTo>
                  <a:cubicBezTo>
                    <a:pt x="1" y="33793"/>
                    <a:pt x="16408" y="35249"/>
                    <a:pt x="16408" y="35249"/>
                  </a:cubicBezTo>
                  <a:cubicBezTo>
                    <a:pt x="16408" y="35249"/>
                    <a:pt x="32820" y="33793"/>
                    <a:pt x="32820" y="9209"/>
                  </a:cubicBezTo>
                  <a:cubicBezTo>
                    <a:pt x="28826" y="4933"/>
                    <a:pt x="23112" y="340"/>
                    <a:pt x="1640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5" name="Google Shape;1245;p62">
              <a:extLst>
                <a:ext uri="{FF2B5EF4-FFF2-40B4-BE49-F238E27FC236}">
                  <a16:creationId xmlns:a16="http://schemas.microsoft.com/office/drawing/2014/main" id="{B2FA5C3E-536C-DC69-3B90-2BE20ACD4791}"/>
                </a:ext>
              </a:extLst>
            </p:cNvPr>
            <p:cNvSpPr/>
            <p:nvPr/>
          </p:nvSpPr>
          <p:spPr>
            <a:xfrm>
              <a:off x="6269975" y="1967640"/>
              <a:ext cx="1662452" cy="1785816"/>
            </a:xfrm>
            <a:custGeom>
              <a:avLst/>
              <a:gdLst/>
              <a:ahLst/>
              <a:cxnLst/>
              <a:rect l="l" t="t" r="r" b="b"/>
              <a:pathLst>
                <a:path w="32055" h="34432" extrusionOk="0">
                  <a:moveTo>
                    <a:pt x="16028" y="1"/>
                  </a:moveTo>
                  <a:cubicBezTo>
                    <a:pt x="9479" y="334"/>
                    <a:pt x="3896" y="4823"/>
                    <a:pt x="0" y="8995"/>
                  </a:cubicBezTo>
                  <a:cubicBezTo>
                    <a:pt x="0" y="33010"/>
                    <a:pt x="16028" y="34432"/>
                    <a:pt x="16028" y="34432"/>
                  </a:cubicBezTo>
                  <a:cubicBezTo>
                    <a:pt x="16028" y="34432"/>
                    <a:pt x="32055" y="33004"/>
                    <a:pt x="32055" y="8995"/>
                  </a:cubicBezTo>
                  <a:cubicBezTo>
                    <a:pt x="28159" y="4823"/>
                    <a:pt x="22582" y="329"/>
                    <a:pt x="160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6" name="Google Shape;1246;p62">
              <a:extLst>
                <a:ext uri="{FF2B5EF4-FFF2-40B4-BE49-F238E27FC236}">
                  <a16:creationId xmlns:a16="http://schemas.microsoft.com/office/drawing/2014/main" id="{93661BE2-BB43-8378-6D57-F12D4EED0B46}"/>
                </a:ext>
              </a:extLst>
            </p:cNvPr>
            <p:cNvSpPr/>
            <p:nvPr/>
          </p:nvSpPr>
          <p:spPr>
            <a:xfrm>
              <a:off x="6329669" y="2031535"/>
              <a:ext cx="1543065" cy="1657761"/>
            </a:xfrm>
            <a:custGeom>
              <a:avLst/>
              <a:gdLst/>
              <a:ahLst/>
              <a:cxnLst/>
              <a:rect l="l" t="t" r="r" b="b"/>
              <a:pathLst>
                <a:path w="29753" h="31963" extrusionOk="0">
                  <a:moveTo>
                    <a:pt x="14877" y="0"/>
                  </a:moveTo>
                  <a:cubicBezTo>
                    <a:pt x="8794" y="311"/>
                    <a:pt x="3614" y="4472"/>
                    <a:pt x="0" y="8345"/>
                  </a:cubicBezTo>
                  <a:cubicBezTo>
                    <a:pt x="0" y="30644"/>
                    <a:pt x="14877" y="31962"/>
                    <a:pt x="14877" y="31962"/>
                  </a:cubicBezTo>
                  <a:cubicBezTo>
                    <a:pt x="14877" y="31962"/>
                    <a:pt x="29753" y="30644"/>
                    <a:pt x="29753" y="8345"/>
                  </a:cubicBezTo>
                  <a:cubicBezTo>
                    <a:pt x="26139" y="4483"/>
                    <a:pt x="20959" y="311"/>
                    <a:pt x="148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7" name="Google Shape;1247;p62">
              <a:extLst>
                <a:ext uri="{FF2B5EF4-FFF2-40B4-BE49-F238E27FC236}">
                  <a16:creationId xmlns:a16="http://schemas.microsoft.com/office/drawing/2014/main" id="{C4DDD7FA-3AB1-129F-EF83-C23E41B6400B}"/>
                </a:ext>
              </a:extLst>
            </p:cNvPr>
            <p:cNvSpPr/>
            <p:nvPr/>
          </p:nvSpPr>
          <p:spPr>
            <a:xfrm>
              <a:off x="6349947" y="2053577"/>
              <a:ext cx="1502820" cy="1613935"/>
            </a:xfrm>
            <a:custGeom>
              <a:avLst/>
              <a:gdLst/>
              <a:ahLst/>
              <a:cxnLst/>
              <a:rect l="l" t="t" r="r" b="b"/>
              <a:pathLst>
                <a:path w="28977" h="31118" extrusionOk="0">
                  <a:moveTo>
                    <a:pt x="14486" y="1"/>
                  </a:moveTo>
                  <a:cubicBezTo>
                    <a:pt x="8570" y="300"/>
                    <a:pt x="3523" y="4357"/>
                    <a:pt x="1" y="8127"/>
                  </a:cubicBezTo>
                  <a:cubicBezTo>
                    <a:pt x="1" y="29840"/>
                    <a:pt x="14486" y="31117"/>
                    <a:pt x="14486" y="31117"/>
                  </a:cubicBezTo>
                  <a:cubicBezTo>
                    <a:pt x="14486" y="31117"/>
                    <a:pt x="28976" y="29828"/>
                    <a:pt x="28976" y="8127"/>
                  </a:cubicBezTo>
                  <a:cubicBezTo>
                    <a:pt x="25449" y="4357"/>
                    <a:pt x="20407" y="300"/>
                    <a:pt x="14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8" name="Google Shape;1248;p62">
              <a:extLst>
                <a:ext uri="{FF2B5EF4-FFF2-40B4-BE49-F238E27FC236}">
                  <a16:creationId xmlns:a16="http://schemas.microsoft.com/office/drawing/2014/main" id="{7A7C6007-FDD4-B23D-DE45-F9205A8D00DB}"/>
                </a:ext>
              </a:extLst>
            </p:cNvPr>
            <p:cNvSpPr/>
            <p:nvPr/>
          </p:nvSpPr>
          <p:spPr>
            <a:xfrm>
              <a:off x="6386359" y="2092683"/>
              <a:ext cx="716975" cy="1535723"/>
            </a:xfrm>
            <a:custGeom>
              <a:avLst/>
              <a:gdLst/>
              <a:ahLst/>
              <a:cxnLst/>
              <a:rect l="l" t="t" r="r" b="b"/>
              <a:pathLst>
                <a:path w="13784" h="29610" extrusionOk="0">
                  <a:moveTo>
                    <a:pt x="13784" y="29609"/>
                  </a:moveTo>
                  <a:lnTo>
                    <a:pt x="13784" y="1"/>
                  </a:lnTo>
                  <a:cubicBezTo>
                    <a:pt x="8155" y="289"/>
                    <a:pt x="3356" y="4144"/>
                    <a:pt x="12" y="7735"/>
                  </a:cubicBezTo>
                  <a:cubicBezTo>
                    <a:pt x="1" y="28384"/>
                    <a:pt x="13784" y="29609"/>
                    <a:pt x="13784"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9" name="Google Shape;1249;p62">
              <a:extLst>
                <a:ext uri="{FF2B5EF4-FFF2-40B4-BE49-F238E27FC236}">
                  <a16:creationId xmlns:a16="http://schemas.microsoft.com/office/drawing/2014/main" id="{45E077E0-E9B0-6FE4-E140-09A49465F736}"/>
                </a:ext>
              </a:extLst>
            </p:cNvPr>
            <p:cNvSpPr/>
            <p:nvPr/>
          </p:nvSpPr>
          <p:spPr>
            <a:xfrm>
              <a:off x="7098763" y="2092683"/>
              <a:ext cx="716973" cy="1535723"/>
            </a:xfrm>
            <a:custGeom>
              <a:avLst/>
              <a:gdLst/>
              <a:ahLst/>
              <a:cxnLst/>
              <a:rect l="l" t="t" r="r" b="b"/>
              <a:pathLst>
                <a:path w="13778" h="29610" extrusionOk="0">
                  <a:moveTo>
                    <a:pt x="1" y="29609"/>
                  </a:moveTo>
                  <a:lnTo>
                    <a:pt x="1" y="1"/>
                  </a:lnTo>
                  <a:cubicBezTo>
                    <a:pt x="5635" y="289"/>
                    <a:pt x="10434" y="4144"/>
                    <a:pt x="13778" y="7735"/>
                  </a:cubicBezTo>
                  <a:cubicBezTo>
                    <a:pt x="13778" y="28384"/>
                    <a:pt x="1" y="29609"/>
                    <a:pt x="1"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0" name="Google Shape;1250;p62">
              <a:extLst>
                <a:ext uri="{FF2B5EF4-FFF2-40B4-BE49-F238E27FC236}">
                  <a16:creationId xmlns:a16="http://schemas.microsoft.com/office/drawing/2014/main" id="{C41EC7BF-49B7-3F4F-8468-E1052D950647}"/>
                </a:ext>
              </a:extLst>
            </p:cNvPr>
            <p:cNvSpPr/>
            <p:nvPr/>
          </p:nvSpPr>
          <p:spPr>
            <a:xfrm>
              <a:off x="6799128" y="2718254"/>
              <a:ext cx="604146" cy="491058"/>
            </a:xfrm>
            <a:custGeom>
              <a:avLst/>
              <a:gdLst/>
              <a:ahLst/>
              <a:cxnLst/>
              <a:rect l="l" t="t" r="r" b="b"/>
              <a:pathLst>
                <a:path w="11649" h="9468" extrusionOk="0">
                  <a:moveTo>
                    <a:pt x="10860" y="9468"/>
                  </a:moveTo>
                  <a:lnTo>
                    <a:pt x="783" y="9468"/>
                  </a:lnTo>
                  <a:cubicBezTo>
                    <a:pt x="352" y="9468"/>
                    <a:pt x="1" y="9117"/>
                    <a:pt x="1" y="8685"/>
                  </a:cubicBezTo>
                  <a:lnTo>
                    <a:pt x="1" y="784"/>
                  </a:lnTo>
                  <a:cubicBezTo>
                    <a:pt x="1" y="352"/>
                    <a:pt x="352" y="1"/>
                    <a:pt x="783" y="1"/>
                  </a:cubicBezTo>
                  <a:lnTo>
                    <a:pt x="10860" y="1"/>
                  </a:lnTo>
                  <a:cubicBezTo>
                    <a:pt x="11292" y="1"/>
                    <a:pt x="11648" y="352"/>
                    <a:pt x="11648" y="784"/>
                  </a:cubicBezTo>
                  <a:lnTo>
                    <a:pt x="11648" y="8685"/>
                  </a:lnTo>
                  <a:cubicBezTo>
                    <a:pt x="11648" y="9117"/>
                    <a:pt x="11292" y="9468"/>
                    <a:pt x="10860" y="94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1" name="Google Shape;1251;p62">
              <a:extLst>
                <a:ext uri="{FF2B5EF4-FFF2-40B4-BE49-F238E27FC236}">
                  <a16:creationId xmlns:a16="http://schemas.microsoft.com/office/drawing/2014/main" id="{166E2822-0998-625A-FD65-B1212504E808}"/>
                </a:ext>
              </a:extLst>
            </p:cNvPr>
            <p:cNvSpPr/>
            <p:nvPr/>
          </p:nvSpPr>
          <p:spPr>
            <a:xfrm>
              <a:off x="6835276" y="2747816"/>
              <a:ext cx="532161" cy="432243"/>
            </a:xfrm>
            <a:custGeom>
              <a:avLst/>
              <a:gdLst/>
              <a:ahLst/>
              <a:cxnLst/>
              <a:rect l="l" t="t" r="r" b="b"/>
              <a:pathLst>
                <a:path w="10261" h="8334" extrusionOk="0">
                  <a:moveTo>
                    <a:pt x="9570" y="8334"/>
                  </a:moveTo>
                  <a:lnTo>
                    <a:pt x="691" y="8334"/>
                  </a:lnTo>
                  <a:cubicBezTo>
                    <a:pt x="311" y="8334"/>
                    <a:pt x="0" y="8029"/>
                    <a:pt x="0" y="7643"/>
                  </a:cubicBezTo>
                  <a:lnTo>
                    <a:pt x="0" y="691"/>
                  </a:lnTo>
                  <a:cubicBezTo>
                    <a:pt x="0" y="306"/>
                    <a:pt x="311" y="1"/>
                    <a:pt x="691" y="1"/>
                  </a:cubicBezTo>
                  <a:lnTo>
                    <a:pt x="9570" y="1"/>
                  </a:lnTo>
                  <a:cubicBezTo>
                    <a:pt x="9950" y="1"/>
                    <a:pt x="10261" y="306"/>
                    <a:pt x="10261" y="691"/>
                  </a:cubicBezTo>
                  <a:lnTo>
                    <a:pt x="10261" y="7643"/>
                  </a:lnTo>
                  <a:cubicBezTo>
                    <a:pt x="10249" y="8029"/>
                    <a:pt x="9950" y="8334"/>
                    <a:pt x="9570" y="83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2" name="Google Shape;1252;p62">
              <a:extLst>
                <a:ext uri="{FF2B5EF4-FFF2-40B4-BE49-F238E27FC236}">
                  <a16:creationId xmlns:a16="http://schemas.microsoft.com/office/drawing/2014/main" id="{28C44B7C-40F0-DECD-325B-23A7B9FB04E1}"/>
                </a:ext>
              </a:extLst>
            </p:cNvPr>
            <p:cNvSpPr/>
            <p:nvPr/>
          </p:nvSpPr>
          <p:spPr>
            <a:xfrm>
              <a:off x="6900623" y="2421027"/>
              <a:ext cx="402972" cy="297290"/>
            </a:xfrm>
            <a:custGeom>
              <a:avLst/>
              <a:gdLst/>
              <a:ahLst/>
              <a:cxnLst/>
              <a:rect l="l" t="t" r="r" b="b"/>
              <a:pathLst>
                <a:path w="7770" h="5732" extrusionOk="0">
                  <a:moveTo>
                    <a:pt x="7752" y="5732"/>
                  </a:moveTo>
                  <a:lnTo>
                    <a:pt x="6308" y="5732"/>
                  </a:lnTo>
                  <a:lnTo>
                    <a:pt x="6308" y="3885"/>
                  </a:lnTo>
                  <a:cubicBezTo>
                    <a:pt x="6308" y="2538"/>
                    <a:pt x="5214" y="1450"/>
                    <a:pt x="3879" y="1450"/>
                  </a:cubicBezTo>
                  <a:cubicBezTo>
                    <a:pt x="2532" y="1450"/>
                    <a:pt x="1445" y="2544"/>
                    <a:pt x="1445" y="3885"/>
                  </a:cubicBezTo>
                  <a:lnTo>
                    <a:pt x="1445" y="5732"/>
                  </a:lnTo>
                  <a:lnTo>
                    <a:pt x="0" y="5732"/>
                  </a:lnTo>
                  <a:lnTo>
                    <a:pt x="0" y="3885"/>
                  </a:lnTo>
                  <a:cubicBezTo>
                    <a:pt x="0" y="1738"/>
                    <a:pt x="1738" y="0"/>
                    <a:pt x="3885" y="0"/>
                  </a:cubicBezTo>
                  <a:cubicBezTo>
                    <a:pt x="6026" y="0"/>
                    <a:pt x="7769" y="1738"/>
                    <a:pt x="7769" y="3885"/>
                  </a:cubicBezTo>
                  <a:lnTo>
                    <a:pt x="7769" y="5732"/>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3" name="Google Shape;1253;p62">
              <a:extLst>
                <a:ext uri="{FF2B5EF4-FFF2-40B4-BE49-F238E27FC236}">
                  <a16:creationId xmlns:a16="http://schemas.microsoft.com/office/drawing/2014/main" id="{9DBE1E6D-1D8D-BE9C-1D81-8309EAB1849E}"/>
                </a:ext>
              </a:extLst>
            </p:cNvPr>
            <p:cNvSpPr/>
            <p:nvPr/>
          </p:nvSpPr>
          <p:spPr>
            <a:xfrm>
              <a:off x="6954923" y="2836450"/>
              <a:ext cx="311642" cy="265393"/>
            </a:xfrm>
            <a:custGeom>
              <a:avLst/>
              <a:gdLst/>
              <a:ahLst/>
              <a:cxnLst/>
              <a:rect l="l" t="t" r="r" b="b"/>
              <a:pathLst>
                <a:path w="6009" h="5117" extrusionOk="0">
                  <a:moveTo>
                    <a:pt x="2694" y="5117"/>
                  </a:moveTo>
                  <a:lnTo>
                    <a:pt x="1" y="2637"/>
                  </a:lnTo>
                  <a:lnTo>
                    <a:pt x="1123" y="1422"/>
                  </a:lnTo>
                  <a:lnTo>
                    <a:pt x="2521" y="2706"/>
                  </a:lnTo>
                  <a:lnTo>
                    <a:pt x="4720" y="1"/>
                  </a:lnTo>
                  <a:lnTo>
                    <a:pt x="6009" y="1054"/>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4" name="Google Shape;1254;p62">
              <a:extLst>
                <a:ext uri="{FF2B5EF4-FFF2-40B4-BE49-F238E27FC236}">
                  <a16:creationId xmlns:a16="http://schemas.microsoft.com/office/drawing/2014/main" id="{D86D6FF8-9218-E075-DC29-C03A47FE9B60}"/>
                </a:ext>
              </a:extLst>
            </p:cNvPr>
            <p:cNvSpPr/>
            <p:nvPr/>
          </p:nvSpPr>
          <p:spPr>
            <a:xfrm>
              <a:off x="7402340" y="2515314"/>
              <a:ext cx="493679" cy="493755"/>
            </a:xfrm>
            <a:custGeom>
              <a:avLst/>
              <a:gdLst/>
              <a:ahLst/>
              <a:cxnLst/>
              <a:rect l="l" t="t" r="r" b="b"/>
              <a:pathLst>
                <a:path w="9519" h="9520" extrusionOk="0">
                  <a:moveTo>
                    <a:pt x="9432" y="7689"/>
                  </a:moveTo>
                  <a:lnTo>
                    <a:pt x="7689" y="9433"/>
                  </a:lnTo>
                  <a:cubicBezTo>
                    <a:pt x="7602" y="9519"/>
                    <a:pt x="7458" y="9519"/>
                    <a:pt x="7366" y="9433"/>
                  </a:cubicBezTo>
                  <a:lnTo>
                    <a:pt x="4265" y="6331"/>
                  </a:lnTo>
                  <a:lnTo>
                    <a:pt x="3027" y="7994"/>
                  </a:lnTo>
                  <a:cubicBezTo>
                    <a:pt x="2981" y="8057"/>
                    <a:pt x="2895" y="8092"/>
                    <a:pt x="2814" y="8080"/>
                  </a:cubicBezTo>
                  <a:cubicBezTo>
                    <a:pt x="2728" y="8063"/>
                    <a:pt x="2665" y="8006"/>
                    <a:pt x="2636" y="7931"/>
                  </a:cubicBezTo>
                  <a:lnTo>
                    <a:pt x="29" y="317"/>
                  </a:lnTo>
                  <a:cubicBezTo>
                    <a:pt x="0" y="237"/>
                    <a:pt x="23" y="144"/>
                    <a:pt x="87" y="81"/>
                  </a:cubicBezTo>
                  <a:cubicBezTo>
                    <a:pt x="150" y="18"/>
                    <a:pt x="236" y="1"/>
                    <a:pt x="322" y="24"/>
                  </a:cubicBezTo>
                  <a:lnTo>
                    <a:pt x="7936" y="2636"/>
                  </a:lnTo>
                  <a:cubicBezTo>
                    <a:pt x="8017" y="2665"/>
                    <a:pt x="8074" y="2728"/>
                    <a:pt x="8086" y="2815"/>
                  </a:cubicBezTo>
                  <a:cubicBezTo>
                    <a:pt x="8103" y="2901"/>
                    <a:pt x="8063" y="2982"/>
                    <a:pt x="7999" y="3028"/>
                  </a:cubicBezTo>
                  <a:lnTo>
                    <a:pt x="6336" y="4265"/>
                  </a:lnTo>
                  <a:lnTo>
                    <a:pt x="9438" y="7367"/>
                  </a:lnTo>
                  <a:cubicBezTo>
                    <a:pt x="9519" y="7459"/>
                    <a:pt x="9519" y="7603"/>
                    <a:pt x="9432" y="7689"/>
                  </a:cubicBezTo>
                  <a:close/>
                  <a:moveTo>
                    <a:pt x="7533" y="8949"/>
                  </a:moveTo>
                  <a:lnTo>
                    <a:pt x="8949" y="7534"/>
                  </a:lnTo>
                  <a:lnTo>
                    <a:pt x="5818" y="4403"/>
                  </a:lnTo>
                  <a:cubicBezTo>
                    <a:pt x="5778" y="4357"/>
                    <a:pt x="5749" y="4294"/>
                    <a:pt x="5755" y="4225"/>
                  </a:cubicBezTo>
                  <a:cubicBezTo>
                    <a:pt x="5761" y="4161"/>
                    <a:pt x="5790" y="4092"/>
                    <a:pt x="5847" y="4058"/>
                  </a:cubicBezTo>
                  <a:lnTo>
                    <a:pt x="7372" y="2918"/>
                  </a:lnTo>
                  <a:lnTo>
                    <a:pt x="604" y="605"/>
                  </a:lnTo>
                  <a:lnTo>
                    <a:pt x="2918" y="7373"/>
                  </a:lnTo>
                  <a:lnTo>
                    <a:pt x="4057" y="5848"/>
                  </a:lnTo>
                  <a:cubicBezTo>
                    <a:pt x="4092" y="5796"/>
                    <a:pt x="4161" y="5761"/>
                    <a:pt x="4224" y="5755"/>
                  </a:cubicBezTo>
                  <a:cubicBezTo>
                    <a:pt x="4288" y="5750"/>
                    <a:pt x="4351" y="5778"/>
                    <a:pt x="4403" y="5819"/>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1270" name="Google Shape;1270;p62">
            <a:extLst>
              <a:ext uri="{FF2B5EF4-FFF2-40B4-BE49-F238E27FC236}">
                <a16:creationId xmlns:a16="http://schemas.microsoft.com/office/drawing/2014/main" id="{4AC555F2-FE77-7E1A-4D7A-712FA22C19DB}"/>
              </a:ext>
            </a:extLst>
          </p:cNvPr>
          <p:cNvCxnSpPr>
            <a:cxnSpLocks/>
          </p:cNvCxnSpPr>
          <p:nvPr/>
        </p:nvCxnSpPr>
        <p:spPr>
          <a:xfrm rot="5400000">
            <a:off x="4087625" y="873130"/>
            <a:ext cx="2655000" cy="145200"/>
          </a:xfrm>
          <a:prstGeom prst="bentConnector2">
            <a:avLst/>
          </a:prstGeom>
          <a:noFill/>
          <a:ln w="19050" cap="flat" cmpd="sng">
            <a:solidFill>
              <a:schemeClr val="lt2"/>
            </a:solidFill>
            <a:prstDash val="solid"/>
            <a:round/>
            <a:headEnd type="none" w="med" len="med"/>
            <a:tailEnd type="oval" w="med" len="med"/>
          </a:ln>
        </p:spPr>
      </p:cxnSp>
      <p:cxnSp>
        <p:nvCxnSpPr>
          <p:cNvPr id="1271" name="Google Shape;1271;p62">
            <a:extLst>
              <a:ext uri="{FF2B5EF4-FFF2-40B4-BE49-F238E27FC236}">
                <a16:creationId xmlns:a16="http://schemas.microsoft.com/office/drawing/2014/main" id="{FC7C7C02-212E-A34F-E1F7-D7EEC37636E7}"/>
              </a:ext>
            </a:extLst>
          </p:cNvPr>
          <p:cNvCxnSpPr/>
          <p:nvPr/>
        </p:nvCxnSpPr>
        <p:spPr>
          <a:xfrm rot="5400000">
            <a:off x="4240025" y="1101730"/>
            <a:ext cx="2655000" cy="145200"/>
          </a:xfrm>
          <a:prstGeom prst="bentConnector2">
            <a:avLst/>
          </a:prstGeom>
          <a:noFill/>
          <a:ln w="19050" cap="flat" cmpd="sng">
            <a:solidFill>
              <a:schemeClr val="lt2"/>
            </a:solidFill>
            <a:prstDash val="solid"/>
            <a:round/>
            <a:headEnd type="none" w="med" len="med"/>
            <a:tailEnd type="oval" w="med" len="med"/>
          </a:ln>
        </p:spPr>
      </p:cxnSp>
      <p:sp>
        <p:nvSpPr>
          <p:cNvPr id="3" name="Untertitel 2">
            <a:extLst>
              <a:ext uri="{FF2B5EF4-FFF2-40B4-BE49-F238E27FC236}">
                <a16:creationId xmlns:a16="http://schemas.microsoft.com/office/drawing/2014/main" id="{7BC6C9FC-509C-303A-878E-81E1731E3FC0}"/>
              </a:ext>
            </a:extLst>
          </p:cNvPr>
          <p:cNvSpPr>
            <a:spLocks noGrp="1"/>
          </p:cNvSpPr>
          <p:nvPr>
            <p:ph type="subTitle" idx="1"/>
          </p:nvPr>
        </p:nvSpPr>
        <p:spPr/>
        <p:txBody>
          <a:bodyPr/>
          <a:lstStyle/>
          <a:p>
            <a:endParaRPr lang="en-US" noProof="0" dirty="0"/>
          </a:p>
        </p:txBody>
      </p:sp>
    </p:spTree>
    <p:extLst>
      <p:ext uri="{BB962C8B-B14F-4D97-AF65-F5344CB8AC3E}">
        <p14:creationId xmlns:p14="http://schemas.microsoft.com/office/powerpoint/2010/main" val="9227522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507"/>
        <p:cNvGrpSpPr/>
        <p:nvPr/>
      </p:nvGrpSpPr>
      <p:grpSpPr>
        <a:xfrm>
          <a:off x="0" y="0"/>
          <a:ext cx="0" cy="0"/>
          <a:chOff x="0" y="0"/>
          <a:chExt cx="0" cy="0"/>
        </a:xfrm>
      </p:grpSpPr>
      <p:sp>
        <p:nvSpPr>
          <p:cNvPr id="508" name="Google Shape;508;p37"/>
          <p:cNvSpPr txBox="1">
            <a:spLocks noGrp="1"/>
          </p:cNvSpPr>
          <p:nvPr>
            <p:ph type="subTitle" idx="1"/>
          </p:nvPr>
        </p:nvSpPr>
        <p:spPr>
          <a:xfrm>
            <a:off x="2223600" y="1441695"/>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Jupiter’s rotation period</a:t>
            </a:r>
          </a:p>
        </p:txBody>
      </p:sp>
      <p:sp>
        <p:nvSpPr>
          <p:cNvPr id="509" name="Google Shape;509;p37"/>
          <p:cNvSpPr txBox="1">
            <a:spLocks noGrp="1"/>
          </p:cNvSpPr>
          <p:nvPr>
            <p:ph type="title"/>
          </p:nvPr>
        </p:nvSpPr>
        <p:spPr>
          <a:xfrm>
            <a:off x="2223600" y="748174"/>
            <a:ext cx="4696800" cy="6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9h 55m 23s</a:t>
            </a:r>
          </a:p>
        </p:txBody>
      </p:sp>
      <p:sp>
        <p:nvSpPr>
          <p:cNvPr id="510" name="Google Shape;510;p37"/>
          <p:cNvSpPr txBox="1">
            <a:spLocks noGrp="1"/>
          </p:cNvSpPr>
          <p:nvPr>
            <p:ph type="title" idx="2"/>
          </p:nvPr>
        </p:nvSpPr>
        <p:spPr>
          <a:xfrm>
            <a:off x="2223600" y="2044979"/>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333,000</a:t>
            </a:r>
          </a:p>
        </p:txBody>
      </p:sp>
      <p:sp>
        <p:nvSpPr>
          <p:cNvPr id="511" name="Google Shape;511;p37"/>
          <p:cNvSpPr txBox="1">
            <a:spLocks noGrp="1"/>
          </p:cNvSpPr>
          <p:nvPr>
            <p:ph type="subTitle" idx="3"/>
          </p:nvPr>
        </p:nvSpPr>
        <p:spPr>
          <a:xfrm>
            <a:off x="2223600" y="2740391"/>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The Sun’s mass compared to Earth’s</a:t>
            </a:r>
          </a:p>
        </p:txBody>
      </p:sp>
      <p:sp>
        <p:nvSpPr>
          <p:cNvPr id="512" name="Google Shape;512;p37"/>
          <p:cNvSpPr txBox="1">
            <a:spLocks noGrp="1"/>
          </p:cNvSpPr>
          <p:nvPr>
            <p:ph type="title" idx="4"/>
          </p:nvPr>
        </p:nvSpPr>
        <p:spPr>
          <a:xfrm>
            <a:off x="2223600" y="3343583"/>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386,000 km</a:t>
            </a:r>
          </a:p>
        </p:txBody>
      </p:sp>
      <p:sp>
        <p:nvSpPr>
          <p:cNvPr id="513" name="Google Shape;513;p37"/>
          <p:cNvSpPr txBox="1">
            <a:spLocks noGrp="1"/>
          </p:cNvSpPr>
          <p:nvPr>
            <p:ph type="subTitle" idx="5"/>
          </p:nvPr>
        </p:nvSpPr>
        <p:spPr>
          <a:xfrm>
            <a:off x="2223600" y="4039087"/>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Distance between the Earth and the Moon</a:t>
            </a:r>
          </a:p>
        </p:txBody>
      </p:sp>
      <p:cxnSp>
        <p:nvCxnSpPr>
          <p:cNvPr id="514" name="Google Shape;514;p37"/>
          <p:cNvCxnSpPr>
            <a:endCxn id="509" idx="1"/>
          </p:cNvCxnSpPr>
          <p:nvPr/>
        </p:nvCxnSpPr>
        <p:spPr>
          <a:xfrm>
            <a:off x="381000" y="-190376"/>
            <a:ext cx="1842600" cy="1266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5" name="Google Shape;515;p37"/>
          <p:cNvCxnSpPr>
            <a:endCxn id="510" idx="1"/>
          </p:cNvCxnSpPr>
          <p:nvPr/>
        </p:nvCxnSpPr>
        <p:spPr>
          <a:xfrm rot="-5400000" flipH="1">
            <a:off x="171900" y="322529"/>
            <a:ext cx="2413200" cy="1690200"/>
          </a:xfrm>
          <a:prstGeom prst="bentConnector2">
            <a:avLst/>
          </a:prstGeom>
          <a:noFill/>
          <a:ln w="19050" cap="flat" cmpd="sng">
            <a:solidFill>
              <a:schemeClr val="lt2"/>
            </a:solidFill>
            <a:prstDash val="solid"/>
            <a:round/>
            <a:headEnd type="none" w="med" len="med"/>
            <a:tailEnd type="oval" w="med" len="med"/>
          </a:ln>
        </p:spPr>
      </p:cxnSp>
      <p:cxnSp>
        <p:nvCxnSpPr>
          <p:cNvPr id="516" name="Google Shape;516;p37"/>
          <p:cNvCxnSpPr>
            <a:stCxn id="510" idx="3"/>
          </p:cNvCxnSpPr>
          <p:nvPr/>
        </p:nvCxnSpPr>
        <p:spPr>
          <a:xfrm>
            <a:off x="6920400" y="2374229"/>
            <a:ext cx="1493700" cy="2575500"/>
          </a:xfrm>
          <a:prstGeom prst="bentConnector2">
            <a:avLst/>
          </a:prstGeom>
          <a:noFill/>
          <a:ln w="19050" cap="flat" cmpd="sng">
            <a:solidFill>
              <a:schemeClr val="lt2"/>
            </a:solidFill>
            <a:prstDash val="solid"/>
            <a:round/>
            <a:headEnd type="none" w="med" len="med"/>
            <a:tailEnd type="oval" w="med" len="med"/>
          </a:ln>
        </p:spPr>
      </p:cxnSp>
      <p:cxnSp>
        <p:nvCxnSpPr>
          <p:cNvPr id="517" name="Google Shape;517;p37"/>
          <p:cNvCxnSpPr>
            <a:stCxn id="509" idx="3"/>
          </p:cNvCxnSpPr>
          <p:nvPr/>
        </p:nvCxnSpPr>
        <p:spPr>
          <a:xfrm>
            <a:off x="6920400" y="1076524"/>
            <a:ext cx="1646100" cy="4026600"/>
          </a:xfrm>
          <a:prstGeom prst="bentConnector2">
            <a:avLst/>
          </a:prstGeom>
          <a:noFill/>
          <a:ln w="19050" cap="flat" cmpd="sng">
            <a:solidFill>
              <a:schemeClr val="lt2"/>
            </a:solidFill>
            <a:prstDash val="solid"/>
            <a:round/>
            <a:headEnd type="none" w="med" len="med"/>
            <a:tailEnd type="oval" w="med" len="med"/>
          </a:ln>
        </p:spPr>
      </p:cxnSp>
      <p:cxnSp>
        <p:nvCxnSpPr>
          <p:cNvPr id="518" name="Google Shape;518;p37"/>
          <p:cNvCxnSpPr>
            <a:stCxn id="512" idx="3"/>
          </p:cNvCxnSpPr>
          <p:nvPr/>
        </p:nvCxnSpPr>
        <p:spPr>
          <a:xfrm>
            <a:off x="6920400" y="3672833"/>
            <a:ext cx="1344600" cy="10944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9" name="Google Shape;519;p37"/>
          <p:cNvCxnSpPr>
            <a:endCxn id="512" idx="1"/>
          </p:cNvCxnSpPr>
          <p:nvPr/>
        </p:nvCxnSpPr>
        <p:spPr>
          <a:xfrm rot="-5400000" flipH="1">
            <a:off x="-497400" y="951833"/>
            <a:ext cx="4150200" cy="1291800"/>
          </a:xfrm>
          <a:prstGeom prst="bentConnector2">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523"/>
        <p:cNvGrpSpPr/>
        <p:nvPr/>
      </p:nvGrpSpPr>
      <p:grpSpPr>
        <a:xfrm>
          <a:off x="0" y="0"/>
          <a:ext cx="0" cy="0"/>
          <a:chOff x="0" y="0"/>
          <a:chExt cx="0" cy="0"/>
        </a:xfrm>
      </p:grpSpPr>
      <p:sp>
        <p:nvSpPr>
          <p:cNvPr id="524" name="Google Shape;524;p3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Introduction</a:t>
            </a:r>
          </a:p>
        </p:txBody>
      </p:sp>
      <p:sp>
        <p:nvSpPr>
          <p:cNvPr id="525" name="Google Shape;525;p38"/>
          <p:cNvSpPr txBox="1">
            <a:spLocks noGrp="1"/>
          </p:cNvSpPr>
          <p:nvPr>
            <p:ph type="subTitle" idx="1"/>
          </p:nvPr>
        </p:nvSpPr>
        <p:spPr>
          <a:xfrm>
            <a:off x="4827974" y="1602925"/>
            <a:ext cx="3318600" cy="19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takes a little more than 58 days to complete its rotation, so try to imagine how long days must be there! Since the temperatures are so extreme, albeit not as extreme as on Venus, Mercury has been deemed to be non-habitable for humans</a:t>
            </a:r>
          </a:p>
        </p:txBody>
      </p:sp>
      <p:sp>
        <p:nvSpPr>
          <p:cNvPr id="526" name="Google Shape;526;p38"/>
          <p:cNvSpPr txBox="1">
            <a:spLocks noGrp="1"/>
          </p:cNvSpPr>
          <p:nvPr>
            <p:ph type="subTitle" idx="2"/>
          </p:nvPr>
        </p:nvSpPr>
        <p:spPr>
          <a:xfrm>
            <a:off x="997425" y="1602925"/>
            <a:ext cx="3318600" cy="19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one in the entire Solar System. This planet’s name has nothing to do with the liquid metal, since Mercury was named after the Roman messenger god. Mercury’s surface is filled with craters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530"/>
        <p:cNvGrpSpPr/>
        <p:nvPr/>
      </p:nvGrpSpPr>
      <p:grpSpPr>
        <a:xfrm>
          <a:off x="0" y="0"/>
          <a:ext cx="0" cy="0"/>
          <a:chOff x="0" y="0"/>
          <a:chExt cx="0" cy="0"/>
        </a:xfrm>
      </p:grpSpPr>
      <p:sp>
        <p:nvSpPr>
          <p:cNvPr id="531" name="Google Shape;531;p39"/>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—Someone Famous</a:t>
            </a:r>
          </a:p>
        </p:txBody>
      </p:sp>
      <p:sp>
        <p:nvSpPr>
          <p:cNvPr id="532" name="Google Shape;532;p39"/>
          <p:cNvSpPr txBox="1">
            <a:spLocks noGrp="1"/>
          </p:cNvSpPr>
          <p:nvPr>
            <p:ph type="subTitle" idx="1"/>
          </p:nvPr>
        </p:nvSpPr>
        <p:spPr>
          <a:xfrm>
            <a:off x="713225" y="945625"/>
            <a:ext cx="4371300"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“This is a quote, words full of wisdom that someone important said and can make the reader get inspired”</a:t>
            </a:r>
          </a:p>
        </p:txBody>
      </p:sp>
      <p:grpSp>
        <p:nvGrpSpPr>
          <p:cNvPr id="533" name="Google Shape;533;p39"/>
          <p:cNvGrpSpPr/>
          <p:nvPr/>
        </p:nvGrpSpPr>
        <p:grpSpPr>
          <a:xfrm>
            <a:off x="5824825" y="1527650"/>
            <a:ext cx="2854173" cy="2794752"/>
            <a:chOff x="5824825" y="1527650"/>
            <a:chExt cx="2854173" cy="2794752"/>
          </a:xfrm>
        </p:grpSpPr>
        <p:sp>
          <p:nvSpPr>
            <p:cNvPr id="534" name="Google Shape;534;p39"/>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p:cNvGrpSpPr/>
            <p:nvPr/>
          </p:nvGrpSpPr>
          <p:grpSpPr>
            <a:xfrm>
              <a:off x="5824825" y="1527650"/>
              <a:ext cx="2854173" cy="2794752"/>
              <a:chOff x="5824825" y="1527650"/>
              <a:chExt cx="2854173" cy="2794752"/>
            </a:xfrm>
          </p:grpSpPr>
          <p:sp>
            <p:nvSpPr>
              <p:cNvPr id="538" name="Google Shape;538;p39"/>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601"/>
        <p:cNvGrpSpPr/>
        <p:nvPr/>
      </p:nvGrpSpPr>
      <p:grpSpPr>
        <a:xfrm>
          <a:off x="0" y="0"/>
          <a:ext cx="0" cy="0"/>
          <a:chOff x="0" y="0"/>
          <a:chExt cx="0" cy="0"/>
        </a:xfrm>
      </p:grpSpPr>
      <p:sp>
        <p:nvSpPr>
          <p:cNvPr id="602" name="Google Shape;602;p40"/>
          <p:cNvSpPr/>
          <p:nvPr/>
        </p:nvSpPr>
        <p:spPr>
          <a:xfrm>
            <a:off x="1664050" y="16255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03" name="Google Shape;603;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Introduction to AI</a:t>
            </a:r>
          </a:p>
        </p:txBody>
      </p:sp>
      <p:sp>
        <p:nvSpPr>
          <p:cNvPr id="604" name="Google Shape;604;p40"/>
          <p:cNvSpPr txBox="1">
            <a:spLocks noGrp="1"/>
          </p:cNvSpPr>
          <p:nvPr>
            <p:ph type="subTitle" idx="1"/>
          </p:nvPr>
        </p:nvSpPr>
        <p:spPr>
          <a:xfrm>
            <a:off x="5040058" y="3057025"/>
            <a:ext cx="2560500" cy="12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 It’s hot and has a poisonous atmosphere</a:t>
            </a:r>
          </a:p>
        </p:txBody>
      </p:sp>
      <p:sp>
        <p:nvSpPr>
          <p:cNvPr id="605" name="Google Shape;605;p40"/>
          <p:cNvSpPr txBox="1">
            <a:spLocks noGrp="1"/>
          </p:cNvSpPr>
          <p:nvPr>
            <p:ph type="subTitle" idx="2"/>
          </p:nvPr>
        </p:nvSpPr>
        <p:spPr>
          <a:xfrm>
            <a:off x="1543450" y="3057025"/>
            <a:ext cx="2560500" cy="12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in the Solar System—it’s a bit larger than the Moon</a:t>
            </a:r>
          </a:p>
        </p:txBody>
      </p:sp>
      <p:sp>
        <p:nvSpPr>
          <p:cNvPr id="606" name="Google Shape;606;p40"/>
          <p:cNvSpPr txBox="1">
            <a:spLocks noGrp="1"/>
          </p:cNvSpPr>
          <p:nvPr>
            <p:ph type="subTitle" idx="3"/>
          </p:nvPr>
        </p:nvSpPr>
        <p:spPr>
          <a:xfrm>
            <a:off x="5040058" y="2662226"/>
            <a:ext cx="2560500" cy="41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Advantages</a:t>
            </a:r>
          </a:p>
        </p:txBody>
      </p:sp>
      <p:sp>
        <p:nvSpPr>
          <p:cNvPr id="607" name="Google Shape;607;p40"/>
          <p:cNvSpPr txBox="1">
            <a:spLocks noGrp="1"/>
          </p:cNvSpPr>
          <p:nvPr>
            <p:ph type="subTitle" idx="4"/>
          </p:nvPr>
        </p:nvSpPr>
        <p:spPr>
          <a:xfrm>
            <a:off x="1543450" y="2662226"/>
            <a:ext cx="2560500" cy="41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Definition</a:t>
            </a:r>
          </a:p>
        </p:txBody>
      </p:sp>
      <p:grpSp>
        <p:nvGrpSpPr>
          <p:cNvPr id="608" name="Google Shape;608;p40"/>
          <p:cNvGrpSpPr/>
          <p:nvPr/>
        </p:nvGrpSpPr>
        <p:grpSpPr>
          <a:xfrm>
            <a:off x="1772037" y="1750963"/>
            <a:ext cx="500435" cy="465474"/>
            <a:chOff x="5434200" y="1498338"/>
            <a:chExt cx="500435" cy="465474"/>
          </a:xfrm>
        </p:grpSpPr>
        <p:sp>
          <p:nvSpPr>
            <p:cNvPr id="609" name="Google Shape;609;p40"/>
            <p:cNvSpPr/>
            <p:nvPr/>
          </p:nvSpPr>
          <p:spPr>
            <a:xfrm>
              <a:off x="5552458" y="1498338"/>
              <a:ext cx="117330" cy="256959"/>
            </a:xfrm>
            <a:custGeom>
              <a:avLst/>
              <a:gdLst/>
              <a:ahLst/>
              <a:cxnLst/>
              <a:rect l="l" t="t" r="r" b="b"/>
              <a:pathLst>
                <a:path w="4299" h="9415" extrusionOk="0">
                  <a:moveTo>
                    <a:pt x="3600" y="0"/>
                  </a:moveTo>
                  <a:lnTo>
                    <a:pt x="2153" y="336"/>
                  </a:lnTo>
                  <a:lnTo>
                    <a:pt x="2153" y="932"/>
                  </a:lnTo>
                  <a:lnTo>
                    <a:pt x="3229" y="932"/>
                  </a:lnTo>
                  <a:lnTo>
                    <a:pt x="3229" y="3081"/>
                  </a:lnTo>
                  <a:lnTo>
                    <a:pt x="2153" y="3081"/>
                  </a:lnTo>
                  <a:lnTo>
                    <a:pt x="2153" y="2008"/>
                  </a:lnTo>
                  <a:lnTo>
                    <a:pt x="1077" y="2008"/>
                  </a:lnTo>
                  <a:lnTo>
                    <a:pt x="1077" y="3416"/>
                  </a:lnTo>
                  <a:lnTo>
                    <a:pt x="0" y="3952"/>
                  </a:lnTo>
                  <a:lnTo>
                    <a:pt x="0" y="4157"/>
                  </a:lnTo>
                  <a:lnTo>
                    <a:pt x="2146" y="4157"/>
                  </a:lnTo>
                  <a:lnTo>
                    <a:pt x="2146" y="5233"/>
                  </a:lnTo>
                  <a:lnTo>
                    <a:pt x="0" y="5233"/>
                  </a:lnTo>
                  <a:lnTo>
                    <a:pt x="0" y="5435"/>
                  </a:lnTo>
                  <a:lnTo>
                    <a:pt x="1077" y="5974"/>
                  </a:lnTo>
                  <a:lnTo>
                    <a:pt x="1077" y="7382"/>
                  </a:lnTo>
                  <a:lnTo>
                    <a:pt x="2153" y="7382"/>
                  </a:lnTo>
                  <a:lnTo>
                    <a:pt x="2153" y="6310"/>
                  </a:lnTo>
                  <a:lnTo>
                    <a:pt x="3229" y="6310"/>
                  </a:lnTo>
                  <a:lnTo>
                    <a:pt x="3229" y="8459"/>
                  </a:lnTo>
                  <a:lnTo>
                    <a:pt x="2153" y="8459"/>
                  </a:lnTo>
                  <a:lnTo>
                    <a:pt x="2153" y="8769"/>
                  </a:lnTo>
                  <a:lnTo>
                    <a:pt x="2795" y="9415"/>
                  </a:lnTo>
                  <a:lnTo>
                    <a:pt x="4298" y="8660"/>
                  </a:lnTo>
                  <a:lnTo>
                    <a:pt x="4298" y="5233"/>
                  </a:lnTo>
                  <a:lnTo>
                    <a:pt x="3222" y="5233"/>
                  </a:lnTo>
                  <a:lnTo>
                    <a:pt x="3222" y="4157"/>
                  </a:lnTo>
                  <a:lnTo>
                    <a:pt x="4298" y="4157"/>
                  </a:lnTo>
                  <a:lnTo>
                    <a:pt x="4298" y="678"/>
                  </a:lnTo>
                  <a:lnTo>
                    <a:pt x="360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0" name="Google Shape;610;p40"/>
            <p:cNvSpPr/>
            <p:nvPr/>
          </p:nvSpPr>
          <p:spPr>
            <a:xfrm>
              <a:off x="5699046" y="1498338"/>
              <a:ext cx="117522" cy="256959"/>
            </a:xfrm>
            <a:custGeom>
              <a:avLst/>
              <a:gdLst/>
              <a:ahLst/>
              <a:cxnLst/>
              <a:rect l="l" t="t" r="r" b="b"/>
              <a:pathLst>
                <a:path w="4306" h="9415" extrusionOk="0">
                  <a:moveTo>
                    <a:pt x="706" y="0"/>
                  </a:moveTo>
                  <a:lnTo>
                    <a:pt x="4" y="674"/>
                  </a:lnTo>
                  <a:lnTo>
                    <a:pt x="4" y="4157"/>
                  </a:lnTo>
                  <a:lnTo>
                    <a:pt x="1080" y="4157"/>
                  </a:lnTo>
                  <a:lnTo>
                    <a:pt x="1080" y="5233"/>
                  </a:lnTo>
                  <a:lnTo>
                    <a:pt x="0" y="5233"/>
                  </a:lnTo>
                  <a:lnTo>
                    <a:pt x="0" y="8660"/>
                  </a:lnTo>
                  <a:lnTo>
                    <a:pt x="1503" y="9415"/>
                  </a:lnTo>
                  <a:lnTo>
                    <a:pt x="2149" y="8769"/>
                  </a:lnTo>
                  <a:lnTo>
                    <a:pt x="2149" y="8459"/>
                  </a:lnTo>
                  <a:lnTo>
                    <a:pt x="1076" y="8459"/>
                  </a:lnTo>
                  <a:lnTo>
                    <a:pt x="1076" y="6310"/>
                  </a:lnTo>
                  <a:lnTo>
                    <a:pt x="2153" y="6310"/>
                  </a:lnTo>
                  <a:lnTo>
                    <a:pt x="2153" y="7382"/>
                  </a:lnTo>
                  <a:lnTo>
                    <a:pt x="3229" y="7382"/>
                  </a:lnTo>
                  <a:lnTo>
                    <a:pt x="3229" y="5974"/>
                  </a:lnTo>
                  <a:lnTo>
                    <a:pt x="4305" y="5435"/>
                  </a:lnTo>
                  <a:lnTo>
                    <a:pt x="4305" y="5233"/>
                  </a:lnTo>
                  <a:lnTo>
                    <a:pt x="2156" y="5233"/>
                  </a:lnTo>
                  <a:lnTo>
                    <a:pt x="2156" y="4157"/>
                  </a:lnTo>
                  <a:lnTo>
                    <a:pt x="4305" y="4157"/>
                  </a:lnTo>
                  <a:lnTo>
                    <a:pt x="4305" y="3952"/>
                  </a:lnTo>
                  <a:lnTo>
                    <a:pt x="3229" y="3416"/>
                  </a:lnTo>
                  <a:lnTo>
                    <a:pt x="3229" y="2008"/>
                  </a:lnTo>
                  <a:lnTo>
                    <a:pt x="2153" y="2008"/>
                  </a:lnTo>
                  <a:lnTo>
                    <a:pt x="2153" y="3084"/>
                  </a:lnTo>
                  <a:lnTo>
                    <a:pt x="1076" y="3084"/>
                  </a:lnTo>
                  <a:lnTo>
                    <a:pt x="1076" y="932"/>
                  </a:lnTo>
                  <a:lnTo>
                    <a:pt x="2153" y="932"/>
                  </a:lnTo>
                  <a:lnTo>
                    <a:pt x="2153" y="336"/>
                  </a:lnTo>
                  <a:lnTo>
                    <a:pt x="70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1" name="Google Shape;611;p40"/>
            <p:cNvSpPr/>
            <p:nvPr/>
          </p:nvSpPr>
          <p:spPr>
            <a:xfrm>
              <a:off x="5434282" y="1846399"/>
              <a:ext cx="500353" cy="117412"/>
            </a:xfrm>
            <a:custGeom>
              <a:avLst/>
              <a:gdLst/>
              <a:ahLst/>
              <a:cxnLst/>
              <a:rect l="l" t="t" r="r" b="b"/>
              <a:pathLst>
                <a:path w="18333" h="4302" extrusionOk="0">
                  <a:moveTo>
                    <a:pt x="1" y="0"/>
                  </a:moveTo>
                  <a:lnTo>
                    <a:pt x="1" y="2149"/>
                  </a:lnTo>
                  <a:lnTo>
                    <a:pt x="7552" y="2149"/>
                  </a:lnTo>
                  <a:lnTo>
                    <a:pt x="7552" y="3225"/>
                  </a:lnTo>
                  <a:lnTo>
                    <a:pt x="5407" y="3225"/>
                  </a:lnTo>
                  <a:lnTo>
                    <a:pt x="5407" y="4302"/>
                  </a:lnTo>
                  <a:lnTo>
                    <a:pt x="12926" y="4302"/>
                  </a:lnTo>
                  <a:lnTo>
                    <a:pt x="12926" y="3225"/>
                  </a:lnTo>
                  <a:lnTo>
                    <a:pt x="10777" y="3225"/>
                  </a:lnTo>
                  <a:lnTo>
                    <a:pt x="10777" y="2149"/>
                  </a:lnTo>
                  <a:lnTo>
                    <a:pt x="18332" y="2149"/>
                  </a:lnTo>
                  <a:lnTo>
                    <a:pt x="1833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2" name="Google Shape;612;p40"/>
            <p:cNvSpPr/>
            <p:nvPr/>
          </p:nvSpPr>
          <p:spPr>
            <a:xfrm>
              <a:off x="5434200" y="1523747"/>
              <a:ext cx="500326" cy="293285"/>
            </a:xfrm>
            <a:custGeom>
              <a:avLst/>
              <a:gdLst/>
              <a:ahLst/>
              <a:cxnLst/>
              <a:rect l="l" t="t" r="r" b="b"/>
              <a:pathLst>
                <a:path w="18332" h="10746" extrusionOk="0">
                  <a:moveTo>
                    <a:pt x="0" y="1"/>
                  </a:moveTo>
                  <a:lnTo>
                    <a:pt x="0" y="10746"/>
                  </a:lnTo>
                  <a:lnTo>
                    <a:pt x="18332" y="10746"/>
                  </a:lnTo>
                  <a:lnTo>
                    <a:pt x="18332" y="1"/>
                  </a:lnTo>
                  <a:lnTo>
                    <a:pt x="14002" y="1"/>
                  </a:lnTo>
                  <a:lnTo>
                    <a:pt x="14002" y="1818"/>
                  </a:lnTo>
                  <a:lnTo>
                    <a:pt x="15075" y="2358"/>
                  </a:lnTo>
                  <a:lnTo>
                    <a:pt x="15075" y="5170"/>
                  </a:lnTo>
                  <a:lnTo>
                    <a:pt x="14002" y="5710"/>
                  </a:lnTo>
                  <a:lnTo>
                    <a:pt x="14002" y="7528"/>
                  </a:lnTo>
                  <a:lnTo>
                    <a:pt x="12926" y="7528"/>
                  </a:lnTo>
                  <a:lnTo>
                    <a:pt x="12926" y="8286"/>
                  </a:lnTo>
                  <a:lnTo>
                    <a:pt x="11419" y="9790"/>
                  </a:lnTo>
                  <a:lnTo>
                    <a:pt x="9164" y="8660"/>
                  </a:lnTo>
                  <a:lnTo>
                    <a:pt x="6913" y="9790"/>
                  </a:lnTo>
                  <a:lnTo>
                    <a:pt x="5406" y="8286"/>
                  </a:lnTo>
                  <a:lnTo>
                    <a:pt x="5406" y="7528"/>
                  </a:lnTo>
                  <a:lnTo>
                    <a:pt x="4330" y="7528"/>
                  </a:lnTo>
                  <a:lnTo>
                    <a:pt x="4330" y="5710"/>
                  </a:lnTo>
                  <a:lnTo>
                    <a:pt x="3254" y="5170"/>
                  </a:lnTo>
                  <a:lnTo>
                    <a:pt x="3254" y="2358"/>
                  </a:lnTo>
                  <a:lnTo>
                    <a:pt x="4330" y="1818"/>
                  </a:lnTo>
                  <a:lnTo>
                    <a:pt x="433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13" name="Google Shape;613;p40"/>
          <p:cNvSpPr/>
          <p:nvPr/>
        </p:nvSpPr>
        <p:spPr>
          <a:xfrm>
            <a:off x="5133825" y="16255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614" name="Google Shape;614;p40"/>
          <p:cNvGrpSpPr/>
          <p:nvPr/>
        </p:nvGrpSpPr>
        <p:grpSpPr>
          <a:xfrm>
            <a:off x="5241768" y="1733333"/>
            <a:ext cx="500517" cy="500735"/>
            <a:chOff x="6322543" y="4027370"/>
            <a:chExt cx="500517" cy="500735"/>
          </a:xfrm>
        </p:grpSpPr>
        <p:sp>
          <p:nvSpPr>
            <p:cNvPr id="615" name="Google Shape;615;p40"/>
            <p:cNvSpPr/>
            <p:nvPr/>
          </p:nvSpPr>
          <p:spPr>
            <a:xfrm>
              <a:off x="6469895" y="4027370"/>
              <a:ext cx="205622" cy="206604"/>
            </a:xfrm>
            <a:custGeom>
              <a:avLst/>
              <a:gdLst/>
              <a:ahLst/>
              <a:cxnLst/>
              <a:rect l="l" t="t" r="r" b="b"/>
              <a:pathLst>
                <a:path w="7534" h="7570" extrusionOk="0">
                  <a:moveTo>
                    <a:pt x="4305" y="3268"/>
                  </a:moveTo>
                  <a:lnTo>
                    <a:pt x="4305" y="4348"/>
                  </a:lnTo>
                  <a:lnTo>
                    <a:pt x="3229" y="4348"/>
                  </a:lnTo>
                  <a:lnTo>
                    <a:pt x="3229" y="3268"/>
                  </a:lnTo>
                  <a:close/>
                  <a:moveTo>
                    <a:pt x="2153" y="0"/>
                  </a:moveTo>
                  <a:lnTo>
                    <a:pt x="2153" y="1077"/>
                  </a:lnTo>
                  <a:lnTo>
                    <a:pt x="1076" y="1077"/>
                  </a:lnTo>
                  <a:lnTo>
                    <a:pt x="1076" y="2188"/>
                  </a:lnTo>
                  <a:lnTo>
                    <a:pt x="0" y="2188"/>
                  </a:lnTo>
                  <a:lnTo>
                    <a:pt x="0" y="3264"/>
                  </a:lnTo>
                  <a:lnTo>
                    <a:pt x="1076" y="3264"/>
                  </a:lnTo>
                  <a:lnTo>
                    <a:pt x="1076" y="4341"/>
                  </a:lnTo>
                  <a:lnTo>
                    <a:pt x="0" y="4341"/>
                  </a:lnTo>
                  <a:lnTo>
                    <a:pt x="0" y="5417"/>
                  </a:lnTo>
                  <a:lnTo>
                    <a:pt x="1076" y="5417"/>
                  </a:lnTo>
                  <a:lnTo>
                    <a:pt x="1076" y="6493"/>
                  </a:lnTo>
                  <a:lnTo>
                    <a:pt x="2153" y="6493"/>
                  </a:lnTo>
                  <a:lnTo>
                    <a:pt x="2153" y="7570"/>
                  </a:lnTo>
                  <a:lnTo>
                    <a:pt x="3229" y="7570"/>
                  </a:lnTo>
                  <a:lnTo>
                    <a:pt x="3229" y="6493"/>
                  </a:lnTo>
                  <a:lnTo>
                    <a:pt x="4305" y="6493"/>
                  </a:lnTo>
                  <a:lnTo>
                    <a:pt x="4305" y="7570"/>
                  </a:lnTo>
                  <a:lnTo>
                    <a:pt x="5381" y="7570"/>
                  </a:lnTo>
                  <a:lnTo>
                    <a:pt x="5381" y="6493"/>
                  </a:lnTo>
                  <a:lnTo>
                    <a:pt x="6458" y="6493"/>
                  </a:lnTo>
                  <a:lnTo>
                    <a:pt x="6458" y="5417"/>
                  </a:lnTo>
                  <a:lnTo>
                    <a:pt x="7534" y="5417"/>
                  </a:lnTo>
                  <a:lnTo>
                    <a:pt x="7534" y="4341"/>
                  </a:lnTo>
                  <a:lnTo>
                    <a:pt x="6458" y="4341"/>
                  </a:lnTo>
                  <a:lnTo>
                    <a:pt x="6458" y="3264"/>
                  </a:lnTo>
                  <a:lnTo>
                    <a:pt x="7534" y="3264"/>
                  </a:lnTo>
                  <a:lnTo>
                    <a:pt x="7534" y="2188"/>
                  </a:lnTo>
                  <a:lnTo>
                    <a:pt x="6458" y="2188"/>
                  </a:lnTo>
                  <a:lnTo>
                    <a:pt x="6458" y="1077"/>
                  </a:lnTo>
                  <a:lnTo>
                    <a:pt x="5381" y="1077"/>
                  </a:lnTo>
                  <a:lnTo>
                    <a:pt x="5381" y="0"/>
                  </a:lnTo>
                  <a:lnTo>
                    <a:pt x="4305" y="0"/>
                  </a:lnTo>
                  <a:lnTo>
                    <a:pt x="4305" y="1077"/>
                  </a:lnTo>
                  <a:lnTo>
                    <a:pt x="3229" y="1077"/>
                  </a:lnTo>
                  <a:lnTo>
                    <a:pt x="322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6" name="Google Shape;616;p40"/>
            <p:cNvSpPr/>
            <p:nvPr/>
          </p:nvSpPr>
          <p:spPr>
            <a:xfrm>
              <a:off x="6322543" y="4189924"/>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7" name="Google Shape;617;p40"/>
            <p:cNvSpPr/>
            <p:nvPr/>
          </p:nvSpPr>
          <p:spPr>
            <a:xfrm>
              <a:off x="6322543" y="4087359"/>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8" name="Google Shape;618;p40"/>
            <p:cNvSpPr/>
            <p:nvPr/>
          </p:nvSpPr>
          <p:spPr>
            <a:xfrm>
              <a:off x="6322625" y="4281900"/>
              <a:ext cx="235589" cy="157396"/>
            </a:xfrm>
            <a:custGeom>
              <a:avLst/>
              <a:gdLst/>
              <a:ahLst/>
              <a:cxnLst/>
              <a:rect l="l" t="t" r="r" b="b"/>
              <a:pathLst>
                <a:path w="8632" h="5767" extrusionOk="0">
                  <a:moveTo>
                    <a:pt x="7231" y="1"/>
                  </a:moveTo>
                  <a:lnTo>
                    <a:pt x="5703" y="1515"/>
                  </a:lnTo>
                  <a:lnTo>
                    <a:pt x="7397" y="3208"/>
                  </a:lnTo>
                  <a:lnTo>
                    <a:pt x="6638" y="3967"/>
                  </a:lnTo>
                  <a:lnTo>
                    <a:pt x="3067" y="392"/>
                  </a:lnTo>
                  <a:lnTo>
                    <a:pt x="1" y="392"/>
                  </a:lnTo>
                  <a:lnTo>
                    <a:pt x="1" y="1342"/>
                  </a:lnTo>
                  <a:lnTo>
                    <a:pt x="3783" y="5767"/>
                  </a:lnTo>
                  <a:lnTo>
                    <a:pt x="8632" y="5767"/>
                  </a:lnTo>
                  <a:lnTo>
                    <a:pt x="8632" y="1402"/>
                  </a:lnTo>
                  <a:lnTo>
                    <a:pt x="7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9" name="Google Shape;619;p40"/>
            <p:cNvSpPr/>
            <p:nvPr/>
          </p:nvSpPr>
          <p:spPr>
            <a:xfrm>
              <a:off x="6646505" y="4214679"/>
              <a:ext cx="87472" cy="87855"/>
            </a:xfrm>
            <a:custGeom>
              <a:avLst/>
              <a:gdLst/>
              <a:ahLst/>
              <a:cxnLst/>
              <a:rect l="l" t="t" r="r" b="b"/>
              <a:pathLst>
                <a:path w="3205" h="3219" extrusionOk="0">
                  <a:moveTo>
                    <a:pt x="1695" y="1"/>
                  </a:moveTo>
                  <a:lnTo>
                    <a:pt x="1" y="1695"/>
                  </a:lnTo>
                  <a:lnTo>
                    <a:pt x="1518" y="3219"/>
                  </a:lnTo>
                  <a:lnTo>
                    <a:pt x="3205" y="1529"/>
                  </a:lnTo>
                  <a:lnTo>
                    <a:pt x="16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 name="Google Shape;620;p40"/>
            <p:cNvSpPr/>
            <p:nvPr/>
          </p:nvSpPr>
          <p:spPr>
            <a:xfrm>
              <a:off x="6411326" y="4214679"/>
              <a:ext cx="87582" cy="87855"/>
            </a:xfrm>
            <a:custGeom>
              <a:avLst/>
              <a:gdLst/>
              <a:ahLst/>
              <a:cxnLst/>
              <a:rect l="l" t="t" r="r" b="b"/>
              <a:pathLst>
                <a:path w="3209" h="3219" extrusionOk="0">
                  <a:moveTo>
                    <a:pt x="1514" y="1"/>
                  </a:moveTo>
                  <a:lnTo>
                    <a:pt x="1" y="1529"/>
                  </a:lnTo>
                  <a:lnTo>
                    <a:pt x="1691" y="3219"/>
                  </a:lnTo>
                  <a:lnTo>
                    <a:pt x="3208" y="1698"/>
                  </a:lnTo>
                  <a:lnTo>
                    <a:pt x="15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 name="Google Shape;621;p40"/>
            <p:cNvSpPr/>
            <p:nvPr/>
          </p:nvSpPr>
          <p:spPr>
            <a:xfrm>
              <a:off x="6587472" y="4281818"/>
              <a:ext cx="235589" cy="157287"/>
            </a:xfrm>
            <a:custGeom>
              <a:avLst/>
              <a:gdLst/>
              <a:ahLst/>
              <a:cxnLst/>
              <a:rect l="l" t="t" r="r" b="b"/>
              <a:pathLst>
                <a:path w="8632" h="5763" extrusionOk="0">
                  <a:moveTo>
                    <a:pt x="1405" y="0"/>
                  </a:moveTo>
                  <a:lnTo>
                    <a:pt x="1" y="1401"/>
                  </a:lnTo>
                  <a:lnTo>
                    <a:pt x="1" y="5763"/>
                  </a:lnTo>
                  <a:lnTo>
                    <a:pt x="4849" y="5763"/>
                  </a:lnTo>
                  <a:lnTo>
                    <a:pt x="8632" y="1341"/>
                  </a:lnTo>
                  <a:lnTo>
                    <a:pt x="8632" y="392"/>
                  </a:lnTo>
                  <a:lnTo>
                    <a:pt x="5569" y="392"/>
                  </a:lnTo>
                  <a:lnTo>
                    <a:pt x="1987" y="3970"/>
                  </a:lnTo>
                  <a:lnTo>
                    <a:pt x="1229" y="3211"/>
                  </a:lnTo>
                  <a:lnTo>
                    <a:pt x="2922" y="1518"/>
                  </a:lnTo>
                  <a:lnTo>
                    <a:pt x="140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2" name="Google Shape;622;p40"/>
            <p:cNvSpPr/>
            <p:nvPr/>
          </p:nvSpPr>
          <p:spPr>
            <a:xfrm>
              <a:off x="6587390" y="4468444"/>
              <a:ext cx="117221" cy="59661"/>
            </a:xfrm>
            <a:custGeom>
              <a:avLst/>
              <a:gdLst/>
              <a:ahLst/>
              <a:cxnLst/>
              <a:rect l="l" t="t" r="r" b="b"/>
              <a:pathLst>
                <a:path w="4295" h="2186" extrusionOk="0">
                  <a:moveTo>
                    <a:pt x="0" y="1"/>
                  </a:moveTo>
                  <a:lnTo>
                    <a:pt x="0" y="2185"/>
                  </a:lnTo>
                  <a:lnTo>
                    <a:pt x="4295" y="2185"/>
                  </a:lnTo>
                  <a:lnTo>
                    <a:pt x="42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 name="Google Shape;623;p40"/>
            <p:cNvSpPr/>
            <p:nvPr/>
          </p:nvSpPr>
          <p:spPr>
            <a:xfrm>
              <a:off x="6440692" y="4468444"/>
              <a:ext cx="117330" cy="59661"/>
            </a:xfrm>
            <a:custGeom>
              <a:avLst/>
              <a:gdLst/>
              <a:ahLst/>
              <a:cxnLst/>
              <a:rect l="l" t="t" r="r" b="b"/>
              <a:pathLst>
                <a:path w="4299" h="2186" extrusionOk="0">
                  <a:moveTo>
                    <a:pt x="1" y="1"/>
                  </a:moveTo>
                  <a:lnTo>
                    <a:pt x="1" y="2185"/>
                  </a:lnTo>
                  <a:lnTo>
                    <a:pt x="4299" y="2185"/>
                  </a:lnTo>
                  <a:lnTo>
                    <a:pt x="429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 name="Google Shape;624;p40"/>
            <p:cNvSpPr/>
            <p:nvPr/>
          </p:nvSpPr>
          <p:spPr>
            <a:xfrm>
              <a:off x="6763235" y="4087359"/>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 name="Google Shape;625;p40"/>
            <p:cNvSpPr/>
            <p:nvPr/>
          </p:nvSpPr>
          <p:spPr>
            <a:xfrm>
              <a:off x="6763235" y="4189924"/>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629"/>
        <p:cNvGrpSpPr/>
        <p:nvPr/>
      </p:nvGrpSpPr>
      <p:grpSpPr>
        <a:xfrm>
          <a:off x="0" y="0"/>
          <a:ext cx="0" cy="0"/>
          <a:chOff x="0" y="0"/>
          <a:chExt cx="0" cy="0"/>
        </a:xfrm>
      </p:grpSpPr>
      <p:sp>
        <p:nvSpPr>
          <p:cNvPr id="630" name="Google Shape;630;p41"/>
          <p:cNvSpPr/>
          <p:nvPr/>
        </p:nvSpPr>
        <p:spPr>
          <a:xfrm>
            <a:off x="614577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1" name="Google Shape;631;p41"/>
          <p:cNvSpPr/>
          <p:nvPr/>
        </p:nvSpPr>
        <p:spPr>
          <a:xfrm>
            <a:off x="363682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ethics</a:t>
            </a:r>
          </a:p>
        </p:txBody>
      </p:sp>
      <p:sp>
        <p:nvSpPr>
          <p:cNvPr id="633" name="Google Shape;633;p41"/>
          <p:cNvSpPr txBox="1">
            <a:spLocks noGrp="1"/>
          </p:cNvSpPr>
          <p:nvPr>
            <p:ph type="subTitle" idx="1"/>
          </p:nvPr>
        </p:nvSpPr>
        <p:spPr>
          <a:xfrm>
            <a:off x="937700"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one of them all</a:t>
            </a:r>
          </a:p>
        </p:txBody>
      </p:sp>
      <p:sp>
        <p:nvSpPr>
          <p:cNvPr id="634" name="Google Shape;634;p41"/>
          <p:cNvSpPr txBox="1">
            <a:spLocks noGrp="1"/>
          </p:cNvSpPr>
          <p:nvPr>
            <p:ph type="subTitle" idx="2"/>
          </p:nvPr>
        </p:nvSpPr>
        <p:spPr>
          <a:xfrm>
            <a:off x="3484425"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a:t>
            </a:r>
          </a:p>
        </p:txBody>
      </p:sp>
      <p:sp>
        <p:nvSpPr>
          <p:cNvPr id="635" name="Google Shape;635;p41"/>
          <p:cNvSpPr txBox="1">
            <a:spLocks noGrp="1"/>
          </p:cNvSpPr>
          <p:nvPr>
            <p:ph type="subTitle" idx="3"/>
          </p:nvPr>
        </p:nvSpPr>
        <p:spPr>
          <a:xfrm>
            <a:off x="6031150"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actually a cold place. It’s full of iron oxide dust</a:t>
            </a:r>
          </a:p>
        </p:txBody>
      </p:sp>
      <p:sp>
        <p:nvSpPr>
          <p:cNvPr id="636" name="Google Shape;636;p41"/>
          <p:cNvSpPr txBox="1">
            <a:spLocks noGrp="1"/>
          </p:cNvSpPr>
          <p:nvPr>
            <p:ph type="subTitle" idx="4"/>
          </p:nvPr>
        </p:nvSpPr>
        <p:spPr>
          <a:xfrm>
            <a:off x="937700"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Transparency</a:t>
            </a:r>
          </a:p>
        </p:txBody>
      </p:sp>
      <p:sp>
        <p:nvSpPr>
          <p:cNvPr id="637" name="Google Shape;637;p41"/>
          <p:cNvSpPr txBox="1">
            <a:spLocks noGrp="1"/>
          </p:cNvSpPr>
          <p:nvPr>
            <p:ph type="subTitle" idx="5"/>
          </p:nvPr>
        </p:nvSpPr>
        <p:spPr>
          <a:xfrm>
            <a:off x="3484422"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Privacy</a:t>
            </a:r>
          </a:p>
        </p:txBody>
      </p:sp>
      <p:sp>
        <p:nvSpPr>
          <p:cNvPr id="638" name="Google Shape;638;p41"/>
          <p:cNvSpPr txBox="1">
            <a:spLocks noGrp="1"/>
          </p:cNvSpPr>
          <p:nvPr>
            <p:ph type="subTitle" idx="6"/>
          </p:nvPr>
        </p:nvSpPr>
        <p:spPr>
          <a:xfrm>
            <a:off x="6031150"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Legal</a:t>
            </a:r>
          </a:p>
        </p:txBody>
      </p:sp>
      <p:grpSp>
        <p:nvGrpSpPr>
          <p:cNvPr id="639" name="Google Shape;639;p41"/>
          <p:cNvGrpSpPr/>
          <p:nvPr/>
        </p:nvGrpSpPr>
        <p:grpSpPr>
          <a:xfrm>
            <a:off x="6253800" y="1792504"/>
            <a:ext cx="500353" cy="500435"/>
            <a:chOff x="2291550" y="1480816"/>
            <a:chExt cx="500353" cy="500435"/>
          </a:xfrm>
        </p:grpSpPr>
        <p:sp>
          <p:nvSpPr>
            <p:cNvPr id="640" name="Google Shape;640;p41"/>
            <p:cNvSpPr/>
            <p:nvPr/>
          </p:nvSpPr>
          <p:spPr>
            <a:xfrm>
              <a:off x="2291550" y="1480816"/>
              <a:ext cx="352810" cy="59525"/>
            </a:xfrm>
            <a:custGeom>
              <a:avLst/>
              <a:gdLst/>
              <a:ahLst/>
              <a:cxnLst/>
              <a:rect l="l" t="t" r="r" b="b"/>
              <a:pathLst>
                <a:path w="12927" h="2181" extrusionOk="0">
                  <a:moveTo>
                    <a:pt x="1" y="0"/>
                  </a:moveTo>
                  <a:lnTo>
                    <a:pt x="1" y="2181"/>
                  </a:lnTo>
                  <a:lnTo>
                    <a:pt x="12927" y="2181"/>
                  </a:lnTo>
                  <a:lnTo>
                    <a:pt x="1292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 name="Google Shape;641;p41"/>
            <p:cNvSpPr/>
            <p:nvPr/>
          </p:nvSpPr>
          <p:spPr>
            <a:xfrm>
              <a:off x="2673618" y="1480816"/>
              <a:ext cx="118286" cy="59525"/>
            </a:xfrm>
            <a:custGeom>
              <a:avLst/>
              <a:gdLst/>
              <a:ahLst/>
              <a:cxnLst/>
              <a:rect l="l" t="t" r="r" b="b"/>
              <a:pathLst>
                <a:path w="4334" h="2181" extrusionOk="0">
                  <a:moveTo>
                    <a:pt x="0" y="0"/>
                  </a:moveTo>
                  <a:lnTo>
                    <a:pt x="0" y="2181"/>
                  </a:lnTo>
                  <a:lnTo>
                    <a:pt x="4334" y="2181"/>
                  </a:lnTo>
                  <a:lnTo>
                    <a:pt x="43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 name="Google Shape;642;p41"/>
            <p:cNvSpPr/>
            <p:nvPr/>
          </p:nvSpPr>
          <p:spPr>
            <a:xfrm>
              <a:off x="2291550" y="1569790"/>
              <a:ext cx="500353" cy="411462"/>
            </a:xfrm>
            <a:custGeom>
              <a:avLst/>
              <a:gdLst/>
              <a:ahLst/>
              <a:cxnLst/>
              <a:rect l="l" t="t" r="r" b="b"/>
              <a:pathLst>
                <a:path w="18333" h="15076" extrusionOk="0">
                  <a:moveTo>
                    <a:pt x="3261" y="2686"/>
                  </a:moveTo>
                  <a:lnTo>
                    <a:pt x="3261" y="3762"/>
                  </a:lnTo>
                  <a:lnTo>
                    <a:pt x="2185" y="3762"/>
                  </a:lnTo>
                  <a:lnTo>
                    <a:pt x="2185" y="2686"/>
                  </a:lnTo>
                  <a:close/>
                  <a:moveTo>
                    <a:pt x="11854" y="2686"/>
                  </a:moveTo>
                  <a:lnTo>
                    <a:pt x="11854" y="3762"/>
                  </a:lnTo>
                  <a:lnTo>
                    <a:pt x="4331" y="3762"/>
                  </a:lnTo>
                  <a:lnTo>
                    <a:pt x="4331" y="2686"/>
                  </a:lnTo>
                  <a:close/>
                  <a:moveTo>
                    <a:pt x="16152" y="2686"/>
                  </a:moveTo>
                  <a:lnTo>
                    <a:pt x="16152" y="3762"/>
                  </a:lnTo>
                  <a:lnTo>
                    <a:pt x="12930" y="3762"/>
                  </a:lnTo>
                  <a:lnTo>
                    <a:pt x="12930" y="2686"/>
                  </a:lnTo>
                  <a:close/>
                  <a:moveTo>
                    <a:pt x="3261" y="4835"/>
                  </a:moveTo>
                  <a:lnTo>
                    <a:pt x="3261" y="5911"/>
                  </a:lnTo>
                  <a:lnTo>
                    <a:pt x="2185" y="5911"/>
                  </a:lnTo>
                  <a:lnTo>
                    <a:pt x="2185" y="4835"/>
                  </a:lnTo>
                  <a:close/>
                  <a:moveTo>
                    <a:pt x="7556" y="4835"/>
                  </a:moveTo>
                  <a:lnTo>
                    <a:pt x="7556" y="5911"/>
                  </a:lnTo>
                  <a:lnTo>
                    <a:pt x="4331" y="5911"/>
                  </a:lnTo>
                  <a:lnTo>
                    <a:pt x="4331" y="4835"/>
                  </a:lnTo>
                  <a:close/>
                  <a:moveTo>
                    <a:pt x="9705" y="4835"/>
                  </a:moveTo>
                  <a:lnTo>
                    <a:pt x="9705" y="5911"/>
                  </a:lnTo>
                  <a:lnTo>
                    <a:pt x="8629" y="5911"/>
                  </a:lnTo>
                  <a:lnTo>
                    <a:pt x="8629" y="4835"/>
                  </a:lnTo>
                  <a:close/>
                  <a:moveTo>
                    <a:pt x="16148" y="4835"/>
                  </a:moveTo>
                  <a:lnTo>
                    <a:pt x="16148" y="5911"/>
                  </a:lnTo>
                  <a:lnTo>
                    <a:pt x="10778" y="5911"/>
                  </a:lnTo>
                  <a:lnTo>
                    <a:pt x="10778" y="4835"/>
                  </a:lnTo>
                  <a:close/>
                  <a:moveTo>
                    <a:pt x="3261" y="6980"/>
                  </a:moveTo>
                  <a:lnTo>
                    <a:pt x="3261" y="8057"/>
                  </a:lnTo>
                  <a:lnTo>
                    <a:pt x="2185" y="8057"/>
                  </a:lnTo>
                  <a:lnTo>
                    <a:pt x="2185" y="6980"/>
                  </a:lnTo>
                  <a:close/>
                  <a:moveTo>
                    <a:pt x="11854" y="6980"/>
                  </a:moveTo>
                  <a:lnTo>
                    <a:pt x="11854" y="8057"/>
                  </a:lnTo>
                  <a:lnTo>
                    <a:pt x="4331" y="8057"/>
                  </a:lnTo>
                  <a:lnTo>
                    <a:pt x="4331" y="6980"/>
                  </a:lnTo>
                  <a:close/>
                  <a:moveTo>
                    <a:pt x="13999" y="6980"/>
                  </a:moveTo>
                  <a:lnTo>
                    <a:pt x="13999" y="8057"/>
                  </a:lnTo>
                  <a:lnTo>
                    <a:pt x="12923" y="8057"/>
                  </a:lnTo>
                  <a:lnTo>
                    <a:pt x="12923" y="6980"/>
                  </a:lnTo>
                  <a:close/>
                  <a:moveTo>
                    <a:pt x="16148" y="6980"/>
                  </a:moveTo>
                  <a:lnTo>
                    <a:pt x="16148" y="8057"/>
                  </a:lnTo>
                  <a:lnTo>
                    <a:pt x="15072" y="8057"/>
                  </a:lnTo>
                  <a:lnTo>
                    <a:pt x="15072" y="6980"/>
                  </a:lnTo>
                  <a:close/>
                  <a:moveTo>
                    <a:pt x="3261" y="9129"/>
                  </a:moveTo>
                  <a:lnTo>
                    <a:pt x="3261" y="10206"/>
                  </a:lnTo>
                  <a:lnTo>
                    <a:pt x="2185" y="10206"/>
                  </a:lnTo>
                  <a:lnTo>
                    <a:pt x="2185" y="9129"/>
                  </a:lnTo>
                  <a:close/>
                  <a:moveTo>
                    <a:pt x="16148" y="9129"/>
                  </a:moveTo>
                  <a:lnTo>
                    <a:pt x="16148" y="10206"/>
                  </a:lnTo>
                  <a:lnTo>
                    <a:pt x="4331" y="10206"/>
                  </a:lnTo>
                  <a:lnTo>
                    <a:pt x="4331" y="9129"/>
                  </a:lnTo>
                  <a:close/>
                  <a:moveTo>
                    <a:pt x="8629" y="11278"/>
                  </a:moveTo>
                  <a:lnTo>
                    <a:pt x="8629" y="12355"/>
                  </a:lnTo>
                  <a:lnTo>
                    <a:pt x="7552" y="12355"/>
                  </a:lnTo>
                  <a:lnTo>
                    <a:pt x="7552" y="11278"/>
                  </a:lnTo>
                  <a:close/>
                  <a:moveTo>
                    <a:pt x="10781" y="11278"/>
                  </a:moveTo>
                  <a:lnTo>
                    <a:pt x="10781" y="12355"/>
                  </a:lnTo>
                  <a:lnTo>
                    <a:pt x="9705" y="12355"/>
                  </a:lnTo>
                  <a:lnTo>
                    <a:pt x="9705" y="11278"/>
                  </a:lnTo>
                  <a:close/>
                  <a:moveTo>
                    <a:pt x="12930" y="11278"/>
                  </a:moveTo>
                  <a:lnTo>
                    <a:pt x="12930" y="12355"/>
                  </a:lnTo>
                  <a:lnTo>
                    <a:pt x="11854" y="12355"/>
                  </a:lnTo>
                  <a:lnTo>
                    <a:pt x="11854" y="11278"/>
                  </a:lnTo>
                  <a:close/>
                  <a:moveTo>
                    <a:pt x="16148" y="11278"/>
                  </a:moveTo>
                  <a:lnTo>
                    <a:pt x="16148" y="12355"/>
                  </a:lnTo>
                  <a:lnTo>
                    <a:pt x="13999" y="12355"/>
                  </a:lnTo>
                  <a:lnTo>
                    <a:pt x="13999" y="11278"/>
                  </a:lnTo>
                  <a:close/>
                  <a:moveTo>
                    <a:pt x="1" y="1"/>
                  </a:moveTo>
                  <a:lnTo>
                    <a:pt x="1" y="15075"/>
                  </a:lnTo>
                  <a:lnTo>
                    <a:pt x="18333" y="15075"/>
                  </a:lnTo>
                  <a:lnTo>
                    <a:pt x="18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3" name="Google Shape;643;p41"/>
          <p:cNvGrpSpPr/>
          <p:nvPr/>
        </p:nvGrpSpPr>
        <p:grpSpPr>
          <a:xfrm>
            <a:off x="3744693" y="1792457"/>
            <a:ext cx="500654" cy="500544"/>
            <a:chOff x="719993" y="2099482"/>
            <a:chExt cx="500654" cy="500544"/>
          </a:xfrm>
        </p:grpSpPr>
        <p:sp>
          <p:nvSpPr>
            <p:cNvPr id="644" name="Google Shape;644;p41"/>
            <p:cNvSpPr/>
            <p:nvPr/>
          </p:nvSpPr>
          <p:spPr>
            <a:xfrm>
              <a:off x="719993" y="2099482"/>
              <a:ext cx="500654" cy="500544"/>
            </a:xfrm>
            <a:custGeom>
              <a:avLst/>
              <a:gdLst/>
              <a:ahLst/>
              <a:cxnLst/>
              <a:rect l="l" t="t" r="r" b="b"/>
              <a:pathLst>
                <a:path w="18344" h="18340" extrusionOk="0">
                  <a:moveTo>
                    <a:pt x="9716" y="2178"/>
                  </a:moveTo>
                  <a:cubicBezTo>
                    <a:pt x="13138" y="2439"/>
                    <a:pt x="15908" y="5212"/>
                    <a:pt x="16170" y="8632"/>
                  </a:cubicBezTo>
                  <a:lnTo>
                    <a:pt x="14010" y="8632"/>
                  </a:lnTo>
                  <a:lnTo>
                    <a:pt x="14010" y="9701"/>
                  </a:lnTo>
                  <a:lnTo>
                    <a:pt x="16170" y="9701"/>
                  </a:lnTo>
                  <a:cubicBezTo>
                    <a:pt x="15905" y="13127"/>
                    <a:pt x="13131" y="15897"/>
                    <a:pt x="9712" y="16162"/>
                  </a:cubicBezTo>
                  <a:lnTo>
                    <a:pt x="9712" y="14002"/>
                  </a:lnTo>
                  <a:lnTo>
                    <a:pt x="8636" y="14002"/>
                  </a:lnTo>
                  <a:lnTo>
                    <a:pt x="8636" y="16162"/>
                  </a:lnTo>
                  <a:cubicBezTo>
                    <a:pt x="5216" y="15897"/>
                    <a:pt x="2446" y="13127"/>
                    <a:pt x="2185" y="9708"/>
                  </a:cubicBezTo>
                  <a:lnTo>
                    <a:pt x="4341" y="9708"/>
                  </a:lnTo>
                  <a:lnTo>
                    <a:pt x="4341" y="8632"/>
                  </a:lnTo>
                  <a:lnTo>
                    <a:pt x="2185" y="8632"/>
                  </a:lnTo>
                  <a:cubicBezTo>
                    <a:pt x="2446" y="5212"/>
                    <a:pt x="5216" y="2442"/>
                    <a:pt x="8639" y="2178"/>
                  </a:cubicBezTo>
                  <a:lnTo>
                    <a:pt x="8639" y="4334"/>
                  </a:lnTo>
                  <a:lnTo>
                    <a:pt x="9716" y="4334"/>
                  </a:lnTo>
                  <a:lnTo>
                    <a:pt x="9716" y="2178"/>
                  </a:lnTo>
                  <a:close/>
                  <a:moveTo>
                    <a:pt x="8636" y="1"/>
                  </a:moveTo>
                  <a:lnTo>
                    <a:pt x="8636" y="1102"/>
                  </a:lnTo>
                  <a:cubicBezTo>
                    <a:pt x="4620" y="1366"/>
                    <a:pt x="1374" y="4616"/>
                    <a:pt x="1105" y="8632"/>
                  </a:cubicBezTo>
                  <a:lnTo>
                    <a:pt x="1" y="8632"/>
                  </a:lnTo>
                  <a:lnTo>
                    <a:pt x="1" y="9708"/>
                  </a:lnTo>
                  <a:lnTo>
                    <a:pt x="1105" y="9708"/>
                  </a:lnTo>
                  <a:cubicBezTo>
                    <a:pt x="1370" y="13720"/>
                    <a:pt x="4620" y="16967"/>
                    <a:pt x="8636" y="17235"/>
                  </a:cubicBezTo>
                  <a:lnTo>
                    <a:pt x="8636" y="18339"/>
                  </a:lnTo>
                  <a:lnTo>
                    <a:pt x="9712" y="18339"/>
                  </a:lnTo>
                  <a:lnTo>
                    <a:pt x="9712" y="17235"/>
                  </a:lnTo>
                  <a:cubicBezTo>
                    <a:pt x="13724" y="16970"/>
                    <a:pt x="16971" y="13720"/>
                    <a:pt x="17239" y="9708"/>
                  </a:cubicBezTo>
                  <a:lnTo>
                    <a:pt x="18343" y="9708"/>
                  </a:lnTo>
                  <a:lnTo>
                    <a:pt x="18343" y="8632"/>
                  </a:lnTo>
                  <a:lnTo>
                    <a:pt x="17239" y="8632"/>
                  </a:lnTo>
                  <a:cubicBezTo>
                    <a:pt x="16974" y="4616"/>
                    <a:pt x="13724" y="1370"/>
                    <a:pt x="9712" y="1102"/>
                  </a:cubicBezTo>
                  <a:lnTo>
                    <a:pt x="97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 name="Google Shape;645;p41"/>
            <p:cNvSpPr/>
            <p:nvPr/>
          </p:nvSpPr>
          <p:spPr>
            <a:xfrm>
              <a:off x="720212" y="2099482"/>
              <a:ext cx="88919" cy="88919"/>
            </a:xfrm>
            <a:custGeom>
              <a:avLst/>
              <a:gdLst/>
              <a:ahLst/>
              <a:cxnLst/>
              <a:rect l="l" t="t" r="r" b="b"/>
              <a:pathLst>
                <a:path w="3258" h="3258" extrusionOk="0">
                  <a:moveTo>
                    <a:pt x="0" y="1"/>
                  </a:moveTo>
                  <a:lnTo>
                    <a:pt x="0" y="3258"/>
                  </a:lnTo>
                  <a:lnTo>
                    <a:pt x="1076" y="3258"/>
                  </a:lnTo>
                  <a:lnTo>
                    <a:pt x="1076" y="1077"/>
                  </a:lnTo>
                  <a:lnTo>
                    <a:pt x="3257" y="1077"/>
                  </a:lnTo>
                  <a:lnTo>
                    <a:pt x="325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 name="Google Shape;646;p41"/>
            <p:cNvSpPr/>
            <p:nvPr/>
          </p:nvSpPr>
          <p:spPr>
            <a:xfrm>
              <a:off x="720212" y="2510999"/>
              <a:ext cx="88919" cy="89028"/>
            </a:xfrm>
            <a:custGeom>
              <a:avLst/>
              <a:gdLst/>
              <a:ahLst/>
              <a:cxnLst/>
              <a:rect l="l" t="t" r="r" b="b"/>
              <a:pathLst>
                <a:path w="3258" h="3262" extrusionOk="0">
                  <a:moveTo>
                    <a:pt x="0" y="1"/>
                  </a:moveTo>
                  <a:lnTo>
                    <a:pt x="0" y="3261"/>
                  </a:lnTo>
                  <a:lnTo>
                    <a:pt x="3257" y="3261"/>
                  </a:lnTo>
                  <a:lnTo>
                    <a:pt x="3257" y="2185"/>
                  </a:lnTo>
                  <a:lnTo>
                    <a:pt x="1076" y="2185"/>
                  </a:lnTo>
                  <a:lnTo>
                    <a:pt x="10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 name="Google Shape;647;p41"/>
            <p:cNvSpPr/>
            <p:nvPr/>
          </p:nvSpPr>
          <p:spPr>
            <a:xfrm>
              <a:off x="1132601" y="2099482"/>
              <a:ext cx="88046" cy="88919"/>
            </a:xfrm>
            <a:custGeom>
              <a:avLst/>
              <a:gdLst/>
              <a:ahLst/>
              <a:cxnLst/>
              <a:rect l="l" t="t" r="r" b="b"/>
              <a:pathLst>
                <a:path w="3226" h="3258" extrusionOk="0">
                  <a:moveTo>
                    <a:pt x="0" y="1"/>
                  </a:moveTo>
                  <a:lnTo>
                    <a:pt x="0" y="1077"/>
                  </a:lnTo>
                  <a:lnTo>
                    <a:pt x="2149" y="1077"/>
                  </a:lnTo>
                  <a:lnTo>
                    <a:pt x="2149" y="3258"/>
                  </a:lnTo>
                  <a:lnTo>
                    <a:pt x="3225" y="3258"/>
                  </a:lnTo>
                  <a:lnTo>
                    <a:pt x="32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 name="Google Shape;648;p41"/>
            <p:cNvSpPr/>
            <p:nvPr/>
          </p:nvSpPr>
          <p:spPr>
            <a:xfrm>
              <a:off x="1132601" y="2510999"/>
              <a:ext cx="88046" cy="89028"/>
            </a:xfrm>
            <a:custGeom>
              <a:avLst/>
              <a:gdLst/>
              <a:ahLst/>
              <a:cxnLst/>
              <a:rect l="l" t="t" r="r" b="b"/>
              <a:pathLst>
                <a:path w="3226" h="3262" extrusionOk="0">
                  <a:moveTo>
                    <a:pt x="2149" y="1"/>
                  </a:moveTo>
                  <a:lnTo>
                    <a:pt x="2149" y="2185"/>
                  </a:lnTo>
                  <a:lnTo>
                    <a:pt x="0" y="2185"/>
                  </a:lnTo>
                  <a:lnTo>
                    <a:pt x="0" y="3261"/>
                  </a:lnTo>
                  <a:lnTo>
                    <a:pt x="3225" y="3261"/>
                  </a:lnTo>
                  <a:lnTo>
                    <a:pt x="32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 name="Google Shape;649;p41"/>
            <p:cNvSpPr/>
            <p:nvPr/>
          </p:nvSpPr>
          <p:spPr>
            <a:xfrm>
              <a:off x="867537" y="2247026"/>
              <a:ext cx="205649" cy="205458"/>
            </a:xfrm>
            <a:custGeom>
              <a:avLst/>
              <a:gdLst/>
              <a:ahLst/>
              <a:cxnLst/>
              <a:rect l="l" t="t" r="r" b="b"/>
              <a:pathLst>
                <a:path w="7535" h="7528" extrusionOk="0">
                  <a:moveTo>
                    <a:pt x="4310" y="3226"/>
                  </a:moveTo>
                  <a:lnTo>
                    <a:pt x="4310" y="4302"/>
                  </a:lnTo>
                  <a:lnTo>
                    <a:pt x="3233" y="4302"/>
                  </a:lnTo>
                  <a:lnTo>
                    <a:pt x="3233" y="3226"/>
                  </a:lnTo>
                  <a:close/>
                  <a:moveTo>
                    <a:pt x="2153" y="1"/>
                  </a:moveTo>
                  <a:lnTo>
                    <a:pt x="2153" y="1077"/>
                  </a:lnTo>
                  <a:lnTo>
                    <a:pt x="1077" y="1077"/>
                  </a:lnTo>
                  <a:lnTo>
                    <a:pt x="1077" y="2153"/>
                  </a:lnTo>
                  <a:lnTo>
                    <a:pt x="1" y="2153"/>
                  </a:lnTo>
                  <a:lnTo>
                    <a:pt x="1" y="3229"/>
                  </a:lnTo>
                  <a:lnTo>
                    <a:pt x="1077" y="3229"/>
                  </a:lnTo>
                  <a:lnTo>
                    <a:pt x="1077" y="4306"/>
                  </a:lnTo>
                  <a:lnTo>
                    <a:pt x="1" y="4306"/>
                  </a:lnTo>
                  <a:lnTo>
                    <a:pt x="1" y="5375"/>
                  </a:lnTo>
                  <a:lnTo>
                    <a:pt x="1077" y="5375"/>
                  </a:lnTo>
                  <a:lnTo>
                    <a:pt x="1077" y="6451"/>
                  </a:lnTo>
                  <a:lnTo>
                    <a:pt x="2153" y="6451"/>
                  </a:lnTo>
                  <a:lnTo>
                    <a:pt x="2153" y="7527"/>
                  </a:lnTo>
                  <a:lnTo>
                    <a:pt x="3230" y="7527"/>
                  </a:lnTo>
                  <a:lnTo>
                    <a:pt x="3230" y="6451"/>
                  </a:lnTo>
                  <a:lnTo>
                    <a:pt x="4306" y="6451"/>
                  </a:lnTo>
                  <a:lnTo>
                    <a:pt x="4306" y="7527"/>
                  </a:lnTo>
                  <a:lnTo>
                    <a:pt x="5382" y="7527"/>
                  </a:lnTo>
                  <a:lnTo>
                    <a:pt x="5382" y="6451"/>
                  </a:lnTo>
                  <a:lnTo>
                    <a:pt x="6459" y="6451"/>
                  </a:lnTo>
                  <a:lnTo>
                    <a:pt x="6459" y="5375"/>
                  </a:lnTo>
                  <a:lnTo>
                    <a:pt x="7535" y="5375"/>
                  </a:lnTo>
                  <a:lnTo>
                    <a:pt x="7535" y="4299"/>
                  </a:lnTo>
                  <a:lnTo>
                    <a:pt x="6459" y="4299"/>
                  </a:lnTo>
                  <a:lnTo>
                    <a:pt x="6459" y="3222"/>
                  </a:lnTo>
                  <a:lnTo>
                    <a:pt x="7535" y="3222"/>
                  </a:lnTo>
                  <a:lnTo>
                    <a:pt x="7535" y="2153"/>
                  </a:lnTo>
                  <a:lnTo>
                    <a:pt x="6459" y="2153"/>
                  </a:lnTo>
                  <a:lnTo>
                    <a:pt x="6459" y="1077"/>
                  </a:lnTo>
                  <a:lnTo>
                    <a:pt x="5382" y="1077"/>
                  </a:lnTo>
                  <a:lnTo>
                    <a:pt x="5382" y="1"/>
                  </a:lnTo>
                  <a:lnTo>
                    <a:pt x="4306" y="1"/>
                  </a:lnTo>
                  <a:lnTo>
                    <a:pt x="4306" y="1077"/>
                  </a:lnTo>
                  <a:lnTo>
                    <a:pt x="3230" y="1077"/>
                  </a:lnTo>
                  <a:lnTo>
                    <a:pt x="323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0" name="Google Shape;650;p41"/>
          <p:cNvSpPr/>
          <p:nvPr/>
        </p:nvSpPr>
        <p:spPr>
          <a:xfrm>
            <a:off x="1090100"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651" name="Google Shape;651;p41"/>
          <p:cNvGrpSpPr/>
          <p:nvPr/>
        </p:nvGrpSpPr>
        <p:grpSpPr>
          <a:xfrm>
            <a:off x="1198081" y="1822748"/>
            <a:ext cx="500435" cy="439955"/>
            <a:chOff x="2304569" y="2129723"/>
            <a:chExt cx="500435" cy="439955"/>
          </a:xfrm>
        </p:grpSpPr>
        <p:sp>
          <p:nvSpPr>
            <p:cNvPr id="652" name="Google Shape;652;p41"/>
            <p:cNvSpPr/>
            <p:nvPr/>
          </p:nvSpPr>
          <p:spPr>
            <a:xfrm>
              <a:off x="2304569" y="2129723"/>
              <a:ext cx="500353" cy="176091"/>
            </a:xfrm>
            <a:custGeom>
              <a:avLst/>
              <a:gdLst/>
              <a:ahLst/>
              <a:cxnLst/>
              <a:rect l="l" t="t" r="r" b="b"/>
              <a:pathLst>
                <a:path w="18333" h="6452" extrusionOk="0">
                  <a:moveTo>
                    <a:pt x="9164" y="1"/>
                  </a:moveTo>
                  <a:lnTo>
                    <a:pt x="0" y="3226"/>
                  </a:lnTo>
                  <a:lnTo>
                    <a:pt x="9164" y="6451"/>
                  </a:lnTo>
                  <a:lnTo>
                    <a:pt x="18332" y="3226"/>
                  </a:lnTo>
                  <a:lnTo>
                    <a:pt x="916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 name="Google Shape;653;p41"/>
            <p:cNvSpPr/>
            <p:nvPr/>
          </p:nvSpPr>
          <p:spPr>
            <a:xfrm>
              <a:off x="2304651" y="2277375"/>
              <a:ext cx="500353" cy="116457"/>
            </a:xfrm>
            <a:custGeom>
              <a:avLst/>
              <a:gdLst/>
              <a:ahLst/>
              <a:cxnLst/>
              <a:rect l="l" t="t" r="r" b="b"/>
              <a:pathLst>
                <a:path w="18333" h="4267" extrusionOk="0">
                  <a:moveTo>
                    <a:pt x="2951" y="0"/>
                  </a:moveTo>
                  <a:lnTo>
                    <a:pt x="1" y="1041"/>
                  </a:lnTo>
                  <a:lnTo>
                    <a:pt x="9165" y="4266"/>
                  </a:lnTo>
                  <a:lnTo>
                    <a:pt x="18333" y="1041"/>
                  </a:lnTo>
                  <a:lnTo>
                    <a:pt x="15383" y="0"/>
                  </a:lnTo>
                  <a:lnTo>
                    <a:pt x="9168" y="2181"/>
                  </a:lnTo>
                  <a:lnTo>
                    <a:pt x="295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 name="Google Shape;654;p41"/>
            <p:cNvSpPr/>
            <p:nvPr/>
          </p:nvSpPr>
          <p:spPr>
            <a:xfrm>
              <a:off x="2304651" y="2365393"/>
              <a:ext cx="500353" cy="116457"/>
            </a:xfrm>
            <a:custGeom>
              <a:avLst/>
              <a:gdLst/>
              <a:ahLst/>
              <a:cxnLst/>
              <a:rect l="l" t="t" r="r" b="b"/>
              <a:pathLst>
                <a:path w="18333" h="4267" extrusionOk="0">
                  <a:moveTo>
                    <a:pt x="2951" y="0"/>
                  </a:moveTo>
                  <a:lnTo>
                    <a:pt x="1" y="1041"/>
                  </a:lnTo>
                  <a:lnTo>
                    <a:pt x="9165" y="4267"/>
                  </a:lnTo>
                  <a:lnTo>
                    <a:pt x="18333" y="1041"/>
                  </a:lnTo>
                  <a:lnTo>
                    <a:pt x="15383" y="0"/>
                  </a:lnTo>
                  <a:lnTo>
                    <a:pt x="9168" y="2178"/>
                  </a:lnTo>
                  <a:lnTo>
                    <a:pt x="295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 name="Google Shape;655;p41"/>
            <p:cNvSpPr/>
            <p:nvPr/>
          </p:nvSpPr>
          <p:spPr>
            <a:xfrm>
              <a:off x="2304651" y="2453221"/>
              <a:ext cx="500353" cy="116457"/>
            </a:xfrm>
            <a:custGeom>
              <a:avLst/>
              <a:gdLst/>
              <a:ahLst/>
              <a:cxnLst/>
              <a:rect l="l" t="t" r="r" b="b"/>
              <a:pathLst>
                <a:path w="18333" h="4267" extrusionOk="0">
                  <a:moveTo>
                    <a:pt x="2951" y="1"/>
                  </a:moveTo>
                  <a:lnTo>
                    <a:pt x="1" y="1041"/>
                  </a:lnTo>
                  <a:lnTo>
                    <a:pt x="9165" y="4267"/>
                  </a:lnTo>
                  <a:lnTo>
                    <a:pt x="18333" y="1041"/>
                  </a:lnTo>
                  <a:lnTo>
                    <a:pt x="15383" y="1"/>
                  </a:lnTo>
                  <a:lnTo>
                    <a:pt x="9168" y="2181"/>
                  </a:lnTo>
                  <a:lnTo>
                    <a:pt x="295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659"/>
        <p:cNvGrpSpPr/>
        <p:nvPr/>
      </p:nvGrpSpPr>
      <p:grpSpPr>
        <a:xfrm>
          <a:off x="0" y="0"/>
          <a:ext cx="0" cy="0"/>
          <a:chOff x="0" y="0"/>
          <a:chExt cx="0" cy="0"/>
        </a:xfrm>
      </p:grpSpPr>
      <p:sp>
        <p:nvSpPr>
          <p:cNvPr id="660" name="Google Shape;660;p42"/>
          <p:cNvSpPr/>
          <p:nvPr/>
        </p:nvSpPr>
        <p:spPr>
          <a:xfrm>
            <a:off x="886950" y="321216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1" name="Google Shape;661;p42"/>
          <p:cNvSpPr/>
          <p:nvPr/>
        </p:nvSpPr>
        <p:spPr>
          <a:xfrm>
            <a:off x="4122950" y="1756738"/>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2" name="Google Shape;662;p42"/>
          <p:cNvSpPr/>
          <p:nvPr/>
        </p:nvSpPr>
        <p:spPr>
          <a:xfrm>
            <a:off x="886950" y="1756738"/>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3" name="Google Shape;663;p42"/>
          <p:cNvSpPr/>
          <p:nvPr/>
        </p:nvSpPr>
        <p:spPr>
          <a:xfrm>
            <a:off x="4122950" y="3218338"/>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4" name="Google Shape;664;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society</a:t>
            </a:r>
          </a:p>
        </p:txBody>
      </p:sp>
      <p:sp>
        <p:nvSpPr>
          <p:cNvPr id="665" name="Google Shape;665;p42"/>
          <p:cNvSpPr txBox="1">
            <a:spLocks noGrp="1"/>
          </p:cNvSpPr>
          <p:nvPr>
            <p:ph type="subTitle" idx="1"/>
          </p:nvPr>
        </p:nvSpPr>
        <p:spPr>
          <a:xfrm>
            <a:off x="1967648" y="20846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very cold</a:t>
            </a:r>
          </a:p>
        </p:txBody>
      </p:sp>
      <p:sp>
        <p:nvSpPr>
          <p:cNvPr id="666" name="Google Shape;666;p42"/>
          <p:cNvSpPr txBox="1">
            <a:spLocks noGrp="1"/>
          </p:cNvSpPr>
          <p:nvPr>
            <p:ph type="subTitle" idx="2"/>
          </p:nvPr>
        </p:nvSpPr>
        <p:spPr>
          <a:xfrm>
            <a:off x="5198152" y="20846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Neptune is the smallest planet</a:t>
            </a:r>
          </a:p>
        </p:txBody>
      </p:sp>
      <p:sp>
        <p:nvSpPr>
          <p:cNvPr id="667" name="Google Shape;667;p42"/>
          <p:cNvSpPr txBox="1">
            <a:spLocks noGrp="1"/>
          </p:cNvSpPr>
          <p:nvPr>
            <p:ph type="subTitle" idx="3"/>
          </p:nvPr>
        </p:nvSpPr>
        <p:spPr>
          <a:xfrm>
            <a:off x="1967648" y="35180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Jupiter is the biggest planet of them all</a:t>
            </a:r>
          </a:p>
        </p:txBody>
      </p:sp>
      <p:sp>
        <p:nvSpPr>
          <p:cNvPr id="668" name="Google Shape;668;p42"/>
          <p:cNvSpPr txBox="1">
            <a:spLocks noGrp="1"/>
          </p:cNvSpPr>
          <p:nvPr>
            <p:ph type="subTitle" idx="4"/>
          </p:nvPr>
        </p:nvSpPr>
        <p:spPr>
          <a:xfrm>
            <a:off x="5198152" y="35180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Saturn is a gas giant and has several rings</a:t>
            </a:r>
          </a:p>
        </p:txBody>
      </p:sp>
      <p:sp>
        <p:nvSpPr>
          <p:cNvPr id="669" name="Google Shape;669;p42"/>
          <p:cNvSpPr txBox="1">
            <a:spLocks noGrp="1"/>
          </p:cNvSpPr>
          <p:nvPr>
            <p:ph type="subTitle" idx="5"/>
          </p:nvPr>
        </p:nvSpPr>
        <p:spPr>
          <a:xfrm>
            <a:off x="1967648" y="177872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Impact</a:t>
            </a:r>
          </a:p>
        </p:txBody>
      </p:sp>
      <p:sp>
        <p:nvSpPr>
          <p:cNvPr id="670" name="Google Shape;670;p42"/>
          <p:cNvSpPr txBox="1">
            <a:spLocks noGrp="1"/>
          </p:cNvSpPr>
          <p:nvPr>
            <p:ph type="subTitle" idx="6"/>
          </p:nvPr>
        </p:nvSpPr>
        <p:spPr>
          <a:xfrm>
            <a:off x="5198150" y="177872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Healthcare</a:t>
            </a:r>
          </a:p>
        </p:txBody>
      </p:sp>
      <p:sp>
        <p:nvSpPr>
          <p:cNvPr id="671" name="Google Shape;671;p42"/>
          <p:cNvSpPr txBox="1">
            <a:spLocks noGrp="1"/>
          </p:cNvSpPr>
          <p:nvPr>
            <p:ph type="subTitle" idx="7"/>
          </p:nvPr>
        </p:nvSpPr>
        <p:spPr>
          <a:xfrm>
            <a:off x="1967648" y="321217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Education</a:t>
            </a:r>
          </a:p>
        </p:txBody>
      </p:sp>
      <p:sp>
        <p:nvSpPr>
          <p:cNvPr id="672" name="Google Shape;672;p42"/>
          <p:cNvSpPr txBox="1">
            <a:spLocks noGrp="1"/>
          </p:cNvSpPr>
          <p:nvPr>
            <p:ph type="subTitle" idx="8"/>
          </p:nvPr>
        </p:nvSpPr>
        <p:spPr>
          <a:xfrm>
            <a:off x="5198150" y="321217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Government</a:t>
            </a:r>
          </a:p>
        </p:txBody>
      </p:sp>
      <p:grpSp>
        <p:nvGrpSpPr>
          <p:cNvPr id="673" name="Google Shape;673;p42"/>
          <p:cNvGrpSpPr/>
          <p:nvPr/>
        </p:nvGrpSpPr>
        <p:grpSpPr>
          <a:xfrm>
            <a:off x="1010107" y="1864779"/>
            <a:ext cx="470086" cy="500326"/>
            <a:chOff x="4663732" y="1480816"/>
            <a:chExt cx="470086" cy="500326"/>
          </a:xfrm>
        </p:grpSpPr>
        <p:sp>
          <p:nvSpPr>
            <p:cNvPr id="674" name="Google Shape;674;p42"/>
            <p:cNvSpPr/>
            <p:nvPr/>
          </p:nvSpPr>
          <p:spPr>
            <a:xfrm>
              <a:off x="5045882" y="1539550"/>
              <a:ext cx="87855" cy="59634"/>
            </a:xfrm>
            <a:custGeom>
              <a:avLst/>
              <a:gdLst/>
              <a:ahLst/>
              <a:cxnLst/>
              <a:rect l="l" t="t" r="r" b="b"/>
              <a:pathLst>
                <a:path w="3219" h="2185" extrusionOk="0">
                  <a:moveTo>
                    <a:pt x="0" y="1"/>
                  </a:moveTo>
                  <a:lnTo>
                    <a:pt x="0" y="2185"/>
                  </a:lnTo>
                  <a:lnTo>
                    <a:pt x="3215" y="2185"/>
                  </a:lnTo>
                  <a:lnTo>
                    <a:pt x="32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 name="Google Shape;675;p42"/>
            <p:cNvSpPr/>
            <p:nvPr/>
          </p:nvSpPr>
          <p:spPr>
            <a:xfrm>
              <a:off x="5050685" y="1833681"/>
              <a:ext cx="79012" cy="120606"/>
            </a:xfrm>
            <a:custGeom>
              <a:avLst/>
              <a:gdLst/>
              <a:ahLst/>
              <a:cxnLst/>
              <a:rect l="l" t="t" r="r" b="b"/>
              <a:pathLst>
                <a:path w="2895" h="4419" extrusionOk="0">
                  <a:moveTo>
                    <a:pt x="1" y="0"/>
                  </a:moveTo>
                  <a:lnTo>
                    <a:pt x="1433" y="4418"/>
                  </a:lnTo>
                  <a:lnTo>
                    <a:pt x="28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 name="Google Shape;676;p42"/>
            <p:cNvSpPr/>
            <p:nvPr/>
          </p:nvSpPr>
          <p:spPr>
            <a:xfrm>
              <a:off x="4899185" y="1862856"/>
              <a:ext cx="29421" cy="29394"/>
            </a:xfrm>
            <a:custGeom>
              <a:avLst/>
              <a:gdLst/>
              <a:ahLst/>
              <a:cxnLst/>
              <a:rect l="l" t="t" r="r" b="b"/>
              <a:pathLst>
                <a:path w="1078" h="1077" extrusionOk="0">
                  <a:moveTo>
                    <a:pt x="541" y="0"/>
                  </a:moveTo>
                  <a:cubicBezTo>
                    <a:pt x="244" y="0"/>
                    <a:pt x="1" y="244"/>
                    <a:pt x="1" y="540"/>
                  </a:cubicBezTo>
                  <a:cubicBezTo>
                    <a:pt x="1" y="837"/>
                    <a:pt x="244" y="1077"/>
                    <a:pt x="541" y="1077"/>
                  </a:cubicBezTo>
                  <a:cubicBezTo>
                    <a:pt x="834" y="1077"/>
                    <a:pt x="1077" y="837"/>
                    <a:pt x="1077" y="540"/>
                  </a:cubicBezTo>
                  <a:cubicBezTo>
                    <a:pt x="1077" y="244"/>
                    <a:pt x="834" y="0"/>
                    <a:pt x="54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 name="Google Shape;677;p42"/>
            <p:cNvSpPr/>
            <p:nvPr/>
          </p:nvSpPr>
          <p:spPr>
            <a:xfrm>
              <a:off x="4663732" y="1480816"/>
              <a:ext cx="352892" cy="500326"/>
            </a:xfrm>
            <a:custGeom>
              <a:avLst/>
              <a:gdLst/>
              <a:ahLst/>
              <a:cxnLst/>
              <a:rect l="l" t="t" r="r" b="b"/>
              <a:pathLst>
                <a:path w="12930" h="18332" extrusionOk="0">
                  <a:moveTo>
                    <a:pt x="9387" y="6038"/>
                  </a:moveTo>
                  <a:lnTo>
                    <a:pt x="10145" y="6796"/>
                  </a:lnTo>
                  <a:lnTo>
                    <a:pt x="9387" y="7555"/>
                  </a:lnTo>
                  <a:lnTo>
                    <a:pt x="10145" y="8314"/>
                  </a:lnTo>
                  <a:lnTo>
                    <a:pt x="9387" y="9072"/>
                  </a:lnTo>
                  <a:lnTo>
                    <a:pt x="8628" y="8314"/>
                  </a:lnTo>
                  <a:lnTo>
                    <a:pt x="7869" y="9072"/>
                  </a:lnTo>
                  <a:lnTo>
                    <a:pt x="7111" y="8314"/>
                  </a:lnTo>
                  <a:lnTo>
                    <a:pt x="7869" y="7555"/>
                  </a:lnTo>
                  <a:lnTo>
                    <a:pt x="7111" y="6796"/>
                  </a:lnTo>
                  <a:lnTo>
                    <a:pt x="7869" y="6038"/>
                  </a:lnTo>
                  <a:lnTo>
                    <a:pt x="8628" y="6796"/>
                  </a:lnTo>
                  <a:lnTo>
                    <a:pt x="9387" y="6038"/>
                  </a:lnTo>
                  <a:close/>
                  <a:moveTo>
                    <a:pt x="5092" y="12488"/>
                  </a:moveTo>
                  <a:lnTo>
                    <a:pt x="5851" y="13247"/>
                  </a:lnTo>
                  <a:lnTo>
                    <a:pt x="5092" y="14006"/>
                  </a:lnTo>
                  <a:lnTo>
                    <a:pt x="5851" y="14764"/>
                  </a:lnTo>
                  <a:lnTo>
                    <a:pt x="5092" y="15523"/>
                  </a:lnTo>
                  <a:lnTo>
                    <a:pt x="4333" y="14764"/>
                  </a:lnTo>
                  <a:lnTo>
                    <a:pt x="3575" y="15523"/>
                  </a:lnTo>
                  <a:lnTo>
                    <a:pt x="2816" y="14764"/>
                  </a:lnTo>
                  <a:lnTo>
                    <a:pt x="3575" y="14006"/>
                  </a:lnTo>
                  <a:lnTo>
                    <a:pt x="2816" y="13247"/>
                  </a:lnTo>
                  <a:lnTo>
                    <a:pt x="3575" y="12488"/>
                  </a:lnTo>
                  <a:lnTo>
                    <a:pt x="4333" y="13247"/>
                  </a:lnTo>
                  <a:lnTo>
                    <a:pt x="5092" y="12488"/>
                  </a:lnTo>
                  <a:close/>
                  <a:moveTo>
                    <a:pt x="3797" y="2904"/>
                  </a:moveTo>
                  <a:lnTo>
                    <a:pt x="5840" y="5628"/>
                  </a:lnTo>
                  <a:lnTo>
                    <a:pt x="4979" y="6271"/>
                  </a:lnTo>
                  <a:lnTo>
                    <a:pt x="4337" y="5410"/>
                  </a:lnTo>
                  <a:lnTo>
                    <a:pt x="4337" y="8808"/>
                  </a:lnTo>
                  <a:lnTo>
                    <a:pt x="9708" y="10957"/>
                  </a:lnTo>
                  <a:lnTo>
                    <a:pt x="9708" y="13028"/>
                  </a:lnTo>
                  <a:cubicBezTo>
                    <a:pt x="10332" y="13250"/>
                    <a:pt x="10784" y="13840"/>
                    <a:pt x="10784" y="14542"/>
                  </a:cubicBezTo>
                  <a:cubicBezTo>
                    <a:pt x="10777" y="15428"/>
                    <a:pt x="10054" y="16151"/>
                    <a:pt x="9168" y="16151"/>
                  </a:cubicBezTo>
                  <a:cubicBezTo>
                    <a:pt x="8279" y="16151"/>
                    <a:pt x="7555" y="15428"/>
                    <a:pt x="7555" y="14542"/>
                  </a:cubicBezTo>
                  <a:cubicBezTo>
                    <a:pt x="7555" y="13840"/>
                    <a:pt x="8007" y="13254"/>
                    <a:pt x="8631" y="13028"/>
                  </a:cubicBezTo>
                  <a:lnTo>
                    <a:pt x="8631" y="11684"/>
                  </a:lnTo>
                  <a:lnTo>
                    <a:pt x="3261" y="9535"/>
                  </a:lnTo>
                  <a:lnTo>
                    <a:pt x="3261" y="5410"/>
                  </a:lnTo>
                  <a:lnTo>
                    <a:pt x="2615" y="6271"/>
                  </a:lnTo>
                  <a:lnTo>
                    <a:pt x="1757" y="5628"/>
                  </a:lnTo>
                  <a:lnTo>
                    <a:pt x="3797" y="2904"/>
                  </a:lnTo>
                  <a:close/>
                  <a:moveTo>
                    <a:pt x="0" y="0"/>
                  </a:moveTo>
                  <a:lnTo>
                    <a:pt x="0" y="18332"/>
                  </a:lnTo>
                  <a:lnTo>
                    <a:pt x="12929" y="18332"/>
                  </a:lnTo>
                  <a:lnTo>
                    <a:pt x="12929" y="4337"/>
                  </a:lnTo>
                  <a:lnTo>
                    <a:pt x="8628" y="4337"/>
                  </a:lnTo>
                  <a:lnTo>
                    <a:pt x="86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 name="Google Shape;678;p42"/>
            <p:cNvSpPr/>
            <p:nvPr/>
          </p:nvSpPr>
          <p:spPr>
            <a:xfrm>
              <a:off x="4928579" y="1489468"/>
              <a:ext cx="79367" cy="80349"/>
            </a:xfrm>
            <a:custGeom>
              <a:avLst/>
              <a:gdLst/>
              <a:ahLst/>
              <a:cxnLst/>
              <a:rect l="l" t="t" r="r" b="b"/>
              <a:pathLst>
                <a:path w="2908" h="2944" extrusionOk="0">
                  <a:moveTo>
                    <a:pt x="0" y="1"/>
                  </a:moveTo>
                  <a:lnTo>
                    <a:pt x="0" y="2944"/>
                  </a:lnTo>
                  <a:lnTo>
                    <a:pt x="2908" y="2944"/>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 name="Google Shape;679;p42"/>
            <p:cNvSpPr/>
            <p:nvPr/>
          </p:nvSpPr>
          <p:spPr>
            <a:xfrm>
              <a:off x="5045882" y="1628359"/>
              <a:ext cx="87936" cy="175982"/>
            </a:xfrm>
            <a:custGeom>
              <a:avLst/>
              <a:gdLst/>
              <a:ahLst/>
              <a:cxnLst/>
              <a:rect l="l" t="t" r="r" b="b"/>
              <a:pathLst>
                <a:path w="3222" h="6448" extrusionOk="0">
                  <a:moveTo>
                    <a:pt x="0" y="0"/>
                  </a:moveTo>
                  <a:lnTo>
                    <a:pt x="0" y="6447"/>
                  </a:lnTo>
                  <a:lnTo>
                    <a:pt x="3222" y="6447"/>
                  </a:lnTo>
                  <a:lnTo>
                    <a:pt x="32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0" name="Google Shape;680;p42"/>
          <p:cNvGrpSpPr/>
          <p:nvPr/>
        </p:nvGrpSpPr>
        <p:grpSpPr>
          <a:xfrm>
            <a:off x="4230931" y="1867817"/>
            <a:ext cx="500435" cy="500435"/>
            <a:chOff x="1512431" y="2099592"/>
            <a:chExt cx="500435" cy="500435"/>
          </a:xfrm>
        </p:grpSpPr>
        <p:sp>
          <p:nvSpPr>
            <p:cNvPr id="681" name="Google Shape;681;p42"/>
            <p:cNvSpPr/>
            <p:nvPr/>
          </p:nvSpPr>
          <p:spPr>
            <a:xfrm>
              <a:off x="1512431" y="2158134"/>
              <a:ext cx="441784" cy="261107"/>
            </a:xfrm>
            <a:custGeom>
              <a:avLst/>
              <a:gdLst/>
              <a:ahLst/>
              <a:cxnLst/>
              <a:rect l="l" t="t" r="r" b="b"/>
              <a:pathLst>
                <a:path w="16187" h="9567" extrusionOk="0">
                  <a:moveTo>
                    <a:pt x="0" y="1"/>
                  </a:moveTo>
                  <a:lnTo>
                    <a:pt x="0" y="1077"/>
                  </a:lnTo>
                  <a:lnTo>
                    <a:pt x="4549" y="1077"/>
                  </a:lnTo>
                  <a:lnTo>
                    <a:pt x="6744" y="4302"/>
                  </a:lnTo>
                  <a:lnTo>
                    <a:pt x="2149" y="4302"/>
                  </a:lnTo>
                  <a:lnTo>
                    <a:pt x="2149" y="8632"/>
                  </a:lnTo>
                  <a:lnTo>
                    <a:pt x="4542" y="8632"/>
                  </a:lnTo>
                  <a:lnTo>
                    <a:pt x="6070" y="6306"/>
                  </a:lnTo>
                  <a:lnTo>
                    <a:pt x="7146" y="9567"/>
                  </a:lnTo>
                  <a:lnTo>
                    <a:pt x="7767" y="8632"/>
                  </a:lnTo>
                  <a:lnTo>
                    <a:pt x="9951" y="8632"/>
                  </a:lnTo>
                  <a:lnTo>
                    <a:pt x="11476" y="6306"/>
                  </a:lnTo>
                  <a:lnTo>
                    <a:pt x="12552" y="9567"/>
                  </a:lnTo>
                  <a:lnTo>
                    <a:pt x="13177" y="8628"/>
                  </a:lnTo>
                  <a:lnTo>
                    <a:pt x="16187" y="8628"/>
                  </a:lnTo>
                  <a:lnTo>
                    <a:pt x="16187" y="4299"/>
                  </a:lnTo>
                  <a:lnTo>
                    <a:pt x="8046" y="4299"/>
                  </a:lnTo>
                  <a:lnTo>
                    <a:pt x="511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 name="Google Shape;682;p42"/>
            <p:cNvSpPr/>
            <p:nvPr/>
          </p:nvSpPr>
          <p:spPr>
            <a:xfrm>
              <a:off x="1570892" y="2397544"/>
              <a:ext cx="383132" cy="143722"/>
            </a:xfrm>
            <a:custGeom>
              <a:avLst/>
              <a:gdLst/>
              <a:ahLst/>
              <a:cxnLst/>
              <a:rect l="l" t="t" r="r" b="b"/>
              <a:pathLst>
                <a:path w="14038" h="5266" extrusionOk="0">
                  <a:moveTo>
                    <a:pt x="3600" y="1"/>
                  </a:moveTo>
                  <a:lnTo>
                    <a:pt x="2979" y="936"/>
                  </a:lnTo>
                  <a:lnTo>
                    <a:pt x="0" y="936"/>
                  </a:lnTo>
                  <a:lnTo>
                    <a:pt x="0" y="5266"/>
                  </a:lnTo>
                  <a:lnTo>
                    <a:pt x="14038" y="5266"/>
                  </a:lnTo>
                  <a:lnTo>
                    <a:pt x="14038" y="936"/>
                  </a:lnTo>
                  <a:lnTo>
                    <a:pt x="11606" y="936"/>
                  </a:lnTo>
                  <a:lnTo>
                    <a:pt x="10085" y="3223"/>
                  </a:lnTo>
                  <a:lnTo>
                    <a:pt x="9009" y="1"/>
                  </a:lnTo>
                  <a:lnTo>
                    <a:pt x="8388" y="936"/>
                  </a:lnTo>
                  <a:lnTo>
                    <a:pt x="6204" y="936"/>
                  </a:lnTo>
                  <a:lnTo>
                    <a:pt x="4676" y="3223"/>
                  </a:lnTo>
                  <a:lnTo>
                    <a:pt x="360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 name="Google Shape;683;p42"/>
            <p:cNvSpPr/>
            <p:nvPr/>
          </p:nvSpPr>
          <p:spPr>
            <a:xfrm>
              <a:off x="1924821" y="2216676"/>
              <a:ext cx="88046" cy="88073"/>
            </a:xfrm>
            <a:custGeom>
              <a:avLst/>
              <a:gdLst/>
              <a:ahLst/>
              <a:cxnLst/>
              <a:rect l="l" t="t" r="r" b="b"/>
              <a:pathLst>
                <a:path w="3226" h="3227" extrusionOk="0">
                  <a:moveTo>
                    <a:pt x="0" y="1"/>
                  </a:moveTo>
                  <a:lnTo>
                    <a:pt x="0" y="1077"/>
                  </a:lnTo>
                  <a:lnTo>
                    <a:pt x="2149" y="1077"/>
                  </a:lnTo>
                  <a:lnTo>
                    <a:pt x="2149" y="3226"/>
                  </a:lnTo>
                  <a:lnTo>
                    <a:pt x="3226" y="3226"/>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 name="Google Shape;684;p42"/>
            <p:cNvSpPr/>
            <p:nvPr/>
          </p:nvSpPr>
          <p:spPr>
            <a:xfrm>
              <a:off x="1924821" y="2510999"/>
              <a:ext cx="88046" cy="89028"/>
            </a:xfrm>
            <a:custGeom>
              <a:avLst/>
              <a:gdLst/>
              <a:ahLst/>
              <a:cxnLst/>
              <a:rect l="l" t="t" r="r" b="b"/>
              <a:pathLst>
                <a:path w="3226" h="3262" extrusionOk="0">
                  <a:moveTo>
                    <a:pt x="2149" y="1"/>
                  </a:moveTo>
                  <a:lnTo>
                    <a:pt x="2149" y="2185"/>
                  </a:lnTo>
                  <a:lnTo>
                    <a:pt x="0" y="2185"/>
                  </a:lnTo>
                  <a:lnTo>
                    <a:pt x="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 name="Google Shape;685;p42"/>
            <p:cNvSpPr/>
            <p:nvPr/>
          </p:nvSpPr>
          <p:spPr>
            <a:xfrm>
              <a:off x="1512431" y="2216676"/>
              <a:ext cx="58679" cy="88073"/>
            </a:xfrm>
            <a:custGeom>
              <a:avLst/>
              <a:gdLst/>
              <a:ahLst/>
              <a:cxnLst/>
              <a:rect l="l" t="t" r="r" b="b"/>
              <a:pathLst>
                <a:path w="2150" h="3227" extrusionOk="0">
                  <a:moveTo>
                    <a:pt x="0" y="1"/>
                  </a:moveTo>
                  <a:lnTo>
                    <a:pt x="0" y="3226"/>
                  </a:lnTo>
                  <a:lnTo>
                    <a:pt x="1077" y="3226"/>
                  </a:lnTo>
                  <a:lnTo>
                    <a:pt x="1077" y="1077"/>
                  </a:lnTo>
                  <a:lnTo>
                    <a:pt x="2149" y="1077"/>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 name="Google Shape;686;p42"/>
            <p:cNvSpPr/>
            <p:nvPr/>
          </p:nvSpPr>
          <p:spPr>
            <a:xfrm>
              <a:off x="1512431" y="2510999"/>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 name="Google Shape;687;p42"/>
            <p:cNvSpPr/>
            <p:nvPr/>
          </p:nvSpPr>
          <p:spPr>
            <a:xfrm>
              <a:off x="1512431"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 name="Google Shape;688;p42"/>
            <p:cNvSpPr/>
            <p:nvPr/>
          </p:nvSpPr>
          <p:spPr>
            <a:xfrm>
              <a:off x="1570974"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 name="Google Shape;689;p42"/>
            <p:cNvSpPr/>
            <p:nvPr/>
          </p:nvSpPr>
          <p:spPr>
            <a:xfrm>
              <a:off x="1629625"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 name="Google Shape;690;p42"/>
            <p:cNvSpPr/>
            <p:nvPr/>
          </p:nvSpPr>
          <p:spPr>
            <a:xfrm>
              <a:off x="1895454"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 name="Google Shape;691;p42"/>
            <p:cNvSpPr/>
            <p:nvPr/>
          </p:nvSpPr>
          <p:spPr>
            <a:xfrm>
              <a:off x="1895454"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 name="Google Shape;692;p42"/>
            <p:cNvSpPr/>
            <p:nvPr/>
          </p:nvSpPr>
          <p:spPr>
            <a:xfrm>
              <a:off x="1954106" y="2099592"/>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 name="Google Shape;693;p42"/>
            <p:cNvSpPr/>
            <p:nvPr/>
          </p:nvSpPr>
          <p:spPr>
            <a:xfrm>
              <a:off x="1954106" y="2158243"/>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 name="Google Shape;694;p42"/>
            <p:cNvSpPr/>
            <p:nvPr/>
          </p:nvSpPr>
          <p:spPr>
            <a:xfrm>
              <a:off x="1512431"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 name="Google Shape;695;p42"/>
            <p:cNvSpPr/>
            <p:nvPr/>
          </p:nvSpPr>
          <p:spPr>
            <a:xfrm>
              <a:off x="1954106"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6" name="Google Shape;696;p42"/>
          <p:cNvGrpSpPr/>
          <p:nvPr/>
        </p:nvGrpSpPr>
        <p:grpSpPr>
          <a:xfrm>
            <a:off x="4230938" y="3326329"/>
            <a:ext cx="500435" cy="500435"/>
            <a:chOff x="4681063" y="2099592"/>
            <a:chExt cx="500435" cy="500435"/>
          </a:xfrm>
        </p:grpSpPr>
        <p:sp>
          <p:nvSpPr>
            <p:cNvPr id="697" name="Google Shape;697;p42"/>
            <p:cNvSpPr/>
            <p:nvPr/>
          </p:nvSpPr>
          <p:spPr>
            <a:xfrm>
              <a:off x="4916625" y="2393696"/>
              <a:ext cx="29394" cy="29421"/>
            </a:xfrm>
            <a:custGeom>
              <a:avLst/>
              <a:gdLst/>
              <a:ahLst/>
              <a:cxnLst/>
              <a:rect l="l" t="t" r="r" b="b"/>
              <a:pathLst>
                <a:path w="1077" h="1078" extrusionOk="0">
                  <a:moveTo>
                    <a:pt x="541" y="1"/>
                  </a:moveTo>
                  <a:cubicBezTo>
                    <a:pt x="244" y="1"/>
                    <a:pt x="1" y="241"/>
                    <a:pt x="1" y="537"/>
                  </a:cubicBezTo>
                  <a:cubicBezTo>
                    <a:pt x="1" y="834"/>
                    <a:pt x="244" y="1077"/>
                    <a:pt x="541" y="1077"/>
                  </a:cubicBezTo>
                  <a:cubicBezTo>
                    <a:pt x="837" y="1077"/>
                    <a:pt x="1077" y="834"/>
                    <a:pt x="1077" y="537"/>
                  </a:cubicBezTo>
                  <a:cubicBezTo>
                    <a:pt x="1077" y="241"/>
                    <a:pt x="837" y="1"/>
                    <a:pt x="5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 name="Google Shape;698;p42"/>
            <p:cNvSpPr/>
            <p:nvPr/>
          </p:nvSpPr>
          <p:spPr>
            <a:xfrm>
              <a:off x="4858082" y="2335044"/>
              <a:ext cx="146588" cy="146615"/>
            </a:xfrm>
            <a:custGeom>
              <a:avLst/>
              <a:gdLst/>
              <a:ahLst/>
              <a:cxnLst/>
              <a:rect l="l" t="t" r="r" b="b"/>
              <a:pathLst>
                <a:path w="5371" h="5372" extrusionOk="0">
                  <a:moveTo>
                    <a:pt x="2686" y="1077"/>
                  </a:moveTo>
                  <a:cubicBezTo>
                    <a:pt x="3571" y="1077"/>
                    <a:pt x="4295" y="1800"/>
                    <a:pt x="4295" y="2686"/>
                  </a:cubicBezTo>
                  <a:cubicBezTo>
                    <a:pt x="4295" y="3572"/>
                    <a:pt x="3571" y="4295"/>
                    <a:pt x="2686" y="4295"/>
                  </a:cubicBezTo>
                  <a:cubicBezTo>
                    <a:pt x="1800" y="4295"/>
                    <a:pt x="1076" y="3572"/>
                    <a:pt x="1076" y="2686"/>
                  </a:cubicBezTo>
                  <a:cubicBezTo>
                    <a:pt x="1076" y="1800"/>
                    <a:pt x="1800" y="1077"/>
                    <a:pt x="2686" y="1077"/>
                  </a:cubicBezTo>
                  <a:close/>
                  <a:moveTo>
                    <a:pt x="2686" y="1"/>
                  </a:moveTo>
                  <a:cubicBezTo>
                    <a:pt x="1203" y="1"/>
                    <a:pt x="0" y="1204"/>
                    <a:pt x="0" y="2686"/>
                  </a:cubicBezTo>
                  <a:cubicBezTo>
                    <a:pt x="0" y="4168"/>
                    <a:pt x="1203" y="5371"/>
                    <a:pt x="2686" y="5371"/>
                  </a:cubicBezTo>
                  <a:cubicBezTo>
                    <a:pt x="4168" y="5371"/>
                    <a:pt x="5371" y="4168"/>
                    <a:pt x="5371" y="2686"/>
                  </a:cubicBezTo>
                  <a:cubicBezTo>
                    <a:pt x="5371" y="1204"/>
                    <a:pt x="4164" y="1"/>
                    <a:pt x="268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 name="Google Shape;699;p42"/>
            <p:cNvSpPr/>
            <p:nvPr/>
          </p:nvSpPr>
          <p:spPr>
            <a:xfrm>
              <a:off x="4681063" y="2158052"/>
              <a:ext cx="500435" cy="412608"/>
            </a:xfrm>
            <a:custGeom>
              <a:avLst/>
              <a:gdLst/>
              <a:ahLst/>
              <a:cxnLst/>
              <a:rect l="l" t="t" r="r" b="b"/>
              <a:pathLst>
                <a:path w="18336" h="15118" extrusionOk="0">
                  <a:moveTo>
                    <a:pt x="9172" y="5413"/>
                  </a:moveTo>
                  <a:cubicBezTo>
                    <a:pt x="11243" y="5413"/>
                    <a:pt x="12930" y="7100"/>
                    <a:pt x="12930" y="9171"/>
                  </a:cubicBezTo>
                  <a:cubicBezTo>
                    <a:pt x="12930" y="11246"/>
                    <a:pt x="11243" y="12929"/>
                    <a:pt x="9172" y="12929"/>
                  </a:cubicBezTo>
                  <a:cubicBezTo>
                    <a:pt x="7097" y="12929"/>
                    <a:pt x="5413" y="11246"/>
                    <a:pt x="5413" y="9171"/>
                  </a:cubicBezTo>
                  <a:cubicBezTo>
                    <a:pt x="5413" y="7100"/>
                    <a:pt x="7097" y="5413"/>
                    <a:pt x="9172" y="5413"/>
                  </a:cubicBezTo>
                  <a:close/>
                  <a:moveTo>
                    <a:pt x="0" y="0"/>
                  </a:moveTo>
                  <a:lnTo>
                    <a:pt x="0" y="1076"/>
                  </a:lnTo>
                  <a:lnTo>
                    <a:pt x="4588" y="1076"/>
                  </a:lnTo>
                  <a:lnTo>
                    <a:pt x="6423" y="3769"/>
                  </a:lnTo>
                  <a:cubicBezTo>
                    <a:pt x="3882" y="4746"/>
                    <a:pt x="1606" y="6966"/>
                    <a:pt x="4" y="9171"/>
                  </a:cubicBezTo>
                  <a:cubicBezTo>
                    <a:pt x="2167" y="12149"/>
                    <a:pt x="5523" y="15117"/>
                    <a:pt x="9172" y="15117"/>
                  </a:cubicBezTo>
                  <a:cubicBezTo>
                    <a:pt x="12820" y="15117"/>
                    <a:pt x="16176" y="12149"/>
                    <a:pt x="18336" y="9171"/>
                  </a:cubicBezTo>
                  <a:cubicBezTo>
                    <a:pt x="16176" y="6200"/>
                    <a:pt x="12820" y="3225"/>
                    <a:pt x="9172" y="3225"/>
                  </a:cubicBezTo>
                  <a:cubicBezTo>
                    <a:pt x="8603" y="3225"/>
                    <a:pt x="8046" y="3303"/>
                    <a:pt x="7499" y="3433"/>
                  </a:cubicBezTo>
                  <a:lnTo>
                    <a:pt x="51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 name="Google Shape;700;p42"/>
            <p:cNvSpPr/>
            <p:nvPr/>
          </p:nvSpPr>
          <p:spPr>
            <a:xfrm>
              <a:off x="5093535" y="2216786"/>
              <a:ext cx="87964" cy="89028"/>
            </a:xfrm>
            <a:custGeom>
              <a:avLst/>
              <a:gdLst/>
              <a:ahLst/>
              <a:cxnLst/>
              <a:rect l="l" t="t" r="r" b="b"/>
              <a:pathLst>
                <a:path w="3223" h="3262" extrusionOk="0">
                  <a:moveTo>
                    <a:pt x="1" y="1"/>
                  </a:moveTo>
                  <a:lnTo>
                    <a:pt x="1" y="1073"/>
                  </a:lnTo>
                  <a:lnTo>
                    <a:pt x="2146" y="1073"/>
                  </a:lnTo>
                  <a:lnTo>
                    <a:pt x="2146" y="3261"/>
                  </a:lnTo>
                  <a:lnTo>
                    <a:pt x="3223" y="3261"/>
                  </a:lnTo>
                  <a:lnTo>
                    <a:pt x="322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 name="Google Shape;701;p42"/>
            <p:cNvSpPr/>
            <p:nvPr/>
          </p:nvSpPr>
          <p:spPr>
            <a:xfrm>
              <a:off x="5093535" y="2510999"/>
              <a:ext cx="87964" cy="89028"/>
            </a:xfrm>
            <a:custGeom>
              <a:avLst/>
              <a:gdLst/>
              <a:ahLst/>
              <a:cxnLst/>
              <a:rect l="l" t="t" r="r" b="b"/>
              <a:pathLst>
                <a:path w="3223" h="3262" extrusionOk="0">
                  <a:moveTo>
                    <a:pt x="2146" y="1"/>
                  </a:moveTo>
                  <a:lnTo>
                    <a:pt x="2146" y="2185"/>
                  </a:lnTo>
                  <a:lnTo>
                    <a:pt x="1" y="2185"/>
                  </a:lnTo>
                  <a:lnTo>
                    <a:pt x="1" y="3261"/>
                  </a:lnTo>
                  <a:lnTo>
                    <a:pt x="3223" y="3261"/>
                  </a:lnTo>
                  <a:lnTo>
                    <a:pt x="322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 name="Google Shape;702;p42"/>
            <p:cNvSpPr/>
            <p:nvPr/>
          </p:nvSpPr>
          <p:spPr>
            <a:xfrm>
              <a:off x="4681063" y="2216676"/>
              <a:ext cx="89001" cy="89137"/>
            </a:xfrm>
            <a:custGeom>
              <a:avLst/>
              <a:gdLst/>
              <a:ahLst/>
              <a:cxnLst/>
              <a:rect l="l" t="t" r="r" b="b"/>
              <a:pathLst>
                <a:path w="3261" h="3266" extrusionOk="0">
                  <a:moveTo>
                    <a:pt x="0" y="1"/>
                  </a:moveTo>
                  <a:lnTo>
                    <a:pt x="0" y="3265"/>
                  </a:lnTo>
                  <a:lnTo>
                    <a:pt x="1077" y="3265"/>
                  </a:lnTo>
                  <a:lnTo>
                    <a:pt x="1077" y="1077"/>
                  </a:lnTo>
                  <a:lnTo>
                    <a:pt x="3261" y="1077"/>
                  </a:lnTo>
                  <a:lnTo>
                    <a:pt x="326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 name="Google Shape;703;p42"/>
            <p:cNvSpPr/>
            <p:nvPr/>
          </p:nvSpPr>
          <p:spPr>
            <a:xfrm>
              <a:off x="4681063" y="2510999"/>
              <a:ext cx="89001" cy="89028"/>
            </a:xfrm>
            <a:custGeom>
              <a:avLst/>
              <a:gdLst/>
              <a:ahLst/>
              <a:cxnLst/>
              <a:rect l="l" t="t" r="r" b="b"/>
              <a:pathLst>
                <a:path w="3261" h="3262" extrusionOk="0">
                  <a:moveTo>
                    <a:pt x="0" y="1"/>
                  </a:moveTo>
                  <a:lnTo>
                    <a:pt x="0" y="3261"/>
                  </a:lnTo>
                  <a:lnTo>
                    <a:pt x="3261" y="3261"/>
                  </a:lnTo>
                  <a:lnTo>
                    <a:pt x="3261"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 name="Google Shape;704;p42"/>
            <p:cNvSpPr/>
            <p:nvPr/>
          </p:nvSpPr>
          <p:spPr>
            <a:xfrm>
              <a:off x="4681063"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 name="Google Shape;705;p42"/>
            <p:cNvSpPr/>
            <p:nvPr/>
          </p:nvSpPr>
          <p:spPr>
            <a:xfrm>
              <a:off x="4739797"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 name="Google Shape;706;p42"/>
            <p:cNvSpPr/>
            <p:nvPr/>
          </p:nvSpPr>
          <p:spPr>
            <a:xfrm>
              <a:off x="4798448"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 name="Google Shape;707;p42"/>
            <p:cNvSpPr/>
            <p:nvPr/>
          </p:nvSpPr>
          <p:spPr>
            <a:xfrm>
              <a:off x="5064277"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 name="Google Shape;708;p42"/>
            <p:cNvSpPr/>
            <p:nvPr/>
          </p:nvSpPr>
          <p:spPr>
            <a:xfrm>
              <a:off x="5064277"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 name="Google Shape;709;p42"/>
            <p:cNvSpPr/>
            <p:nvPr/>
          </p:nvSpPr>
          <p:spPr>
            <a:xfrm>
              <a:off x="5122929" y="2099592"/>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 name="Google Shape;710;p42"/>
            <p:cNvSpPr/>
            <p:nvPr/>
          </p:nvSpPr>
          <p:spPr>
            <a:xfrm>
              <a:off x="5122929" y="2158243"/>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1" name="Google Shape;711;p42"/>
          <p:cNvGrpSpPr/>
          <p:nvPr/>
        </p:nvGrpSpPr>
        <p:grpSpPr>
          <a:xfrm>
            <a:off x="994930" y="3334912"/>
            <a:ext cx="500435" cy="500626"/>
            <a:chOff x="4721893" y="3324424"/>
            <a:chExt cx="500435" cy="500626"/>
          </a:xfrm>
        </p:grpSpPr>
        <p:sp>
          <p:nvSpPr>
            <p:cNvPr id="712" name="Google Shape;712;p42"/>
            <p:cNvSpPr/>
            <p:nvPr/>
          </p:nvSpPr>
          <p:spPr>
            <a:xfrm>
              <a:off x="4986739" y="3397814"/>
              <a:ext cx="29394" cy="59525"/>
            </a:xfrm>
            <a:custGeom>
              <a:avLst/>
              <a:gdLst/>
              <a:ahLst/>
              <a:cxnLst/>
              <a:rect l="l" t="t" r="r" b="b"/>
              <a:pathLst>
                <a:path w="1077" h="2181" extrusionOk="0">
                  <a:moveTo>
                    <a:pt x="1" y="0"/>
                  </a:moveTo>
                  <a:lnTo>
                    <a:pt x="1"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 name="Google Shape;713;p42"/>
            <p:cNvSpPr/>
            <p:nvPr/>
          </p:nvSpPr>
          <p:spPr>
            <a:xfrm>
              <a:off x="5103960" y="3545357"/>
              <a:ext cx="29394" cy="58679"/>
            </a:xfrm>
            <a:custGeom>
              <a:avLst/>
              <a:gdLst/>
              <a:ahLst/>
              <a:cxnLst/>
              <a:rect l="l" t="t" r="r" b="b"/>
              <a:pathLst>
                <a:path w="1077" h="2150" extrusionOk="0">
                  <a:moveTo>
                    <a:pt x="0" y="0"/>
                  </a:moveTo>
                  <a:lnTo>
                    <a:pt x="0" y="2149"/>
                  </a:lnTo>
                  <a:lnTo>
                    <a:pt x="1076" y="2149"/>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 name="Google Shape;714;p42"/>
            <p:cNvSpPr/>
            <p:nvPr/>
          </p:nvSpPr>
          <p:spPr>
            <a:xfrm>
              <a:off x="4810702" y="3397814"/>
              <a:ext cx="29394" cy="59525"/>
            </a:xfrm>
            <a:custGeom>
              <a:avLst/>
              <a:gdLst/>
              <a:ahLst/>
              <a:cxnLst/>
              <a:rect l="l" t="t" r="r" b="b"/>
              <a:pathLst>
                <a:path w="1077" h="2181" extrusionOk="0">
                  <a:moveTo>
                    <a:pt x="0" y="0"/>
                  </a:moveTo>
                  <a:lnTo>
                    <a:pt x="0" y="2181"/>
                  </a:lnTo>
                  <a:lnTo>
                    <a:pt x="1076" y="2181"/>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 name="Google Shape;715;p42"/>
            <p:cNvSpPr/>
            <p:nvPr/>
          </p:nvSpPr>
          <p:spPr>
            <a:xfrm>
              <a:off x="4869436" y="3545357"/>
              <a:ext cx="29394" cy="58679"/>
            </a:xfrm>
            <a:custGeom>
              <a:avLst/>
              <a:gdLst/>
              <a:ahLst/>
              <a:cxnLst/>
              <a:rect l="l" t="t" r="r" b="b"/>
              <a:pathLst>
                <a:path w="1077" h="2150" extrusionOk="0">
                  <a:moveTo>
                    <a:pt x="1" y="0"/>
                  </a:moveTo>
                  <a:lnTo>
                    <a:pt x="1" y="2149"/>
                  </a:lnTo>
                  <a:lnTo>
                    <a:pt x="1077" y="2149"/>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 name="Google Shape;716;p42"/>
            <p:cNvSpPr/>
            <p:nvPr/>
          </p:nvSpPr>
          <p:spPr>
            <a:xfrm>
              <a:off x="4721893" y="3324424"/>
              <a:ext cx="500353" cy="352892"/>
            </a:xfrm>
            <a:custGeom>
              <a:avLst/>
              <a:gdLst/>
              <a:ahLst/>
              <a:cxnLst/>
              <a:rect l="l" t="t" r="r" b="b"/>
              <a:pathLst>
                <a:path w="18333" h="12930" extrusionOk="0">
                  <a:moveTo>
                    <a:pt x="5407" y="1616"/>
                  </a:moveTo>
                  <a:lnTo>
                    <a:pt x="5407" y="5950"/>
                  </a:lnTo>
                  <a:lnTo>
                    <a:pt x="2185" y="5950"/>
                  </a:lnTo>
                  <a:lnTo>
                    <a:pt x="2185" y="1616"/>
                  </a:lnTo>
                  <a:close/>
                  <a:moveTo>
                    <a:pt x="7556" y="1616"/>
                  </a:moveTo>
                  <a:lnTo>
                    <a:pt x="7556" y="5950"/>
                  </a:lnTo>
                  <a:lnTo>
                    <a:pt x="6479" y="5950"/>
                  </a:lnTo>
                  <a:lnTo>
                    <a:pt x="6479" y="1616"/>
                  </a:lnTo>
                  <a:close/>
                  <a:moveTo>
                    <a:pt x="11854" y="1616"/>
                  </a:moveTo>
                  <a:lnTo>
                    <a:pt x="11854" y="5950"/>
                  </a:lnTo>
                  <a:lnTo>
                    <a:pt x="8628" y="5950"/>
                  </a:lnTo>
                  <a:lnTo>
                    <a:pt x="8628" y="1616"/>
                  </a:lnTo>
                  <a:close/>
                  <a:moveTo>
                    <a:pt x="13999" y="1616"/>
                  </a:moveTo>
                  <a:lnTo>
                    <a:pt x="13999" y="5950"/>
                  </a:lnTo>
                  <a:lnTo>
                    <a:pt x="12923" y="5950"/>
                  </a:lnTo>
                  <a:lnTo>
                    <a:pt x="12923" y="1616"/>
                  </a:lnTo>
                  <a:close/>
                  <a:moveTo>
                    <a:pt x="16148" y="1616"/>
                  </a:moveTo>
                  <a:lnTo>
                    <a:pt x="16148" y="5950"/>
                  </a:lnTo>
                  <a:lnTo>
                    <a:pt x="15072" y="5950"/>
                  </a:lnTo>
                  <a:lnTo>
                    <a:pt x="15072" y="1616"/>
                  </a:lnTo>
                  <a:close/>
                  <a:moveTo>
                    <a:pt x="3261" y="7019"/>
                  </a:moveTo>
                  <a:lnTo>
                    <a:pt x="3261" y="11317"/>
                  </a:lnTo>
                  <a:lnTo>
                    <a:pt x="2185" y="11317"/>
                  </a:lnTo>
                  <a:lnTo>
                    <a:pt x="2185" y="7019"/>
                  </a:lnTo>
                  <a:close/>
                  <a:moveTo>
                    <a:pt x="9705" y="7019"/>
                  </a:moveTo>
                  <a:lnTo>
                    <a:pt x="9705" y="11317"/>
                  </a:lnTo>
                  <a:lnTo>
                    <a:pt x="8628" y="11317"/>
                  </a:lnTo>
                  <a:lnTo>
                    <a:pt x="8628" y="7019"/>
                  </a:lnTo>
                  <a:close/>
                  <a:moveTo>
                    <a:pt x="16148" y="7019"/>
                  </a:moveTo>
                  <a:lnTo>
                    <a:pt x="16148" y="11317"/>
                  </a:lnTo>
                  <a:lnTo>
                    <a:pt x="12923" y="11317"/>
                  </a:lnTo>
                  <a:lnTo>
                    <a:pt x="12923" y="7019"/>
                  </a:lnTo>
                  <a:close/>
                  <a:moveTo>
                    <a:pt x="7556" y="7026"/>
                  </a:moveTo>
                  <a:lnTo>
                    <a:pt x="7556" y="11320"/>
                  </a:lnTo>
                  <a:lnTo>
                    <a:pt x="4330" y="11320"/>
                  </a:lnTo>
                  <a:lnTo>
                    <a:pt x="4330" y="7026"/>
                  </a:lnTo>
                  <a:close/>
                  <a:moveTo>
                    <a:pt x="11854" y="7026"/>
                  </a:moveTo>
                  <a:lnTo>
                    <a:pt x="11854" y="11320"/>
                  </a:lnTo>
                  <a:lnTo>
                    <a:pt x="10777" y="11320"/>
                  </a:lnTo>
                  <a:lnTo>
                    <a:pt x="10777" y="7026"/>
                  </a:lnTo>
                  <a:close/>
                  <a:moveTo>
                    <a:pt x="1" y="0"/>
                  </a:moveTo>
                  <a:lnTo>
                    <a:pt x="1" y="12930"/>
                  </a:lnTo>
                  <a:lnTo>
                    <a:pt x="18332" y="12930"/>
                  </a:lnTo>
                  <a:lnTo>
                    <a:pt x="1833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 name="Google Shape;717;p42"/>
            <p:cNvSpPr/>
            <p:nvPr/>
          </p:nvSpPr>
          <p:spPr>
            <a:xfrm>
              <a:off x="4722002" y="3706656"/>
              <a:ext cx="500326" cy="118395"/>
            </a:xfrm>
            <a:custGeom>
              <a:avLst/>
              <a:gdLst/>
              <a:ahLst/>
              <a:cxnLst/>
              <a:rect l="l" t="t" r="r" b="b"/>
              <a:pathLst>
                <a:path w="18332" h="4338" extrusionOk="0">
                  <a:moveTo>
                    <a:pt x="0" y="1"/>
                  </a:moveTo>
                  <a:lnTo>
                    <a:pt x="0" y="2185"/>
                  </a:lnTo>
                  <a:lnTo>
                    <a:pt x="7552" y="2185"/>
                  </a:lnTo>
                  <a:lnTo>
                    <a:pt x="7552" y="3261"/>
                  </a:lnTo>
                  <a:lnTo>
                    <a:pt x="5403" y="3261"/>
                  </a:lnTo>
                  <a:lnTo>
                    <a:pt x="5403" y="4338"/>
                  </a:lnTo>
                  <a:lnTo>
                    <a:pt x="12926" y="4338"/>
                  </a:lnTo>
                  <a:lnTo>
                    <a:pt x="12926" y="3261"/>
                  </a:lnTo>
                  <a:lnTo>
                    <a:pt x="10777" y="3261"/>
                  </a:lnTo>
                  <a:lnTo>
                    <a:pt x="10777" y="2185"/>
                  </a:lnTo>
                  <a:lnTo>
                    <a:pt x="18332" y="2185"/>
                  </a:lnTo>
                  <a:lnTo>
                    <a:pt x="1833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721"/>
        <p:cNvGrpSpPr/>
        <p:nvPr/>
      </p:nvGrpSpPr>
      <p:grpSpPr>
        <a:xfrm>
          <a:off x="0" y="0"/>
          <a:ext cx="0" cy="0"/>
          <a:chOff x="0" y="0"/>
          <a:chExt cx="0" cy="0"/>
        </a:xfrm>
      </p:grpSpPr>
      <p:pic>
        <p:nvPicPr>
          <p:cNvPr id="722" name="Google Shape;722;p43"/>
          <p:cNvPicPr preferRelativeResize="0"/>
          <p:nvPr/>
        </p:nvPicPr>
        <p:blipFill rotWithShape="1">
          <a:blip r:embed="rId3">
            <a:alphaModFix/>
          </a:blip>
          <a:srcRect l="36181" r="13229" b="22946"/>
          <a:stretch/>
        </p:blipFill>
        <p:spPr>
          <a:xfrm>
            <a:off x="937700" y="1403725"/>
            <a:ext cx="1602600" cy="1602600"/>
          </a:xfrm>
          <a:prstGeom prst="ellipse">
            <a:avLst/>
          </a:prstGeom>
          <a:noFill/>
          <a:ln>
            <a:noFill/>
          </a:ln>
        </p:spPr>
      </p:pic>
      <p:pic>
        <p:nvPicPr>
          <p:cNvPr id="723" name="Google Shape;723;p43"/>
          <p:cNvPicPr preferRelativeResize="0"/>
          <p:nvPr/>
        </p:nvPicPr>
        <p:blipFill rotWithShape="1">
          <a:blip r:embed="rId4">
            <a:alphaModFix/>
          </a:blip>
          <a:srcRect t="19799" b="19799"/>
          <a:stretch/>
        </p:blipFill>
        <p:spPr>
          <a:xfrm>
            <a:off x="6031150" y="1403700"/>
            <a:ext cx="1602600" cy="1602600"/>
          </a:xfrm>
          <a:prstGeom prst="ellipse">
            <a:avLst/>
          </a:prstGeom>
          <a:noFill/>
          <a:ln>
            <a:noFill/>
          </a:ln>
        </p:spPr>
      </p:pic>
      <p:pic>
        <p:nvPicPr>
          <p:cNvPr id="724" name="Google Shape;724;p43"/>
          <p:cNvPicPr preferRelativeResize="0"/>
          <p:nvPr/>
        </p:nvPicPr>
        <p:blipFill rotWithShape="1">
          <a:blip r:embed="rId5">
            <a:alphaModFix/>
          </a:blip>
          <a:srcRect l="2597" r="2606"/>
          <a:stretch/>
        </p:blipFill>
        <p:spPr>
          <a:xfrm>
            <a:off x="3484425" y="1403700"/>
            <a:ext cx="1602600" cy="1602600"/>
          </a:xfrm>
          <a:prstGeom prst="ellipse">
            <a:avLst/>
          </a:prstGeom>
          <a:noFill/>
          <a:ln>
            <a:noFill/>
          </a:ln>
        </p:spPr>
      </p:pic>
      <p:sp>
        <p:nvSpPr>
          <p:cNvPr id="725" name="Google Shape;725;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Examples</a:t>
            </a:r>
          </a:p>
        </p:txBody>
      </p:sp>
      <p:sp>
        <p:nvSpPr>
          <p:cNvPr id="726" name="Google Shape;726;p43"/>
          <p:cNvSpPr txBox="1">
            <a:spLocks noGrp="1"/>
          </p:cNvSpPr>
          <p:nvPr>
            <p:ph type="subTitle" idx="1"/>
          </p:nvPr>
        </p:nvSpPr>
        <p:spPr>
          <a:xfrm>
            <a:off x="937700" y="3701348"/>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one of them all</a:t>
            </a:r>
          </a:p>
        </p:txBody>
      </p:sp>
      <p:sp>
        <p:nvSpPr>
          <p:cNvPr id="727" name="Google Shape;727;p43"/>
          <p:cNvSpPr txBox="1">
            <a:spLocks noGrp="1"/>
          </p:cNvSpPr>
          <p:nvPr>
            <p:ph type="subTitle" idx="2"/>
          </p:nvPr>
        </p:nvSpPr>
        <p:spPr>
          <a:xfrm>
            <a:off x="3484425" y="3701348"/>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a:t>
            </a:r>
          </a:p>
        </p:txBody>
      </p:sp>
      <p:sp>
        <p:nvSpPr>
          <p:cNvPr id="728" name="Google Shape;728;p43"/>
          <p:cNvSpPr txBox="1">
            <a:spLocks noGrp="1"/>
          </p:cNvSpPr>
          <p:nvPr>
            <p:ph type="subTitle" idx="3"/>
          </p:nvPr>
        </p:nvSpPr>
        <p:spPr>
          <a:xfrm>
            <a:off x="6031150" y="3701348"/>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actually a cold place. It’s full of iron oxide dust</a:t>
            </a:r>
          </a:p>
        </p:txBody>
      </p:sp>
      <p:sp>
        <p:nvSpPr>
          <p:cNvPr id="729" name="Google Shape;729;p43"/>
          <p:cNvSpPr txBox="1">
            <a:spLocks noGrp="1"/>
          </p:cNvSpPr>
          <p:nvPr>
            <p:ph type="subTitle" idx="4"/>
          </p:nvPr>
        </p:nvSpPr>
        <p:spPr>
          <a:xfrm>
            <a:off x="937700" y="3390800"/>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Business</a:t>
            </a:r>
          </a:p>
        </p:txBody>
      </p:sp>
      <p:sp>
        <p:nvSpPr>
          <p:cNvPr id="730" name="Google Shape;730;p43"/>
          <p:cNvSpPr txBox="1">
            <a:spLocks noGrp="1"/>
          </p:cNvSpPr>
          <p:nvPr>
            <p:ph type="subTitle" idx="5"/>
          </p:nvPr>
        </p:nvSpPr>
        <p:spPr>
          <a:xfrm>
            <a:off x="3484422" y="3390800"/>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Entertainment</a:t>
            </a:r>
          </a:p>
        </p:txBody>
      </p:sp>
      <p:sp>
        <p:nvSpPr>
          <p:cNvPr id="731" name="Google Shape;731;p43"/>
          <p:cNvSpPr txBox="1">
            <a:spLocks noGrp="1"/>
          </p:cNvSpPr>
          <p:nvPr>
            <p:ph type="subTitle" idx="6"/>
          </p:nvPr>
        </p:nvSpPr>
        <p:spPr>
          <a:xfrm>
            <a:off x="6031150" y="3390800"/>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Social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735"/>
        <p:cNvGrpSpPr/>
        <p:nvPr/>
      </p:nvGrpSpPr>
      <p:grpSpPr>
        <a:xfrm>
          <a:off x="0" y="0"/>
          <a:ext cx="0" cy="0"/>
          <a:chOff x="0" y="0"/>
          <a:chExt cx="0" cy="0"/>
        </a:xfrm>
      </p:grpSpPr>
      <p:sp>
        <p:nvSpPr>
          <p:cNvPr id="736" name="Google Shape;736;p44"/>
          <p:cNvSpPr txBox="1">
            <a:spLocks noGrp="1"/>
          </p:cNvSpPr>
          <p:nvPr>
            <p:ph type="subTitle" idx="2"/>
          </p:nvPr>
        </p:nvSpPr>
        <p:spPr>
          <a:xfrm>
            <a:off x="3578947" y="21169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is the second planet from the Sun</a:t>
            </a:r>
          </a:p>
        </p:txBody>
      </p:sp>
      <p:sp>
        <p:nvSpPr>
          <p:cNvPr id="737" name="Google Shape;737;p44"/>
          <p:cNvSpPr txBox="1">
            <a:spLocks noGrp="1"/>
          </p:cNvSpPr>
          <p:nvPr>
            <p:ph type="subTitle" idx="5"/>
          </p:nvPr>
        </p:nvSpPr>
        <p:spPr>
          <a:xfrm>
            <a:off x="6183000" y="21169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Neptune is the farthest planet from the Sun</a:t>
            </a:r>
          </a:p>
        </p:txBody>
      </p:sp>
      <p:sp>
        <p:nvSpPr>
          <p:cNvPr id="738" name="Google Shape;738;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business</a:t>
            </a:r>
          </a:p>
        </p:txBody>
      </p:sp>
      <p:sp>
        <p:nvSpPr>
          <p:cNvPr id="739" name="Google Shape;739;p44"/>
          <p:cNvSpPr txBox="1">
            <a:spLocks noGrp="1"/>
          </p:cNvSpPr>
          <p:nvPr>
            <p:ph type="subTitle" idx="1"/>
          </p:nvPr>
        </p:nvSpPr>
        <p:spPr>
          <a:xfrm>
            <a:off x="974900" y="21169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very cold</a:t>
            </a:r>
          </a:p>
        </p:txBody>
      </p:sp>
      <p:sp>
        <p:nvSpPr>
          <p:cNvPr id="740" name="Google Shape;740;p44"/>
          <p:cNvSpPr txBox="1">
            <a:spLocks noGrp="1"/>
          </p:cNvSpPr>
          <p:nvPr>
            <p:ph type="subTitle" idx="3"/>
          </p:nvPr>
        </p:nvSpPr>
        <p:spPr>
          <a:xfrm>
            <a:off x="974900" y="39313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a:t>
            </a:r>
          </a:p>
        </p:txBody>
      </p:sp>
      <p:sp>
        <p:nvSpPr>
          <p:cNvPr id="741" name="Google Shape;741;p44"/>
          <p:cNvSpPr txBox="1">
            <a:spLocks noGrp="1"/>
          </p:cNvSpPr>
          <p:nvPr>
            <p:ph type="subTitle" idx="4"/>
          </p:nvPr>
        </p:nvSpPr>
        <p:spPr>
          <a:xfrm>
            <a:off x="3578950" y="39313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Saturn is a gas giant and has several rings</a:t>
            </a:r>
          </a:p>
        </p:txBody>
      </p:sp>
      <p:sp>
        <p:nvSpPr>
          <p:cNvPr id="742" name="Google Shape;742;p44"/>
          <p:cNvSpPr txBox="1">
            <a:spLocks noGrp="1"/>
          </p:cNvSpPr>
          <p:nvPr>
            <p:ph type="subTitle" idx="6"/>
          </p:nvPr>
        </p:nvSpPr>
        <p:spPr>
          <a:xfrm>
            <a:off x="6183000" y="39313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Jupiter is the biggest planet of them all</a:t>
            </a:r>
          </a:p>
        </p:txBody>
      </p:sp>
      <p:sp>
        <p:nvSpPr>
          <p:cNvPr id="743" name="Google Shape;743;p44"/>
          <p:cNvSpPr txBox="1">
            <a:spLocks noGrp="1"/>
          </p:cNvSpPr>
          <p:nvPr>
            <p:ph type="subTitle" idx="7"/>
          </p:nvPr>
        </p:nvSpPr>
        <p:spPr>
          <a:xfrm>
            <a:off x="974900" y="1908247"/>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Applications</a:t>
            </a:r>
          </a:p>
        </p:txBody>
      </p:sp>
      <p:sp>
        <p:nvSpPr>
          <p:cNvPr id="744" name="Google Shape;744;p44"/>
          <p:cNvSpPr txBox="1">
            <a:spLocks noGrp="1"/>
          </p:cNvSpPr>
          <p:nvPr>
            <p:ph type="subTitle" idx="8"/>
          </p:nvPr>
        </p:nvSpPr>
        <p:spPr>
          <a:xfrm>
            <a:off x="3578947" y="1908247"/>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Models</a:t>
            </a:r>
          </a:p>
        </p:txBody>
      </p:sp>
      <p:sp>
        <p:nvSpPr>
          <p:cNvPr id="745" name="Google Shape;745;p44"/>
          <p:cNvSpPr txBox="1">
            <a:spLocks noGrp="1"/>
          </p:cNvSpPr>
          <p:nvPr>
            <p:ph type="subTitle" idx="9"/>
          </p:nvPr>
        </p:nvSpPr>
        <p:spPr>
          <a:xfrm>
            <a:off x="974900" y="3722672"/>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Ethics</a:t>
            </a:r>
          </a:p>
        </p:txBody>
      </p:sp>
      <p:sp>
        <p:nvSpPr>
          <p:cNvPr id="746" name="Google Shape;746;p44"/>
          <p:cNvSpPr txBox="1">
            <a:spLocks noGrp="1"/>
          </p:cNvSpPr>
          <p:nvPr>
            <p:ph type="subTitle" idx="13"/>
          </p:nvPr>
        </p:nvSpPr>
        <p:spPr>
          <a:xfrm>
            <a:off x="3578947" y="3722672"/>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Customer</a:t>
            </a:r>
          </a:p>
        </p:txBody>
      </p:sp>
      <p:sp>
        <p:nvSpPr>
          <p:cNvPr id="747" name="Google Shape;747;p44"/>
          <p:cNvSpPr txBox="1">
            <a:spLocks noGrp="1"/>
          </p:cNvSpPr>
          <p:nvPr>
            <p:ph type="subTitle" idx="14"/>
          </p:nvPr>
        </p:nvSpPr>
        <p:spPr>
          <a:xfrm>
            <a:off x="6183000" y="1908247"/>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Role of data</a:t>
            </a:r>
          </a:p>
        </p:txBody>
      </p:sp>
      <p:sp>
        <p:nvSpPr>
          <p:cNvPr id="748" name="Google Shape;748;p44"/>
          <p:cNvSpPr txBox="1">
            <a:spLocks noGrp="1"/>
          </p:cNvSpPr>
          <p:nvPr>
            <p:ph type="subTitle" idx="15"/>
          </p:nvPr>
        </p:nvSpPr>
        <p:spPr>
          <a:xfrm>
            <a:off x="6183000" y="3722672"/>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Future</a:t>
            </a:r>
          </a:p>
        </p:txBody>
      </p:sp>
      <p:sp>
        <p:nvSpPr>
          <p:cNvPr id="749" name="Google Shape;749;p44"/>
          <p:cNvSpPr/>
          <p:nvPr/>
        </p:nvSpPr>
        <p:spPr>
          <a:xfrm>
            <a:off x="1051100" y="1179288"/>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0" name="Google Shape;750;p44"/>
          <p:cNvSpPr/>
          <p:nvPr/>
        </p:nvSpPr>
        <p:spPr>
          <a:xfrm>
            <a:off x="1051100" y="2960713"/>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1" name="Google Shape;751;p44"/>
          <p:cNvSpPr/>
          <p:nvPr/>
        </p:nvSpPr>
        <p:spPr>
          <a:xfrm>
            <a:off x="3655150" y="1179288"/>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2" name="Google Shape;752;p44"/>
          <p:cNvSpPr/>
          <p:nvPr/>
        </p:nvSpPr>
        <p:spPr>
          <a:xfrm>
            <a:off x="3655150" y="2960713"/>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3" name="Google Shape;753;p44"/>
          <p:cNvSpPr/>
          <p:nvPr/>
        </p:nvSpPr>
        <p:spPr>
          <a:xfrm>
            <a:off x="6259200" y="1179288"/>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4" name="Google Shape;754;p44"/>
          <p:cNvSpPr/>
          <p:nvPr/>
        </p:nvSpPr>
        <p:spPr>
          <a:xfrm>
            <a:off x="6259200" y="2960713"/>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755" name="Google Shape;755;p44"/>
          <p:cNvGrpSpPr/>
          <p:nvPr/>
        </p:nvGrpSpPr>
        <p:grpSpPr>
          <a:xfrm>
            <a:off x="3715126" y="1239285"/>
            <a:ext cx="427545" cy="427522"/>
            <a:chOff x="3077329" y="1480816"/>
            <a:chExt cx="500463" cy="500435"/>
          </a:xfrm>
        </p:grpSpPr>
        <p:sp>
          <p:nvSpPr>
            <p:cNvPr id="756" name="Google Shape;756;p44"/>
            <p:cNvSpPr/>
            <p:nvPr/>
          </p:nvSpPr>
          <p:spPr>
            <a:xfrm>
              <a:off x="3107487" y="1480816"/>
              <a:ext cx="439955" cy="352974"/>
            </a:xfrm>
            <a:custGeom>
              <a:avLst/>
              <a:gdLst/>
              <a:ahLst/>
              <a:cxnLst/>
              <a:rect l="l" t="t" r="r" b="b"/>
              <a:pathLst>
                <a:path w="16120" h="12933" extrusionOk="0">
                  <a:moveTo>
                    <a:pt x="0" y="0"/>
                  </a:moveTo>
                  <a:lnTo>
                    <a:pt x="0" y="3225"/>
                  </a:lnTo>
                  <a:lnTo>
                    <a:pt x="1077" y="3225"/>
                  </a:lnTo>
                  <a:lnTo>
                    <a:pt x="1077" y="6447"/>
                  </a:lnTo>
                  <a:lnTo>
                    <a:pt x="4302" y="6447"/>
                  </a:lnTo>
                  <a:lnTo>
                    <a:pt x="4302" y="9136"/>
                  </a:lnTo>
                  <a:cubicBezTo>
                    <a:pt x="4302" y="11211"/>
                    <a:pt x="5989" y="12933"/>
                    <a:pt x="8060" y="12933"/>
                  </a:cubicBezTo>
                  <a:cubicBezTo>
                    <a:pt x="10138" y="12933"/>
                    <a:pt x="11818" y="11211"/>
                    <a:pt x="11818" y="9136"/>
                  </a:cubicBezTo>
                  <a:lnTo>
                    <a:pt x="11818" y="6447"/>
                  </a:lnTo>
                  <a:lnTo>
                    <a:pt x="15043" y="6447"/>
                  </a:lnTo>
                  <a:lnTo>
                    <a:pt x="15043" y="3225"/>
                  </a:lnTo>
                  <a:lnTo>
                    <a:pt x="16120" y="3225"/>
                  </a:lnTo>
                  <a:lnTo>
                    <a:pt x="16120" y="0"/>
                  </a:lnTo>
                  <a:lnTo>
                    <a:pt x="12894" y="0"/>
                  </a:lnTo>
                  <a:lnTo>
                    <a:pt x="12894" y="3225"/>
                  </a:lnTo>
                  <a:lnTo>
                    <a:pt x="13971" y="3225"/>
                  </a:lnTo>
                  <a:lnTo>
                    <a:pt x="13971" y="5371"/>
                  </a:lnTo>
                  <a:lnTo>
                    <a:pt x="11822" y="5371"/>
                  </a:lnTo>
                  <a:lnTo>
                    <a:pt x="11822" y="2149"/>
                  </a:lnTo>
                  <a:lnTo>
                    <a:pt x="10745" y="2149"/>
                  </a:lnTo>
                  <a:lnTo>
                    <a:pt x="10745" y="9129"/>
                  </a:lnTo>
                  <a:cubicBezTo>
                    <a:pt x="10745" y="10611"/>
                    <a:pt x="9542" y="11853"/>
                    <a:pt x="8060" y="11853"/>
                  </a:cubicBezTo>
                  <a:cubicBezTo>
                    <a:pt x="6578" y="11853"/>
                    <a:pt x="5375" y="10611"/>
                    <a:pt x="5375" y="9129"/>
                  </a:cubicBezTo>
                  <a:lnTo>
                    <a:pt x="5375" y="2149"/>
                  </a:lnTo>
                  <a:lnTo>
                    <a:pt x="4298" y="2149"/>
                  </a:lnTo>
                  <a:lnTo>
                    <a:pt x="4298" y="5371"/>
                  </a:lnTo>
                  <a:lnTo>
                    <a:pt x="2149" y="5371"/>
                  </a:lnTo>
                  <a:lnTo>
                    <a:pt x="2149" y="3225"/>
                  </a:lnTo>
                  <a:lnTo>
                    <a:pt x="3226" y="3225"/>
                  </a:lnTo>
                  <a:lnTo>
                    <a:pt x="32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 name="Google Shape;757;p44"/>
            <p:cNvSpPr/>
            <p:nvPr/>
          </p:nvSpPr>
          <p:spPr>
            <a:xfrm>
              <a:off x="3224790"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 name="Google Shape;758;p44"/>
            <p:cNvSpPr/>
            <p:nvPr/>
          </p:nvSpPr>
          <p:spPr>
            <a:xfrm>
              <a:off x="3400635"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 name="Google Shape;759;p44"/>
            <p:cNvSpPr/>
            <p:nvPr/>
          </p:nvSpPr>
          <p:spPr>
            <a:xfrm>
              <a:off x="3283441" y="1510183"/>
              <a:ext cx="87964" cy="264874"/>
            </a:xfrm>
            <a:custGeom>
              <a:avLst/>
              <a:gdLst/>
              <a:ahLst/>
              <a:cxnLst/>
              <a:rect l="l" t="t" r="r" b="b"/>
              <a:pathLst>
                <a:path w="3223" h="9705" extrusionOk="0">
                  <a:moveTo>
                    <a:pt x="0" y="0"/>
                  </a:moveTo>
                  <a:lnTo>
                    <a:pt x="0" y="3222"/>
                  </a:lnTo>
                  <a:lnTo>
                    <a:pt x="1077" y="3222"/>
                  </a:lnTo>
                  <a:lnTo>
                    <a:pt x="1077" y="6447"/>
                  </a:lnTo>
                  <a:lnTo>
                    <a:pt x="0" y="6447"/>
                  </a:lnTo>
                  <a:lnTo>
                    <a:pt x="0" y="8060"/>
                  </a:lnTo>
                  <a:cubicBezTo>
                    <a:pt x="0" y="8946"/>
                    <a:pt x="724" y="9704"/>
                    <a:pt x="1613" y="9704"/>
                  </a:cubicBezTo>
                  <a:cubicBezTo>
                    <a:pt x="2502" y="9704"/>
                    <a:pt x="3222" y="8946"/>
                    <a:pt x="3222" y="8060"/>
                  </a:cubicBezTo>
                  <a:lnTo>
                    <a:pt x="3222" y="6447"/>
                  </a:lnTo>
                  <a:lnTo>
                    <a:pt x="2146" y="6447"/>
                  </a:lnTo>
                  <a:lnTo>
                    <a:pt x="2146" y="3226"/>
                  </a:lnTo>
                  <a:lnTo>
                    <a:pt x="3222" y="3226"/>
                  </a:lnTo>
                  <a:lnTo>
                    <a:pt x="32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 name="Google Shape;760;p44"/>
            <p:cNvSpPr/>
            <p:nvPr/>
          </p:nvSpPr>
          <p:spPr>
            <a:xfrm>
              <a:off x="3077329" y="1686028"/>
              <a:ext cx="500463" cy="295223"/>
            </a:xfrm>
            <a:custGeom>
              <a:avLst/>
              <a:gdLst/>
              <a:ahLst/>
              <a:cxnLst/>
              <a:rect l="l" t="t" r="r" b="b"/>
              <a:pathLst>
                <a:path w="18337" h="10817" extrusionOk="0">
                  <a:moveTo>
                    <a:pt x="1" y="1"/>
                  </a:moveTo>
                  <a:lnTo>
                    <a:pt x="1" y="3177"/>
                  </a:lnTo>
                  <a:lnTo>
                    <a:pt x="1875" y="3487"/>
                  </a:lnTo>
                  <a:cubicBezTo>
                    <a:pt x="2055" y="4196"/>
                    <a:pt x="2333" y="4874"/>
                    <a:pt x="2711" y="5506"/>
                  </a:cubicBezTo>
                  <a:lnTo>
                    <a:pt x="1628" y="7026"/>
                  </a:lnTo>
                  <a:lnTo>
                    <a:pt x="3787" y="9190"/>
                  </a:lnTo>
                  <a:lnTo>
                    <a:pt x="5308" y="8103"/>
                  </a:lnTo>
                  <a:cubicBezTo>
                    <a:pt x="5940" y="8484"/>
                    <a:pt x="6614" y="8759"/>
                    <a:pt x="7330" y="8943"/>
                  </a:cubicBezTo>
                  <a:lnTo>
                    <a:pt x="7641" y="10816"/>
                  </a:lnTo>
                  <a:lnTo>
                    <a:pt x="10696" y="10816"/>
                  </a:lnTo>
                  <a:lnTo>
                    <a:pt x="11003" y="8943"/>
                  </a:lnTo>
                  <a:cubicBezTo>
                    <a:pt x="11716" y="8759"/>
                    <a:pt x="12394" y="8484"/>
                    <a:pt x="13025" y="8103"/>
                  </a:cubicBezTo>
                  <a:lnTo>
                    <a:pt x="14546" y="9190"/>
                  </a:lnTo>
                  <a:lnTo>
                    <a:pt x="16709" y="7026"/>
                  </a:lnTo>
                  <a:lnTo>
                    <a:pt x="15623" y="5506"/>
                  </a:lnTo>
                  <a:cubicBezTo>
                    <a:pt x="16004" y="4874"/>
                    <a:pt x="16279" y="4200"/>
                    <a:pt x="16462" y="3487"/>
                  </a:cubicBezTo>
                  <a:lnTo>
                    <a:pt x="18336" y="3177"/>
                  </a:lnTo>
                  <a:lnTo>
                    <a:pt x="18336" y="1"/>
                  </a:lnTo>
                  <a:lnTo>
                    <a:pt x="14003" y="1"/>
                  </a:lnTo>
                  <a:lnTo>
                    <a:pt x="14003" y="1610"/>
                  </a:lnTo>
                  <a:lnTo>
                    <a:pt x="13996" y="1610"/>
                  </a:lnTo>
                  <a:cubicBezTo>
                    <a:pt x="13996" y="4281"/>
                    <a:pt x="11829" y="6479"/>
                    <a:pt x="9161" y="6479"/>
                  </a:cubicBezTo>
                  <a:cubicBezTo>
                    <a:pt x="6494" y="6479"/>
                    <a:pt x="4331" y="4285"/>
                    <a:pt x="4331" y="1610"/>
                  </a:cubicBezTo>
                  <a:lnTo>
                    <a:pt x="43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1" name="Google Shape;761;p44"/>
          <p:cNvGrpSpPr/>
          <p:nvPr/>
        </p:nvGrpSpPr>
        <p:grpSpPr>
          <a:xfrm>
            <a:off x="1111133" y="3056577"/>
            <a:ext cx="427452" cy="375690"/>
            <a:chOff x="7005538" y="1511138"/>
            <a:chExt cx="500353" cy="439764"/>
          </a:xfrm>
        </p:grpSpPr>
        <p:sp>
          <p:nvSpPr>
            <p:cNvPr id="762" name="Google Shape;762;p44"/>
            <p:cNvSpPr/>
            <p:nvPr/>
          </p:nvSpPr>
          <p:spPr>
            <a:xfrm>
              <a:off x="7005538" y="1511138"/>
              <a:ext cx="500353" cy="439764"/>
            </a:xfrm>
            <a:custGeom>
              <a:avLst/>
              <a:gdLst/>
              <a:ahLst/>
              <a:cxnLst/>
              <a:rect l="l" t="t" r="r" b="b"/>
              <a:pathLst>
                <a:path w="18333" h="16113" extrusionOk="0">
                  <a:moveTo>
                    <a:pt x="11318" y="3226"/>
                  </a:moveTo>
                  <a:cubicBezTo>
                    <a:pt x="13978" y="3226"/>
                    <a:pt x="16152" y="5392"/>
                    <a:pt x="16152" y="8060"/>
                  </a:cubicBezTo>
                  <a:cubicBezTo>
                    <a:pt x="16152" y="10724"/>
                    <a:pt x="13982" y="12895"/>
                    <a:pt x="11318" y="12895"/>
                  </a:cubicBezTo>
                  <a:cubicBezTo>
                    <a:pt x="8653" y="12895"/>
                    <a:pt x="6480" y="10724"/>
                    <a:pt x="6480" y="8060"/>
                  </a:cubicBezTo>
                  <a:cubicBezTo>
                    <a:pt x="6480" y="5392"/>
                    <a:pt x="8653" y="3226"/>
                    <a:pt x="11318" y="3226"/>
                  </a:cubicBezTo>
                  <a:close/>
                  <a:moveTo>
                    <a:pt x="1" y="1"/>
                  </a:moveTo>
                  <a:lnTo>
                    <a:pt x="1" y="3226"/>
                  </a:lnTo>
                  <a:lnTo>
                    <a:pt x="1077" y="3226"/>
                  </a:lnTo>
                  <a:lnTo>
                    <a:pt x="1077" y="5371"/>
                  </a:lnTo>
                  <a:lnTo>
                    <a:pt x="4302" y="5371"/>
                  </a:lnTo>
                  <a:lnTo>
                    <a:pt x="4302" y="7520"/>
                  </a:lnTo>
                  <a:lnTo>
                    <a:pt x="3226" y="7520"/>
                  </a:lnTo>
                  <a:lnTo>
                    <a:pt x="3226" y="6444"/>
                  </a:lnTo>
                  <a:lnTo>
                    <a:pt x="1" y="6444"/>
                  </a:lnTo>
                  <a:lnTo>
                    <a:pt x="1" y="9669"/>
                  </a:lnTo>
                  <a:lnTo>
                    <a:pt x="3226" y="9669"/>
                  </a:lnTo>
                  <a:lnTo>
                    <a:pt x="3226" y="8593"/>
                  </a:lnTo>
                  <a:lnTo>
                    <a:pt x="4302" y="8593"/>
                  </a:lnTo>
                  <a:lnTo>
                    <a:pt x="4302" y="10742"/>
                  </a:lnTo>
                  <a:lnTo>
                    <a:pt x="1077" y="10742"/>
                  </a:lnTo>
                  <a:lnTo>
                    <a:pt x="1077" y="12887"/>
                  </a:lnTo>
                  <a:lnTo>
                    <a:pt x="1" y="12887"/>
                  </a:lnTo>
                  <a:lnTo>
                    <a:pt x="1" y="16113"/>
                  </a:lnTo>
                  <a:lnTo>
                    <a:pt x="3226" y="16113"/>
                  </a:lnTo>
                  <a:lnTo>
                    <a:pt x="3226" y="12887"/>
                  </a:lnTo>
                  <a:lnTo>
                    <a:pt x="2150" y="12887"/>
                  </a:lnTo>
                  <a:lnTo>
                    <a:pt x="2150" y="11811"/>
                  </a:lnTo>
                  <a:lnTo>
                    <a:pt x="4299" y="11811"/>
                  </a:lnTo>
                  <a:lnTo>
                    <a:pt x="4299" y="15036"/>
                  </a:lnTo>
                  <a:lnTo>
                    <a:pt x="18333" y="15036"/>
                  </a:lnTo>
                  <a:lnTo>
                    <a:pt x="18333" y="1073"/>
                  </a:lnTo>
                  <a:lnTo>
                    <a:pt x="4299" y="1073"/>
                  </a:lnTo>
                  <a:lnTo>
                    <a:pt x="4299" y="4295"/>
                  </a:lnTo>
                  <a:lnTo>
                    <a:pt x="2150" y="4295"/>
                  </a:lnTo>
                  <a:lnTo>
                    <a:pt x="2150" y="3226"/>
                  </a:lnTo>
                  <a:lnTo>
                    <a:pt x="3226" y="3226"/>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 name="Google Shape;763;p44"/>
            <p:cNvSpPr/>
            <p:nvPr/>
          </p:nvSpPr>
          <p:spPr>
            <a:xfrm>
              <a:off x="7211842" y="1628550"/>
              <a:ext cx="205158" cy="205158"/>
            </a:xfrm>
            <a:custGeom>
              <a:avLst/>
              <a:gdLst/>
              <a:ahLst/>
              <a:cxnLst/>
              <a:rect l="l" t="t" r="r" b="b"/>
              <a:pathLst>
                <a:path w="7517" h="7517" extrusionOk="0">
                  <a:moveTo>
                    <a:pt x="4295" y="1069"/>
                  </a:moveTo>
                  <a:lnTo>
                    <a:pt x="4295" y="4295"/>
                  </a:lnTo>
                  <a:lnTo>
                    <a:pt x="3219" y="4295"/>
                  </a:lnTo>
                  <a:lnTo>
                    <a:pt x="3219" y="1069"/>
                  </a:lnTo>
                  <a:close/>
                  <a:moveTo>
                    <a:pt x="5773" y="1980"/>
                  </a:moveTo>
                  <a:cubicBezTo>
                    <a:pt x="6204" y="2470"/>
                    <a:pt x="6444" y="3098"/>
                    <a:pt x="6444" y="3751"/>
                  </a:cubicBezTo>
                  <a:cubicBezTo>
                    <a:pt x="6444" y="5233"/>
                    <a:pt x="5237" y="6437"/>
                    <a:pt x="3759" y="6437"/>
                  </a:cubicBezTo>
                  <a:cubicBezTo>
                    <a:pt x="2273" y="6437"/>
                    <a:pt x="1070" y="5233"/>
                    <a:pt x="1070" y="3751"/>
                  </a:cubicBezTo>
                  <a:cubicBezTo>
                    <a:pt x="1070" y="3098"/>
                    <a:pt x="1310" y="2470"/>
                    <a:pt x="1740" y="1980"/>
                  </a:cubicBezTo>
                  <a:lnTo>
                    <a:pt x="2548" y="2689"/>
                  </a:lnTo>
                  <a:cubicBezTo>
                    <a:pt x="2287" y="2985"/>
                    <a:pt x="2146" y="3359"/>
                    <a:pt x="2146" y="3751"/>
                  </a:cubicBezTo>
                  <a:cubicBezTo>
                    <a:pt x="2146" y="4640"/>
                    <a:pt x="2869" y="5364"/>
                    <a:pt x="3759" y="5364"/>
                  </a:cubicBezTo>
                  <a:cubicBezTo>
                    <a:pt x="4644" y="5364"/>
                    <a:pt x="5368" y="4640"/>
                    <a:pt x="5368" y="3751"/>
                  </a:cubicBezTo>
                  <a:cubicBezTo>
                    <a:pt x="5368" y="3359"/>
                    <a:pt x="5227" y="2982"/>
                    <a:pt x="4965" y="2689"/>
                  </a:cubicBezTo>
                  <a:lnTo>
                    <a:pt x="5773" y="1980"/>
                  </a:lnTo>
                  <a:close/>
                  <a:moveTo>
                    <a:pt x="3759" y="0"/>
                  </a:moveTo>
                  <a:cubicBezTo>
                    <a:pt x="1684" y="0"/>
                    <a:pt x="0" y="1683"/>
                    <a:pt x="0" y="3758"/>
                  </a:cubicBezTo>
                  <a:cubicBezTo>
                    <a:pt x="0" y="5830"/>
                    <a:pt x="1684" y="7516"/>
                    <a:pt x="3759" y="7516"/>
                  </a:cubicBezTo>
                  <a:cubicBezTo>
                    <a:pt x="5830" y="7516"/>
                    <a:pt x="7517" y="5830"/>
                    <a:pt x="7517" y="3758"/>
                  </a:cubicBezTo>
                  <a:cubicBezTo>
                    <a:pt x="7517" y="1683"/>
                    <a:pt x="5830" y="0"/>
                    <a:pt x="37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4" name="Google Shape;764;p44"/>
          <p:cNvGrpSpPr/>
          <p:nvPr/>
        </p:nvGrpSpPr>
        <p:grpSpPr>
          <a:xfrm>
            <a:off x="1111132" y="1249227"/>
            <a:ext cx="427452" cy="427522"/>
            <a:chOff x="7791235" y="1480816"/>
            <a:chExt cx="500353" cy="500435"/>
          </a:xfrm>
        </p:grpSpPr>
        <p:sp>
          <p:nvSpPr>
            <p:cNvPr id="765" name="Google Shape;765;p44"/>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 name="Google Shape;766;p44"/>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 name="Google Shape;767;p44"/>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 name="Google Shape;768;p44"/>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 name="Google Shape;769;p44"/>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 name="Google Shape;770;p44"/>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1" name="Google Shape;771;p44"/>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 name="Google Shape;772;p44"/>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 name="Google Shape;773;p44"/>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 name="Google Shape;774;p44"/>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 name="Google Shape;775;p44"/>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 name="Google Shape;776;p44"/>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 name="Google Shape;777;p44"/>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 name="Google Shape;778;p44"/>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 name="Google Shape;779;p44"/>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 name="Google Shape;780;p44"/>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1" name="Google Shape;781;p44"/>
          <p:cNvGrpSpPr/>
          <p:nvPr/>
        </p:nvGrpSpPr>
        <p:grpSpPr>
          <a:xfrm>
            <a:off x="6420232" y="1249264"/>
            <a:ext cx="225442" cy="427429"/>
            <a:chOff x="7175925" y="2099592"/>
            <a:chExt cx="263891" cy="500326"/>
          </a:xfrm>
        </p:grpSpPr>
        <p:sp>
          <p:nvSpPr>
            <p:cNvPr id="782" name="Google Shape;782;p44"/>
            <p:cNvSpPr/>
            <p:nvPr/>
          </p:nvSpPr>
          <p:spPr>
            <a:xfrm>
              <a:off x="7175925" y="2158243"/>
              <a:ext cx="263891" cy="59525"/>
            </a:xfrm>
            <a:custGeom>
              <a:avLst/>
              <a:gdLst/>
              <a:ahLst/>
              <a:cxnLst/>
              <a:rect l="l" t="t" r="r" b="b"/>
              <a:pathLst>
                <a:path w="9669" h="2181" extrusionOk="0">
                  <a:moveTo>
                    <a:pt x="0" y="0"/>
                  </a:moveTo>
                  <a:lnTo>
                    <a:pt x="0" y="2181"/>
                  </a:lnTo>
                  <a:lnTo>
                    <a:pt x="9669" y="2181"/>
                  </a:lnTo>
                  <a:lnTo>
                    <a:pt x="96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 name="Google Shape;783;p44"/>
            <p:cNvSpPr/>
            <p:nvPr/>
          </p:nvSpPr>
          <p:spPr>
            <a:xfrm>
              <a:off x="7175925" y="2540284"/>
              <a:ext cx="263891" cy="59634"/>
            </a:xfrm>
            <a:custGeom>
              <a:avLst/>
              <a:gdLst/>
              <a:ahLst/>
              <a:cxnLst/>
              <a:rect l="l" t="t" r="r" b="b"/>
              <a:pathLst>
                <a:path w="9669" h="2185" extrusionOk="0">
                  <a:moveTo>
                    <a:pt x="0" y="0"/>
                  </a:moveTo>
                  <a:lnTo>
                    <a:pt x="0" y="2185"/>
                  </a:lnTo>
                  <a:lnTo>
                    <a:pt x="9669" y="2185"/>
                  </a:lnTo>
                  <a:lnTo>
                    <a:pt x="96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 name="Google Shape;784;p44"/>
            <p:cNvSpPr/>
            <p:nvPr/>
          </p:nvSpPr>
          <p:spPr>
            <a:xfrm>
              <a:off x="7175925" y="2247135"/>
              <a:ext cx="263891" cy="263809"/>
            </a:xfrm>
            <a:custGeom>
              <a:avLst/>
              <a:gdLst/>
              <a:ahLst/>
              <a:cxnLst/>
              <a:rect l="l" t="t" r="r" b="b"/>
              <a:pathLst>
                <a:path w="9669" h="9666" extrusionOk="0">
                  <a:moveTo>
                    <a:pt x="7520" y="1073"/>
                  </a:moveTo>
                  <a:lnTo>
                    <a:pt x="7520" y="2149"/>
                  </a:lnTo>
                  <a:lnTo>
                    <a:pt x="2149" y="2149"/>
                  </a:lnTo>
                  <a:lnTo>
                    <a:pt x="2149" y="1073"/>
                  </a:lnTo>
                  <a:close/>
                  <a:moveTo>
                    <a:pt x="7520" y="3222"/>
                  </a:moveTo>
                  <a:lnTo>
                    <a:pt x="7520" y="4298"/>
                  </a:lnTo>
                  <a:lnTo>
                    <a:pt x="2149" y="4298"/>
                  </a:lnTo>
                  <a:lnTo>
                    <a:pt x="2149" y="3222"/>
                  </a:lnTo>
                  <a:close/>
                  <a:moveTo>
                    <a:pt x="7520" y="5371"/>
                  </a:moveTo>
                  <a:lnTo>
                    <a:pt x="7520" y="6447"/>
                  </a:lnTo>
                  <a:lnTo>
                    <a:pt x="2149" y="6447"/>
                  </a:lnTo>
                  <a:lnTo>
                    <a:pt x="2149" y="5371"/>
                  </a:lnTo>
                  <a:close/>
                  <a:moveTo>
                    <a:pt x="7520" y="7516"/>
                  </a:moveTo>
                  <a:lnTo>
                    <a:pt x="7520" y="8592"/>
                  </a:lnTo>
                  <a:lnTo>
                    <a:pt x="2149" y="8592"/>
                  </a:lnTo>
                  <a:lnTo>
                    <a:pt x="2149" y="7516"/>
                  </a:lnTo>
                  <a:close/>
                  <a:moveTo>
                    <a:pt x="0" y="0"/>
                  </a:moveTo>
                  <a:lnTo>
                    <a:pt x="0" y="9665"/>
                  </a:lnTo>
                  <a:lnTo>
                    <a:pt x="9669" y="9665"/>
                  </a:lnTo>
                  <a:lnTo>
                    <a:pt x="96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 name="Google Shape;785;p44"/>
            <p:cNvSpPr/>
            <p:nvPr/>
          </p:nvSpPr>
          <p:spPr>
            <a:xfrm>
              <a:off x="7234577" y="2099592"/>
              <a:ext cx="146588" cy="29394"/>
            </a:xfrm>
            <a:custGeom>
              <a:avLst/>
              <a:gdLst/>
              <a:ahLst/>
              <a:cxnLst/>
              <a:rect l="l" t="t" r="r" b="b"/>
              <a:pathLst>
                <a:path w="5371" h="1077" extrusionOk="0">
                  <a:moveTo>
                    <a:pt x="0" y="0"/>
                  </a:moveTo>
                  <a:lnTo>
                    <a:pt x="0" y="1076"/>
                  </a:lnTo>
                  <a:lnTo>
                    <a:pt x="5371" y="1076"/>
                  </a:lnTo>
                  <a:lnTo>
                    <a:pt x="537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6" name="Google Shape;786;p44"/>
          <p:cNvGrpSpPr/>
          <p:nvPr/>
        </p:nvGrpSpPr>
        <p:grpSpPr>
          <a:xfrm>
            <a:off x="3728465" y="3030655"/>
            <a:ext cx="400872" cy="427545"/>
            <a:chOff x="3136662" y="3324506"/>
            <a:chExt cx="469240" cy="500463"/>
          </a:xfrm>
        </p:grpSpPr>
        <p:sp>
          <p:nvSpPr>
            <p:cNvPr id="787" name="Google Shape;787;p44"/>
            <p:cNvSpPr/>
            <p:nvPr/>
          </p:nvSpPr>
          <p:spPr>
            <a:xfrm>
              <a:off x="3166138" y="3324506"/>
              <a:ext cx="293285" cy="117249"/>
            </a:xfrm>
            <a:custGeom>
              <a:avLst/>
              <a:gdLst/>
              <a:ahLst/>
              <a:cxnLst/>
              <a:rect l="l" t="t" r="r" b="b"/>
              <a:pathLst>
                <a:path w="10746" h="4296" extrusionOk="0">
                  <a:moveTo>
                    <a:pt x="0" y="1"/>
                  </a:moveTo>
                  <a:lnTo>
                    <a:pt x="0" y="1610"/>
                  </a:lnTo>
                  <a:cubicBezTo>
                    <a:pt x="0" y="3092"/>
                    <a:pt x="1204" y="4295"/>
                    <a:pt x="2686" y="4295"/>
                  </a:cubicBezTo>
                  <a:lnTo>
                    <a:pt x="10745" y="4295"/>
                  </a:lnTo>
                  <a:lnTo>
                    <a:pt x="10745" y="2686"/>
                  </a:lnTo>
                  <a:cubicBezTo>
                    <a:pt x="10745" y="1800"/>
                    <a:pt x="10022" y="1077"/>
                    <a:pt x="9136" y="1077"/>
                  </a:cubicBezTo>
                  <a:lnTo>
                    <a:pt x="3762" y="1077"/>
                  </a:lnTo>
                  <a:cubicBezTo>
                    <a:pt x="3466" y="1077"/>
                    <a:pt x="3226" y="834"/>
                    <a:pt x="3226" y="537"/>
                  </a:cubicBez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 name="Google Shape;788;p44"/>
            <p:cNvSpPr/>
            <p:nvPr/>
          </p:nvSpPr>
          <p:spPr>
            <a:xfrm>
              <a:off x="3166138" y="3529746"/>
              <a:ext cx="322570" cy="58679"/>
            </a:xfrm>
            <a:custGeom>
              <a:avLst/>
              <a:gdLst/>
              <a:ahLst/>
              <a:cxnLst/>
              <a:rect l="l" t="t" r="r" b="b"/>
              <a:pathLst>
                <a:path w="11819" h="2150" extrusionOk="0">
                  <a:moveTo>
                    <a:pt x="0" y="1"/>
                  </a:moveTo>
                  <a:lnTo>
                    <a:pt x="0" y="2150"/>
                  </a:lnTo>
                  <a:lnTo>
                    <a:pt x="4298" y="2150"/>
                  </a:lnTo>
                  <a:lnTo>
                    <a:pt x="4298" y="1073"/>
                  </a:lnTo>
                  <a:lnTo>
                    <a:pt x="7520" y="1073"/>
                  </a:lnTo>
                  <a:lnTo>
                    <a:pt x="7520" y="2150"/>
                  </a:lnTo>
                  <a:lnTo>
                    <a:pt x="11818" y="2150"/>
                  </a:lnTo>
                  <a:lnTo>
                    <a:pt x="118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 name="Google Shape;789;p44"/>
            <p:cNvSpPr/>
            <p:nvPr/>
          </p:nvSpPr>
          <p:spPr>
            <a:xfrm>
              <a:off x="3552436" y="3474069"/>
              <a:ext cx="53466" cy="169841"/>
            </a:xfrm>
            <a:custGeom>
              <a:avLst/>
              <a:gdLst/>
              <a:ahLst/>
              <a:cxnLst/>
              <a:rect l="l" t="t" r="r" b="b"/>
              <a:pathLst>
                <a:path w="1959" h="6223" extrusionOk="0">
                  <a:moveTo>
                    <a:pt x="822" y="1"/>
                  </a:moveTo>
                  <a:lnTo>
                    <a:pt x="0" y="696"/>
                  </a:lnTo>
                  <a:cubicBezTo>
                    <a:pt x="572" y="1370"/>
                    <a:pt x="882" y="2231"/>
                    <a:pt x="882" y="3113"/>
                  </a:cubicBezTo>
                  <a:cubicBezTo>
                    <a:pt x="882" y="3995"/>
                    <a:pt x="572" y="4853"/>
                    <a:pt x="0" y="5530"/>
                  </a:cubicBezTo>
                  <a:lnTo>
                    <a:pt x="822" y="6222"/>
                  </a:lnTo>
                  <a:cubicBezTo>
                    <a:pt x="1553" y="5354"/>
                    <a:pt x="1959" y="4246"/>
                    <a:pt x="1959" y="3113"/>
                  </a:cubicBezTo>
                  <a:cubicBezTo>
                    <a:pt x="1959" y="1977"/>
                    <a:pt x="1553" y="873"/>
                    <a:pt x="8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 name="Google Shape;790;p44"/>
            <p:cNvSpPr/>
            <p:nvPr/>
          </p:nvSpPr>
          <p:spPr>
            <a:xfrm>
              <a:off x="3512753" y="3524151"/>
              <a:ext cx="34607" cy="69678"/>
            </a:xfrm>
            <a:custGeom>
              <a:avLst/>
              <a:gdLst/>
              <a:ahLst/>
              <a:cxnLst/>
              <a:rect l="l" t="t" r="r" b="b"/>
              <a:pathLst>
                <a:path w="1268" h="2553" extrusionOk="0">
                  <a:moveTo>
                    <a:pt x="942" y="1"/>
                  </a:moveTo>
                  <a:lnTo>
                    <a:pt x="0" y="513"/>
                  </a:lnTo>
                  <a:cubicBezTo>
                    <a:pt x="127" y="752"/>
                    <a:pt x="194" y="1007"/>
                    <a:pt x="194" y="1278"/>
                  </a:cubicBezTo>
                  <a:cubicBezTo>
                    <a:pt x="194" y="1546"/>
                    <a:pt x="127" y="1808"/>
                    <a:pt x="0" y="2040"/>
                  </a:cubicBezTo>
                  <a:lnTo>
                    <a:pt x="942" y="2552"/>
                  </a:lnTo>
                  <a:cubicBezTo>
                    <a:pt x="1154" y="2164"/>
                    <a:pt x="1267" y="1723"/>
                    <a:pt x="1267" y="1275"/>
                  </a:cubicBezTo>
                  <a:cubicBezTo>
                    <a:pt x="1267" y="830"/>
                    <a:pt x="1154" y="389"/>
                    <a:pt x="9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 name="Google Shape;791;p44"/>
            <p:cNvSpPr/>
            <p:nvPr/>
          </p:nvSpPr>
          <p:spPr>
            <a:xfrm>
              <a:off x="3136662" y="3707638"/>
              <a:ext cx="381413" cy="117330"/>
            </a:xfrm>
            <a:custGeom>
              <a:avLst/>
              <a:gdLst/>
              <a:ahLst/>
              <a:cxnLst/>
              <a:rect l="l" t="t" r="r" b="b"/>
              <a:pathLst>
                <a:path w="13975" h="4299" extrusionOk="0">
                  <a:moveTo>
                    <a:pt x="2686" y="0"/>
                  </a:moveTo>
                  <a:cubicBezTo>
                    <a:pt x="1204" y="0"/>
                    <a:pt x="1" y="1207"/>
                    <a:pt x="1" y="2689"/>
                  </a:cubicBezTo>
                  <a:lnTo>
                    <a:pt x="1" y="4298"/>
                  </a:lnTo>
                  <a:lnTo>
                    <a:pt x="13974" y="4298"/>
                  </a:lnTo>
                  <a:lnTo>
                    <a:pt x="13974" y="2689"/>
                  </a:lnTo>
                  <a:cubicBezTo>
                    <a:pt x="13974" y="1207"/>
                    <a:pt x="12771" y="0"/>
                    <a:pt x="11289" y="0"/>
                  </a:cubicBezTo>
                  <a:lnTo>
                    <a:pt x="10357" y="0"/>
                  </a:lnTo>
                  <a:cubicBezTo>
                    <a:pt x="10142" y="152"/>
                    <a:pt x="9916" y="293"/>
                    <a:pt x="9673" y="416"/>
                  </a:cubicBezTo>
                  <a:lnTo>
                    <a:pt x="9673" y="540"/>
                  </a:lnTo>
                  <a:cubicBezTo>
                    <a:pt x="9673" y="2022"/>
                    <a:pt x="8469" y="3225"/>
                    <a:pt x="6987" y="3225"/>
                  </a:cubicBezTo>
                  <a:cubicBezTo>
                    <a:pt x="5505" y="3225"/>
                    <a:pt x="4302" y="2022"/>
                    <a:pt x="4302" y="540"/>
                  </a:cubicBezTo>
                  <a:lnTo>
                    <a:pt x="4302" y="416"/>
                  </a:lnTo>
                  <a:cubicBezTo>
                    <a:pt x="4062" y="293"/>
                    <a:pt x="3836" y="152"/>
                    <a:pt x="36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 name="Google Shape;792;p44"/>
            <p:cNvSpPr/>
            <p:nvPr/>
          </p:nvSpPr>
          <p:spPr>
            <a:xfrm>
              <a:off x="3203120" y="3588398"/>
              <a:ext cx="248498" cy="177920"/>
            </a:xfrm>
            <a:custGeom>
              <a:avLst/>
              <a:gdLst/>
              <a:ahLst/>
              <a:cxnLst/>
              <a:rect l="l" t="t" r="r" b="b"/>
              <a:pathLst>
                <a:path w="9105" h="6519" extrusionOk="0">
                  <a:moveTo>
                    <a:pt x="4013" y="1"/>
                  </a:moveTo>
                  <a:lnTo>
                    <a:pt x="4013" y="1077"/>
                  </a:lnTo>
                  <a:lnTo>
                    <a:pt x="0" y="1077"/>
                  </a:lnTo>
                  <a:cubicBezTo>
                    <a:pt x="484" y="2439"/>
                    <a:pt x="1560" y="3593"/>
                    <a:pt x="2936" y="4080"/>
                  </a:cubicBezTo>
                  <a:lnTo>
                    <a:pt x="2936" y="4909"/>
                  </a:lnTo>
                  <a:cubicBezTo>
                    <a:pt x="2943" y="5795"/>
                    <a:pt x="3667" y="6518"/>
                    <a:pt x="4556" y="6518"/>
                  </a:cubicBezTo>
                  <a:cubicBezTo>
                    <a:pt x="5442" y="6518"/>
                    <a:pt x="6165" y="5795"/>
                    <a:pt x="6165" y="4909"/>
                  </a:cubicBezTo>
                  <a:lnTo>
                    <a:pt x="6165" y="4080"/>
                  </a:lnTo>
                  <a:cubicBezTo>
                    <a:pt x="7541" y="3593"/>
                    <a:pt x="8618" y="2442"/>
                    <a:pt x="9104" y="1077"/>
                  </a:cubicBezTo>
                  <a:lnTo>
                    <a:pt x="5089" y="1077"/>
                  </a:lnTo>
                  <a:lnTo>
                    <a:pt x="50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 name="Google Shape;793;p44"/>
            <p:cNvSpPr/>
            <p:nvPr/>
          </p:nvSpPr>
          <p:spPr>
            <a:xfrm>
              <a:off x="3195505" y="3471094"/>
              <a:ext cx="263918" cy="29394"/>
            </a:xfrm>
            <a:custGeom>
              <a:avLst/>
              <a:gdLst/>
              <a:ahLst/>
              <a:cxnLst/>
              <a:rect l="l" t="t" r="r" b="b"/>
              <a:pathLst>
                <a:path w="9670" h="1077" extrusionOk="0">
                  <a:moveTo>
                    <a:pt x="1" y="1"/>
                  </a:moveTo>
                  <a:lnTo>
                    <a:pt x="1" y="1077"/>
                  </a:lnTo>
                  <a:lnTo>
                    <a:pt x="9669" y="1077"/>
                  </a:lnTo>
                  <a:lnTo>
                    <a:pt x="966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4" name="Google Shape;794;p44"/>
          <p:cNvGrpSpPr/>
          <p:nvPr/>
        </p:nvGrpSpPr>
        <p:grpSpPr>
          <a:xfrm>
            <a:off x="6345051" y="3020738"/>
            <a:ext cx="375784" cy="427452"/>
            <a:chOff x="3151482" y="4027752"/>
            <a:chExt cx="439873" cy="500353"/>
          </a:xfrm>
        </p:grpSpPr>
        <p:sp>
          <p:nvSpPr>
            <p:cNvPr id="795" name="Google Shape;795;p44"/>
            <p:cNvSpPr/>
            <p:nvPr/>
          </p:nvSpPr>
          <p:spPr>
            <a:xfrm>
              <a:off x="3298070" y="4057037"/>
              <a:ext cx="146697" cy="117221"/>
            </a:xfrm>
            <a:custGeom>
              <a:avLst/>
              <a:gdLst/>
              <a:ahLst/>
              <a:cxnLst/>
              <a:rect l="l" t="t" r="r" b="b"/>
              <a:pathLst>
                <a:path w="5375" h="4295" extrusionOk="0">
                  <a:moveTo>
                    <a:pt x="1" y="0"/>
                  </a:moveTo>
                  <a:lnTo>
                    <a:pt x="1" y="4295"/>
                  </a:lnTo>
                  <a:lnTo>
                    <a:pt x="5375" y="4295"/>
                  </a:lnTo>
                  <a:lnTo>
                    <a:pt x="5375" y="0"/>
                  </a:lnTo>
                  <a:lnTo>
                    <a:pt x="4299" y="0"/>
                  </a:lnTo>
                  <a:lnTo>
                    <a:pt x="4299" y="3222"/>
                  </a:lnTo>
                  <a:lnTo>
                    <a:pt x="1073" y="3222"/>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 name="Google Shape;796;p44"/>
            <p:cNvSpPr/>
            <p:nvPr/>
          </p:nvSpPr>
          <p:spPr>
            <a:xfrm>
              <a:off x="3356722" y="4027752"/>
              <a:ext cx="29394" cy="88046"/>
            </a:xfrm>
            <a:custGeom>
              <a:avLst/>
              <a:gdLst/>
              <a:ahLst/>
              <a:cxnLst/>
              <a:rect l="l" t="t" r="r" b="b"/>
              <a:pathLst>
                <a:path w="1077" h="3226" extrusionOk="0">
                  <a:moveTo>
                    <a:pt x="1" y="1"/>
                  </a:moveTo>
                  <a:lnTo>
                    <a:pt x="1" y="3226"/>
                  </a:lnTo>
                  <a:lnTo>
                    <a:pt x="1077" y="3226"/>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 name="Google Shape;797;p44"/>
            <p:cNvSpPr/>
            <p:nvPr/>
          </p:nvSpPr>
          <p:spPr>
            <a:xfrm>
              <a:off x="3210052" y="4348739"/>
              <a:ext cx="58679" cy="144486"/>
            </a:xfrm>
            <a:custGeom>
              <a:avLst/>
              <a:gdLst/>
              <a:ahLst/>
              <a:cxnLst/>
              <a:rect l="l" t="t" r="r" b="b"/>
              <a:pathLst>
                <a:path w="2150" h="5294" extrusionOk="0">
                  <a:moveTo>
                    <a:pt x="0" y="1"/>
                  </a:moveTo>
                  <a:lnTo>
                    <a:pt x="0" y="4218"/>
                  </a:lnTo>
                  <a:lnTo>
                    <a:pt x="2149" y="5294"/>
                  </a:lnTo>
                  <a:lnTo>
                    <a:pt x="2149" y="999"/>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 name="Google Shape;798;p44"/>
            <p:cNvSpPr/>
            <p:nvPr/>
          </p:nvSpPr>
          <p:spPr>
            <a:xfrm>
              <a:off x="3473943" y="4340279"/>
              <a:ext cx="58679" cy="152947"/>
            </a:xfrm>
            <a:custGeom>
              <a:avLst/>
              <a:gdLst/>
              <a:ahLst/>
              <a:cxnLst/>
              <a:rect l="l" t="t" r="r" b="b"/>
              <a:pathLst>
                <a:path w="2150" h="5604" extrusionOk="0">
                  <a:moveTo>
                    <a:pt x="2149" y="0"/>
                  </a:moveTo>
                  <a:lnTo>
                    <a:pt x="0" y="1154"/>
                  </a:lnTo>
                  <a:lnTo>
                    <a:pt x="0" y="5604"/>
                  </a:lnTo>
                  <a:lnTo>
                    <a:pt x="2149" y="4528"/>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 name="Google Shape;799;p44"/>
            <p:cNvSpPr/>
            <p:nvPr/>
          </p:nvSpPr>
          <p:spPr>
            <a:xfrm>
              <a:off x="3415373" y="4262249"/>
              <a:ext cx="29394" cy="29421"/>
            </a:xfrm>
            <a:custGeom>
              <a:avLst/>
              <a:gdLst/>
              <a:ahLst/>
              <a:cxnLst/>
              <a:rect l="l" t="t" r="r" b="b"/>
              <a:pathLst>
                <a:path w="1077" h="1078" extrusionOk="0">
                  <a:moveTo>
                    <a:pt x="537" y="1"/>
                  </a:moveTo>
                  <a:cubicBezTo>
                    <a:pt x="241" y="1"/>
                    <a:pt x="1" y="244"/>
                    <a:pt x="1" y="537"/>
                  </a:cubicBezTo>
                  <a:cubicBezTo>
                    <a:pt x="1" y="834"/>
                    <a:pt x="241" y="1077"/>
                    <a:pt x="537" y="1077"/>
                  </a:cubicBezTo>
                  <a:cubicBezTo>
                    <a:pt x="833" y="1077"/>
                    <a:pt x="1077" y="834"/>
                    <a:pt x="1077" y="537"/>
                  </a:cubicBezTo>
                  <a:cubicBezTo>
                    <a:pt x="1077" y="241"/>
                    <a:pt x="833" y="1"/>
                    <a:pt x="5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 name="Google Shape;800;p44"/>
            <p:cNvSpPr/>
            <p:nvPr/>
          </p:nvSpPr>
          <p:spPr>
            <a:xfrm>
              <a:off x="3298070" y="4262249"/>
              <a:ext cx="29394" cy="29421"/>
            </a:xfrm>
            <a:custGeom>
              <a:avLst/>
              <a:gdLst/>
              <a:ahLst/>
              <a:cxnLst/>
              <a:rect l="l" t="t" r="r" b="b"/>
              <a:pathLst>
                <a:path w="1077" h="1078" extrusionOk="0">
                  <a:moveTo>
                    <a:pt x="541" y="1"/>
                  </a:moveTo>
                  <a:cubicBezTo>
                    <a:pt x="244" y="1"/>
                    <a:pt x="1" y="244"/>
                    <a:pt x="1" y="537"/>
                  </a:cubicBezTo>
                  <a:cubicBezTo>
                    <a:pt x="1" y="834"/>
                    <a:pt x="244" y="1077"/>
                    <a:pt x="541" y="1077"/>
                  </a:cubicBezTo>
                  <a:cubicBezTo>
                    <a:pt x="833" y="1077"/>
                    <a:pt x="1077" y="834"/>
                    <a:pt x="1077" y="537"/>
                  </a:cubicBezTo>
                  <a:cubicBezTo>
                    <a:pt x="1077" y="241"/>
                    <a:pt x="833" y="1"/>
                    <a:pt x="5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 name="Google Shape;801;p44"/>
            <p:cNvSpPr/>
            <p:nvPr/>
          </p:nvSpPr>
          <p:spPr>
            <a:xfrm>
              <a:off x="3210052" y="4091890"/>
              <a:ext cx="322652" cy="436216"/>
            </a:xfrm>
            <a:custGeom>
              <a:avLst/>
              <a:gdLst/>
              <a:ahLst/>
              <a:cxnLst/>
              <a:rect l="l" t="t" r="r" b="b"/>
              <a:pathLst>
                <a:path w="11822" h="15983" extrusionOk="0">
                  <a:moveTo>
                    <a:pt x="3766" y="5170"/>
                  </a:moveTo>
                  <a:cubicBezTo>
                    <a:pt x="4651" y="5170"/>
                    <a:pt x="5375" y="5894"/>
                    <a:pt x="5375" y="6783"/>
                  </a:cubicBezTo>
                  <a:cubicBezTo>
                    <a:pt x="5375" y="7669"/>
                    <a:pt x="4651" y="8392"/>
                    <a:pt x="3766" y="8392"/>
                  </a:cubicBezTo>
                  <a:cubicBezTo>
                    <a:pt x="2876" y="8392"/>
                    <a:pt x="2153" y="7669"/>
                    <a:pt x="2153" y="6783"/>
                  </a:cubicBezTo>
                  <a:cubicBezTo>
                    <a:pt x="2153" y="5894"/>
                    <a:pt x="2876" y="5170"/>
                    <a:pt x="3766" y="5170"/>
                  </a:cubicBezTo>
                  <a:close/>
                  <a:moveTo>
                    <a:pt x="8060" y="5170"/>
                  </a:moveTo>
                  <a:cubicBezTo>
                    <a:pt x="8946" y="5170"/>
                    <a:pt x="9669" y="5894"/>
                    <a:pt x="9669" y="6783"/>
                  </a:cubicBezTo>
                  <a:cubicBezTo>
                    <a:pt x="9669" y="7669"/>
                    <a:pt x="8946" y="8392"/>
                    <a:pt x="8060" y="8392"/>
                  </a:cubicBezTo>
                  <a:cubicBezTo>
                    <a:pt x="7174" y="8392"/>
                    <a:pt x="6451" y="7669"/>
                    <a:pt x="6451" y="6783"/>
                  </a:cubicBezTo>
                  <a:cubicBezTo>
                    <a:pt x="6451" y="5894"/>
                    <a:pt x="7174" y="5170"/>
                    <a:pt x="8060" y="5170"/>
                  </a:cubicBezTo>
                  <a:close/>
                  <a:moveTo>
                    <a:pt x="5375" y="11077"/>
                  </a:moveTo>
                  <a:lnTo>
                    <a:pt x="5375" y="14373"/>
                  </a:lnTo>
                  <a:lnTo>
                    <a:pt x="4298" y="14373"/>
                  </a:lnTo>
                  <a:lnTo>
                    <a:pt x="4298" y="11077"/>
                  </a:lnTo>
                  <a:close/>
                  <a:moveTo>
                    <a:pt x="7524" y="11077"/>
                  </a:moveTo>
                  <a:lnTo>
                    <a:pt x="7524" y="14373"/>
                  </a:lnTo>
                  <a:lnTo>
                    <a:pt x="6444" y="14373"/>
                  </a:lnTo>
                  <a:lnTo>
                    <a:pt x="6444" y="11077"/>
                  </a:lnTo>
                  <a:close/>
                  <a:moveTo>
                    <a:pt x="2149" y="1"/>
                  </a:moveTo>
                  <a:lnTo>
                    <a:pt x="0" y="1077"/>
                  </a:lnTo>
                  <a:lnTo>
                    <a:pt x="0" y="8226"/>
                  </a:lnTo>
                  <a:lnTo>
                    <a:pt x="3226" y="9726"/>
                  </a:lnTo>
                  <a:lnTo>
                    <a:pt x="3226" y="15982"/>
                  </a:lnTo>
                  <a:lnTo>
                    <a:pt x="8600" y="15982"/>
                  </a:lnTo>
                  <a:lnTo>
                    <a:pt x="8600" y="9616"/>
                  </a:lnTo>
                  <a:lnTo>
                    <a:pt x="11822" y="7884"/>
                  </a:lnTo>
                  <a:lnTo>
                    <a:pt x="11822" y="1077"/>
                  </a:lnTo>
                  <a:lnTo>
                    <a:pt x="11818" y="1077"/>
                  </a:lnTo>
                  <a:lnTo>
                    <a:pt x="9669" y="1"/>
                  </a:lnTo>
                  <a:lnTo>
                    <a:pt x="9669" y="4094"/>
                  </a:lnTo>
                  <a:lnTo>
                    <a:pt x="2149" y="4094"/>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 name="Google Shape;802;p44"/>
            <p:cNvSpPr/>
            <p:nvPr/>
          </p:nvSpPr>
          <p:spPr>
            <a:xfrm>
              <a:off x="3561961" y="4223740"/>
              <a:ext cx="29394" cy="106250"/>
            </a:xfrm>
            <a:custGeom>
              <a:avLst/>
              <a:gdLst/>
              <a:ahLst/>
              <a:cxnLst/>
              <a:rect l="l" t="t" r="r" b="b"/>
              <a:pathLst>
                <a:path w="1077" h="3893" extrusionOk="0">
                  <a:moveTo>
                    <a:pt x="0" y="0"/>
                  </a:moveTo>
                  <a:lnTo>
                    <a:pt x="0" y="3893"/>
                  </a:lnTo>
                  <a:lnTo>
                    <a:pt x="1077" y="3353"/>
                  </a:lnTo>
                  <a:lnTo>
                    <a:pt x="1077" y="540"/>
                  </a:lnTo>
                  <a:lnTo>
                    <a:pt x="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 name="Google Shape;803;p44"/>
            <p:cNvSpPr/>
            <p:nvPr/>
          </p:nvSpPr>
          <p:spPr>
            <a:xfrm>
              <a:off x="3151482" y="4224040"/>
              <a:ext cx="29421" cy="106059"/>
            </a:xfrm>
            <a:custGeom>
              <a:avLst/>
              <a:gdLst/>
              <a:ahLst/>
              <a:cxnLst/>
              <a:rect l="l" t="t" r="r" b="b"/>
              <a:pathLst>
                <a:path w="1078" h="3886" extrusionOk="0">
                  <a:moveTo>
                    <a:pt x="1077" y="0"/>
                  </a:moveTo>
                  <a:lnTo>
                    <a:pt x="1" y="536"/>
                  </a:lnTo>
                  <a:lnTo>
                    <a:pt x="1" y="3345"/>
                  </a:lnTo>
                  <a:lnTo>
                    <a:pt x="1077" y="3885"/>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807"/>
        <p:cNvGrpSpPr/>
        <p:nvPr/>
      </p:nvGrpSpPr>
      <p:grpSpPr>
        <a:xfrm>
          <a:off x="0" y="0"/>
          <a:ext cx="0" cy="0"/>
          <a:chOff x="0" y="0"/>
          <a:chExt cx="0" cy="0"/>
        </a:xfrm>
      </p:grpSpPr>
      <p:sp>
        <p:nvSpPr>
          <p:cNvPr id="808" name="Google Shape;808;p45"/>
          <p:cNvSpPr txBox="1">
            <a:spLocks noGrp="1"/>
          </p:cNvSpPr>
          <p:nvPr>
            <p:ph type="title"/>
          </p:nvPr>
        </p:nvSpPr>
        <p:spPr>
          <a:xfrm>
            <a:off x="4906675" y="1132975"/>
            <a:ext cx="3524100" cy="1403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 picture always reinforces </a:t>
            </a:r>
          </a:p>
          <a:p>
            <a:pPr marL="0" lvl="0" indent="0" algn="l" rtl="0">
              <a:spcBef>
                <a:spcPts val="0"/>
              </a:spcBef>
              <a:spcAft>
                <a:spcPts val="0"/>
              </a:spcAft>
              <a:buNone/>
            </a:pPr>
            <a:r>
              <a:rPr lang="en-US" noProof="0" dirty="0"/>
              <a:t>the concept</a:t>
            </a:r>
          </a:p>
        </p:txBody>
      </p:sp>
      <p:sp>
        <p:nvSpPr>
          <p:cNvPr id="809" name="Google Shape;809;p45"/>
          <p:cNvSpPr txBox="1">
            <a:spLocks noGrp="1"/>
          </p:cNvSpPr>
          <p:nvPr>
            <p:ph type="subTitle" idx="1"/>
          </p:nvPr>
        </p:nvSpPr>
        <p:spPr>
          <a:xfrm>
            <a:off x="4906675" y="2724350"/>
            <a:ext cx="3524100" cy="140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You can give a brief description of the topic you want to talk about here. For example, if you want to talk about Mercury, you can say that it’s the smallest planet in the entire Solar System</a:t>
            </a:r>
          </a:p>
        </p:txBody>
      </p:sp>
      <p:pic>
        <p:nvPicPr>
          <p:cNvPr id="810" name="Google Shape;810;p45"/>
          <p:cNvPicPr preferRelativeResize="0">
            <a:picLocks noGrp="1"/>
          </p:cNvPicPr>
          <p:nvPr>
            <p:ph type="pic" idx="2"/>
          </p:nvPr>
        </p:nvPicPr>
        <p:blipFill rotWithShape="1">
          <a:blip r:embed="rId3">
            <a:alphaModFix/>
          </a:blip>
          <a:srcRect l="11494" t="12115" r="8067" b="12115"/>
          <a:stretch/>
        </p:blipFill>
        <p:spPr>
          <a:xfrm>
            <a:off x="202954" y="388500"/>
            <a:ext cx="4379700" cy="4379700"/>
          </a:xfrm>
          <a:prstGeom prst="ellipse">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814"/>
        <p:cNvGrpSpPr/>
        <p:nvPr/>
      </p:nvGrpSpPr>
      <p:grpSpPr>
        <a:xfrm>
          <a:off x="0" y="0"/>
          <a:ext cx="0" cy="0"/>
          <a:chOff x="0" y="0"/>
          <a:chExt cx="0" cy="0"/>
        </a:xfrm>
      </p:grpSpPr>
      <p:sp>
        <p:nvSpPr>
          <p:cNvPr id="815" name="Google Shape;815;p46"/>
          <p:cNvSpPr txBox="1">
            <a:spLocks noGrp="1"/>
          </p:cNvSpPr>
          <p:nvPr>
            <p:ph type="title"/>
          </p:nvPr>
        </p:nvSpPr>
        <p:spPr>
          <a:xfrm>
            <a:off x="1284000" y="1555613"/>
            <a:ext cx="6576000" cy="136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4,498,300,000</a:t>
            </a:r>
          </a:p>
        </p:txBody>
      </p:sp>
      <p:sp>
        <p:nvSpPr>
          <p:cNvPr id="816" name="Google Shape;816;p46"/>
          <p:cNvSpPr txBox="1">
            <a:spLocks noGrp="1"/>
          </p:cNvSpPr>
          <p:nvPr>
            <p:ph type="subTitle" idx="1"/>
          </p:nvPr>
        </p:nvSpPr>
        <p:spPr>
          <a:xfrm>
            <a:off x="1284000" y="3090788"/>
            <a:ext cx="65760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Big numbers catch your audience’s attention</a:t>
            </a:r>
          </a:p>
        </p:txBody>
      </p:sp>
      <p:cxnSp>
        <p:nvCxnSpPr>
          <p:cNvPr id="817" name="Google Shape;817;p46"/>
          <p:cNvCxnSpPr>
            <a:endCxn id="815" idx="0"/>
          </p:cNvCxnSpPr>
          <p:nvPr/>
        </p:nvCxnSpPr>
        <p:spPr>
          <a:xfrm rot="-5400000" flipH="1">
            <a:off x="3319200" y="302813"/>
            <a:ext cx="1700100" cy="8055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818" name="Google Shape;818;p46"/>
          <p:cNvCxnSpPr>
            <a:stCxn id="815" idx="3"/>
            <a:endCxn id="816" idx="3"/>
          </p:cNvCxnSpPr>
          <p:nvPr/>
        </p:nvCxnSpPr>
        <p:spPr>
          <a:xfrm>
            <a:off x="7860000" y="2235713"/>
            <a:ext cx="600" cy="1038000"/>
          </a:xfrm>
          <a:prstGeom prst="bentConnector3">
            <a:avLst>
              <a:gd name="adj1" fmla="val 39687500"/>
            </a:avLst>
          </a:prstGeom>
          <a:noFill/>
          <a:ln w="19050" cap="flat" cmpd="sng">
            <a:solidFill>
              <a:schemeClr val="lt2"/>
            </a:solidFill>
            <a:prstDash val="solid"/>
            <a:round/>
            <a:headEnd type="none" w="med" len="med"/>
            <a:tailEnd type="oval" w="med" len="med"/>
          </a:ln>
        </p:spPr>
      </p:cxnSp>
      <p:cxnSp>
        <p:nvCxnSpPr>
          <p:cNvPr id="819" name="Google Shape;819;p46"/>
          <p:cNvCxnSpPr>
            <a:stCxn id="816" idx="2"/>
          </p:cNvCxnSpPr>
          <p:nvPr/>
        </p:nvCxnSpPr>
        <p:spPr>
          <a:xfrm rot="-5400000" flipH="1">
            <a:off x="6153300" y="1875188"/>
            <a:ext cx="863100" cy="4025700"/>
          </a:xfrm>
          <a:prstGeom prst="bentConnector2">
            <a:avLst/>
          </a:prstGeom>
          <a:noFill/>
          <a:ln w="19050" cap="flat" cmpd="sng">
            <a:solidFill>
              <a:schemeClr val="lt2"/>
            </a:solidFill>
            <a:prstDash val="solid"/>
            <a:round/>
            <a:headEnd type="none" w="med" len="med"/>
            <a:tailEnd type="oval" w="med" len="med"/>
          </a:ln>
        </p:spPr>
      </p:cxnSp>
      <p:cxnSp>
        <p:nvCxnSpPr>
          <p:cNvPr id="820" name="Google Shape;820;p46"/>
          <p:cNvCxnSpPr/>
          <p:nvPr/>
        </p:nvCxnSpPr>
        <p:spPr>
          <a:xfrm rot="-5400000" flipH="1">
            <a:off x="3479575" y="38925"/>
            <a:ext cx="1422900" cy="987000"/>
          </a:xfrm>
          <a:prstGeom prst="bentConnector3">
            <a:avLst>
              <a:gd name="adj1" fmla="val 50000"/>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824"/>
        <p:cNvGrpSpPr/>
        <p:nvPr/>
      </p:nvGrpSpPr>
      <p:grpSpPr>
        <a:xfrm>
          <a:off x="0" y="0"/>
          <a:ext cx="0" cy="0"/>
          <a:chOff x="0" y="0"/>
          <a:chExt cx="0" cy="0"/>
        </a:xfrm>
      </p:grpSpPr>
      <p:sp>
        <p:nvSpPr>
          <p:cNvPr id="825" name="Google Shape;825;p47"/>
          <p:cNvSpPr txBox="1">
            <a:spLocks noGrp="1"/>
          </p:cNvSpPr>
          <p:nvPr>
            <p:ph type="title"/>
          </p:nvPr>
        </p:nvSpPr>
        <p:spPr>
          <a:xfrm>
            <a:off x="838650" y="1518450"/>
            <a:ext cx="4151400" cy="2106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Awesome words</a:t>
            </a:r>
          </a:p>
        </p:txBody>
      </p:sp>
      <p:grpSp>
        <p:nvGrpSpPr>
          <p:cNvPr id="826" name="Google Shape;826;p47"/>
          <p:cNvGrpSpPr/>
          <p:nvPr/>
        </p:nvGrpSpPr>
        <p:grpSpPr>
          <a:xfrm>
            <a:off x="5577299" y="769535"/>
            <a:ext cx="3338639" cy="3282989"/>
            <a:chOff x="5577299" y="769535"/>
            <a:chExt cx="3338639" cy="3282989"/>
          </a:xfrm>
        </p:grpSpPr>
        <p:grpSp>
          <p:nvGrpSpPr>
            <p:cNvPr id="827" name="Google Shape;827;p47"/>
            <p:cNvGrpSpPr/>
            <p:nvPr/>
          </p:nvGrpSpPr>
          <p:grpSpPr>
            <a:xfrm>
              <a:off x="5577299" y="1652817"/>
              <a:ext cx="3338639" cy="2399708"/>
              <a:chOff x="5577299" y="1652817"/>
              <a:chExt cx="3338639" cy="2399708"/>
            </a:xfrm>
          </p:grpSpPr>
          <p:sp>
            <p:nvSpPr>
              <p:cNvPr id="828" name="Google Shape;828;p47"/>
              <p:cNvSpPr/>
              <p:nvPr/>
            </p:nvSpPr>
            <p:spPr>
              <a:xfrm>
                <a:off x="5577299" y="3926350"/>
                <a:ext cx="3338639"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 name="Google Shape;829;p47"/>
              <p:cNvSpPr/>
              <p:nvPr/>
            </p:nvSpPr>
            <p:spPr>
              <a:xfrm>
                <a:off x="6228754" y="2129902"/>
                <a:ext cx="1911687" cy="1257580"/>
              </a:xfrm>
              <a:custGeom>
                <a:avLst/>
                <a:gdLst/>
                <a:ahLst/>
                <a:cxnLst/>
                <a:rect l="l" t="t" r="r" b="b"/>
                <a:pathLst>
                  <a:path w="32885" h="21633" extrusionOk="0">
                    <a:moveTo>
                      <a:pt x="32309" y="21633"/>
                    </a:moveTo>
                    <a:lnTo>
                      <a:pt x="576" y="21633"/>
                    </a:lnTo>
                    <a:cubicBezTo>
                      <a:pt x="260" y="21633"/>
                      <a:pt x="1" y="21374"/>
                      <a:pt x="1" y="21057"/>
                    </a:cubicBezTo>
                    <a:lnTo>
                      <a:pt x="1" y="576"/>
                    </a:lnTo>
                    <a:cubicBezTo>
                      <a:pt x="1" y="259"/>
                      <a:pt x="260" y="0"/>
                      <a:pt x="576" y="0"/>
                    </a:cubicBezTo>
                    <a:lnTo>
                      <a:pt x="32309" y="0"/>
                    </a:lnTo>
                    <a:cubicBezTo>
                      <a:pt x="32625" y="0"/>
                      <a:pt x="32884" y="259"/>
                      <a:pt x="32884" y="576"/>
                    </a:cubicBezTo>
                    <a:lnTo>
                      <a:pt x="32884" y="21057"/>
                    </a:lnTo>
                    <a:cubicBezTo>
                      <a:pt x="32884" y="21374"/>
                      <a:pt x="32625" y="21633"/>
                      <a:pt x="32309" y="21633"/>
                    </a:cubicBezTo>
                    <a:close/>
                  </a:path>
                </a:pathLst>
              </a:custGeom>
              <a:solidFill>
                <a:srgbClr val="C9C9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 name="Google Shape;830;p47"/>
              <p:cNvSpPr/>
              <p:nvPr/>
            </p:nvSpPr>
            <p:spPr>
              <a:xfrm>
                <a:off x="6233463" y="2134553"/>
                <a:ext cx="1901921" cy="1247930"/>
              </a:xfrm>
              <a:custGeom>
                <a:avLst/>
                <a:gdLst/>
                <a:ahLst/>
                <a:cxnLst/>
                <a:rect l="l" t="t" r="r" b="b"/>
                <a:pathLst>
                  <a:path w="32717" h="21467" extrusionOk="0">
                    <a:moveTo>
                      <a:pt x="1" y="20937"/>
                    </a:moveTo>
                    <a:lnTo>
                      <a:pt x="1" y="525"/>
                    </a:lnTo>
                    <a:cubicBezTo>
                      <a:pt x="1" y="237"/>
                      <a:pt x="236" y="1"/>
                      <a:pt x="524" y="1"/>
                    </a:cubicBezTo>
                    <a:lnTo>
                      <a:pt x="32187" y="1"/>
                    </a:lnTo>
                    <a:cubicBezTo>
                      <a:pt x="32475" y="1"/>
                      <a:pt x="32717" y="237"/>
                      <a:pt x="32717" y="525"/>
                    </a:cubicBezTo>
                    <a:lnTo>
                      <a:pt x="32717" y="20937"/>
                    </a:lnTo>
                    <a:cubicBezTo>
                      <a:pt x="32717" y="21225"/>
                      <a:pt x="32475" y="21466"/>
                      <a:pt x="32187" y="21466"/>
                    </a:cubicBezTo>
                    <a:lnTo>
                      <a:pt x="524" y="21466"/>
                    </a:lnTo>
                    <a:cubicBezTo>
                      <a:pt x="231" y="21466"/>
                      <a:pt x="1" y="21225"/>
                      <a:pt x="1" y="20937"/>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 name="Google Shape;831;p47"/>
              <p:cNvSpPr/>
              <p:nvPr/>
            </p:nvSpPr>
            <p:spPr>
              <a:xfrm>
                <a:off x="6339203" y="2238608"/>
                <a:ext cx="1689796" cy="1052547"/>
              </a:xfrm>
              <a:custGeom>
                <a:avLst/>
                <a:gdLst/>
                <a:ahLst/>
                <a:cxnLst/>
                <a:rect l="l" t="t" r="r" b="b"/>
                <a:pathLst>
                  <a:path w="29068" h="18106" extrusionOk="0">
                    <a:moveTo>
                      <a:pt x="0" y="1"/>
                    </a:moveTo>
                    <a:lnTo>
                      <a:pt x="29068" y="1"/>
                    </a:lnTo>
                    <a:lnTo>
                      <a:pt x="29068" y="18105"/>
                    </a:lnTo>
                    <a:lnTo>
                      <a:pt x="0" y="18105"/>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 name="Google Shape;832;p47"/>
              <p:cNvSpPr/>
              <p:nvPr/>
            </p:nvSpPr>
            <p:spPr>
              <a:xfrm>
                <a:off x="5966524" y="3910297"/>
                <a:ext cx="2435868" cy="92721"/>
              </a:xfrm>
              <a:custGeom>
                <a:avLst/>
                <a:gdLst/>
                <a:ahLst/>
                <a:cxnLst/>
                <a:rect l="l" t="t" r="r" b="b"/>
                <a:pathLst>
                  <a:path w="41902" h="1595" extrusionOk="0">
                    <a:moveTo>
                      <a:pt x="40888" y="1595"/>
                    </a:moveTo>
                    <a:lnTo>
                      <a:pt x="1007" y="1595"/>
                    </a:lnTo>
                    <a:cubicBezTo>
                      <a:pt x="581" y="1595"/>
                      <a:pt x="173" y="1169"/>
                      <a:pt x="92" y="634"/>
                    </a:cubicBezTo>
                    <a:lnTo>
                      <a:pt x="0" y="0"/>
                    </a:lnTo>
                    <a:lnTo>
                      <a:pt x="41901" y="0"/>
                    </a:lnTo>
                    <a:lnTo>
                      <a:pt x="41809" y="634"/>
                    </a:lnTo>
                    <a:cubicBezTo>
                      <a:pt x="41723" y="1169"/>
                      <a:pt x="41314" y="1595"/>
                      <a:pt x="40888" y="15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 name="Google Shape;833;p47"/>
              <p:cNvSpPr/>
              <p:nvPr/>
            </p:nvSpPr>
            <p:spPr>
              <a:xfrm>
                <a:off x="5956467" y="3385718"/>
                <a:ext cx="2455575" cy="537377"/>
              </a:xfrm>
              <a:custGeom>
                <a:avLst/>
                <a:gdLst/>
                <a:ahLst/>
                <a:cxnLst/>
                <a:rect l="l" t="t" r="r" b="b"/>
                <a:pathLst>
                  <a:path w="42241" h="9244" extrusionOk="0">
                    <a:moveTo>
                      <a:pt x="41487" y="9243"/>
                    </a:moveTo>
                    <a:lnTo>
                      <a:pt x="754" y="9243"/>
                    </a:lnTo>
                    <a:cubicBezTo>
                      <a:pt x="231" y="9243"/>
                      <a:pt x="1" y="9076"/>
                      <a:pt x="288" y="8581"/>
                    </a:cubicBezTo>
                    <a:lnTo>
                      <a:pt x="4489" y="317"/>
                    </a:lnTo>
                    <a:cubicBezTo>
                      <a:pt x="4604" y="116"/>
                      <a:pt x="4783" y="1"/>
                      <a:pt x="4984" y="1"/>
                    </a:cubicBezTo>
                    <a:lnTo>
                      <a:pt x="37263" y="1"/>
                    </a:lnTo>
                    <a:cubicBezTo>
                      <a:pt x="37464" y="1"/>
                      <a:pt x="37643" y="116"/>
                      <a:pt x="37758" y="317"/>
                    </a:cubicBezTo>
                    <a:lnTo>
                      <a:pt x="41959" y="8576"/>
                    </a:lnTo>
                    <a:cubicBezTo>
                      <a:pt x="42241" y="9076"/>
                      <a:pt x="42011" y="9243"/>
                      <a:pt x="41487" y="924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 name="Google Shape;834;p47"/>
              <p:cNvSpPr/>
              <p:nvPr/>
            </p:nvSpPr>
            <p:spPr>
              <a:xfrm>
                <a:off x="6169228" y="3416876"/>
                <a:ext cx="2030045" cy="256946"/>
              </a:xfrm>
              <a:custGeom>
                <a:avLst/>
                <a:gdLst/>
                <a:ahLst/>
                <a:cxnLst/>
                <a:rect l="l" t="t" r="r" b="b"/>
                <a:pathLst>
                  <a:path w="34921" h="4420" extrusionOk="0">
                    <a:moveTo>
                      <a:pt x="34432" y="4420"/>
                    </a:moveTo>
                    <a:lnTo>
                      <a:pt x="490" y="4420"/>
                    </a:lnTo>
                    <a:cubicBezTo>
                      <a:pt x="196" y="4420"/>
                      <a:pt x="1" y="4328"/>
                      <a:pt x="58" y="4218"/>
                    </a:cubicBezTo>
                    <a:lnTo>
                      <a:pt x="2032" y="161"/>
                    </a:lnTo>
                    <a:cubicBezTo>
                      <a:pt x="2072" y="75"/>
                      <a:pt x="2320" y="0"/>
                      <a:pt x="2579" y="0"/>
                    </a:cubicBezTo>
                    <a:lnTo>
                      <a:pt x="32366" y="0"/>
                    </a:lnTo>
                    <a:cubicBezTo>
                      <a:pt x="32625" y="0"/>
                      <a:pt x="32866" y="75"/>
                      <a:pt x="32912" y="161"/>
                    </a:cubicBezTo>
                    <a:lnTo>
                      <a:pt x="34881" y="4218"/>
                    </a:lnTo>
                    <a:cubicBezTo>
                      <a:pt x="34921" y="4328"/>
                      <a:pt x="34725" y="4420"/>
                      <a:pt x="34432" y="442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35" name="Google Shape;835;p47"/>
              <p:cNvGrpSpPr/>
              <p:nvPr/>
            </p:nvGrpSpPr>
            <p:grpSpPr>
              <a:xfrm>
                <a:off x="6239159" y="3429258"/>
                <a:ext cx="1890236" cy="221485"/>
                <a:chOff x="6239159" y="3429258"/>
                <a:chExt cx="1890236" cy="221485"/>
              </a:xfrm>
            </p:grpSpPr>
            <p:sp>
              <p:nvSpPr>
                <p:cNvPr id="836" name="Google Shape;836;p47"/>
                <p:cNvSpPr/>
                <p:nvPr/>
              </p:nvSpPr>
              <p:spPr>
                <a:xfrm>
                  <a:off x="6239508" y="3431932"/>
                  <a:ext cx="1888841" cy="218811"/>
                </a:xfrm>
                <a:custGeom>
                  <a:avLst/>
                  <a:gdLst/>
                  <a:ahLst/>
                  <a:cxnLst/>
                  <a:rect l="l" t="t" r="r" b="b"/>
                  <a:pathLst>
                    <a:path w="32492" h="3764" extrusionOk="0">
                      <a:moveTo>
                        <a:pt x="2860" y="248"/>
                      </a:moveTo>
                      <a:lnTo>
                        <a:pt x="1801" y="248"/>
                      </a:lnTo>
                      <a:cubicBezTo>
                        <a:pt x="1681" y="248"/>
                        <a:pt x="1600" y="213"/>
                        <a:pt x="1611" y="173"/>
                      </a:cubicBezTo>
                      <a:lnTo>
                        <a:pt x="1658" y="81"/>
                      </a:lnTo>
                      <a:cubicBezTo>
                        <a:pt x="1681" y="40"/>
                        <a:pt x="1784" y="12"/>
                        <a:pt x="1911" y="12"/>
                      </a:cubicBezTo>
                      <a:lnTo>
                        <a:pt x="2958" y="12"/>
                      </a:lnTo>
                      <a:cubicBezTo>
                        <a:pt x="3079" y="12"/>
                        <a:pt x="3160" y="46"/>
                        <a:pt x="3148" y="81"/>
                      </a:cubicBezTo>
                      <a:lnTo>
                        <a:pt x="3102" y="173"/>
                      </a:lnTo>
                      <a:cubicBezTo>
                        <a:pt x="3085" y="213"/>
                        <a:pt x="2981" y="248"/>
                        <a:pt x="2860" y="248"/>
                      </a:cubicBezTo>
                      <a:close/>
                      <a:moveTo>
                        <a:pt x="5087" y="0"/>
                      </a:moveTo>
                      <a:lnTo>
                        <a:pt x="4040" y="0"/>
                      </a:lnTo>
                      <a:cubicBezTo>
                        <a:pt x="3913" y="0"/>
                        <a:pt x="3810" y="40"/>
                        <a:pt x="3793" y="75"/>
                      </a:cubicBezTo>
                      <a:lnTo>
                        <a:pt x="3758" y="167"/>
                      </a:lnTo>
                      <a:cubicBezTo>
                        <a:pt x="3741" y="213"/>
                        <a:pt x="3827" y="242"/>
                        <a:pt x="3942" y="242"/>
                      </a:cubicBezTo>
                      <a:lnTo>
                        <a:pt x="5001" y="242"/>
                      </a:lnTo>
                      <a:cubicBezTo>
                        <a:pt x="5122" y="242"/>
                        <a:pt x="5231" y="202"/>
                        <a:pt x="5243" y="167"/>
                      </a:cubicBezTo>
                      <a:lnTo>
                        <a:pt x="5283" y="75"/>
                      </a:lnTo>
                      <a:cubicBezTo>
                        <a:pt x="5289" y="29"/>
                        <a:pt x="5202" y="0"/>
                        <a:pt x="5087" y="0"/>
                      </a:cubicBezTo>
                      <a:close/>
                      <a:moveTo>
                        <a:pt x="7211" y="0"/>
                      </a:moveTo>
                      <a:lnTo>
                        <a:pt x="6169" y="0"/>
                      </a:lnTo>
                      <a:cubicBezTo>
                        <a:pt x="6043" y="0"/>
                        <a:pt x="5945" y="40"/>
                        <a:pt x="5928" y="75"/>
                      </a:cubicBezTo>
                      <a:lnTo>
                        <a:pt x="5899" y="167"/>
                      </a:lnTo>
                      <a:cubicBezTo>
                        <a:pt x="5887" y="213"/>
                        <a:pt x="5974" y="242"/>
                        <a:pt x="6094" y="242"/>
                      </a:cubicBezTo>
                      <a:lnTo>
                        <a:pt x="7153" y="242"/>
                      </a:lnTo>
                      <a:cubicBezTo>
                        <a:pt x="7274" y="242"/>
                        <a:pt x="7372" y="202"/>
                        <a:pt x="7389" y="167"/>
                      </a:cubicBezTo>
                      <a:lnTo>
                        <a:pt x="7418" y="75"/>
                      </a:lnTo>
                      <a:cubicBezTo>
                        <a:pt x="7418" y="29"/>
                        <a:pt x="7332" y="0"/>
                        <a:pt x="7211" y="0"/>
                      </a:cubicBezTo>
                      <a:close/>
                      <a:moveTo>
                        <a:pt x="9340" y="0"/>
                      </a:moveTo>
                      <a:lnTo>
                        <a:pt x="8287" y="0"/>
                      </a:lnTo>
                      <a:cubicBezTo>
                        <a:pt x="8166" y="0"/>
                        <a:pt x="8068" y="40"/>
                        <a:pt x="8051" y="75"/>
                      </a:cubicBezTo>
                      <a:lnTo>
                        <a:pt x="8028" y="167"/>
                      </a:lnTo>
                      <a:cubicBezTo>
                        <a:pt x="8022" y="213"/>
                        <a:pt x="8109" y="242"/>
                        <a:pt x="8230" y="242"/>
                      </a:cubicBezTo>
                      <a:lnTo>
                        <a:pt x="9288" y="242"/>
                      </a:lnTo>
                      <a:cubicBezTo>
                        <a:pt x="9409" y="242"/>
                        <a:pt x="9513" y="202"/>
                        <a:pt x="9519" y="167"/>
                      </a:cubicBezTo>
                      <a:lnTo>
                        <a:pt x="9542" y="75"/>
                      </a:lnTo>
                      <a:cubicBezTo>
                        <a:pt x="9547" y="29"/>
                        <a:pt x="9455" y="0"/>
                        <a:pt x="9340" y="0"/>
                      </a:cubicBezTo>
                      <a:close/>
                      <a:moveTo>
                        <a:pt x="11464" y="0"/>
                      </a:moveTo>
                      <a:lnTo>
                        <a:pt x="10411" y="0"/>
                      </a:lnTo>
                      <a:cubicBezTo>
                        <a:pt x="10290" y="0"/>
                        <a:pt x="10186" y="40"/>
                        <a:pt x="10180" y="75"/>
                      </a:cubicBezTo>
                      <a:lnTo>
                        <a:pt x="10157" y="167"/>
                      </a:lnTo>
                      <a:cubicBezTo>
                        <a:pt x="10152" y="213"/>
                        <a:pt x="10244" y="242"/>
                        <a:pt x="10359" y="242"/>
                      </a:cubicBezTo>
                      <a:lnTo>
                        <a:pt x="11418" y="242"/>
                      </a:lnTo>
                      <a:cubicBezTo>
                        <a:pt x="11539" y="242"/>
                        <a:pt x="11642" y="202"/>
                        <a:pt x="11648" y="167"/>
                      </a:cubicBezTo>
                      <a:lnTo>
                        <a:pt x="11659" y="75"/>
                      </a:lnTo>
                      <a:cubicBezTo>
                        <a:pt x="11677" y="29"/>
                        <a:pt x="11585" y="0"/>
                        <a:pt x="11464" y="0"/>
                      </a:cubicBezTo>
                      <a:close/>
                      <a:moveTo>
                        <a:pt x="13587" y="0"/>
                      </a:moveTo>
                      <a:lnTo>
                        <a:pt x="12540" y="0"/>
                      </a:lnTo>
                      <a:cubicBezTo>
                        <a:pt x="12419" y="0"/>
                        <a:pt x="12315" y="40"/>
                        <a:pt x="12315" y="75"/>
                      </a:cubicBezTo>
                      <a:lnTo>
                        <a:pt x="12304" y="167"/>
                      </a:lnTo>
                      <a:cubicBezTo>
                        <a:pt x="12298" y="213"/>
                        <a:pt x="12390" y="242"/>
                        <a:pt x="12511" y="242"/>
                      </a:cubicBezTo>
                      <a:lnTo>
                        <a:pt x="13570" y="242"/>
                      </a:lnTo>
                      <a:cubicBezTo>
                        <a:pt x="13691" y="242"/>
                        <a:pt x="13794" y="202"/>
                        <a:pt x="13794" y="167"/>
                      </a:cubicBezTo>
                      <a:lnTo>
                        <a:pt x="13800" y="75"/>
                      </a:lnTo>
                      <a:cubicBezTo>
                        <a:pt x="13800" y="29"/>
                        <a:pt x="13708" y="0"/>
                        <a:pt x="13587" y="0"/>
                      </a:cubicBezTo>
                      <a:close/>
                      <a:moveTo>
                        <a:pt x="15711" y="0"/>
                      </a:moveTo>
                      <a:lnTo>
                        <a:pt x="14663" y="0"/>
                      </a:lnTo>
                      <a:cubicBezTo>
                        <a:pt x="14543" y="0"/>
                        <a:pt x="14445" y="40"/>
                        <a:pt x="14439" y="75"/>
                      </a:cubicBezTo>
                      <a:lnTo>
                        <a:pt x="14433" y="167"/>
                      </a:lnTo>
                      <a:cubicBezTo>
                        <a:pt x="14433" y="213"/>
                        <a:pt x="14525" y="242"/>
                        <a:pt x="14646" y="242"/>
                      </a:cubicBezTo>
                      <a:lnTo>
                        <a:pt x="15705" y="242"/>
                      </a:lnTo>
                      <a:cubicBezTo>
                        <a:pt x="15826" y="242"/>
                        <a:pt x="15924" y="202"/>
                        <a:pt x="15924" y="167"/>
                      </a:cubicBezTo>
                      <a:lnTo>
                        <a:pt x="15924" y="75"/>
                      </a:lnTo>
                      <a:cubicBezTo>
                        <a:pt x="15929" y="29"/>
                        <a:pt x="15837" y="0"/>
                        <a:pt x="15711" y="0"/>
                      </a:cubicBezTo>
                      <a:close/>
                      <a:moveTo>
                        <a:pt x="17834" y="0"/>
                      </a:moveTo>
                      <a:lnTo>
                        <a:pt x="16787" y="0"/>
                      </a:lnTo>
                      <a:cubicBezTo>
                        <a:pt x="16660" y="0"/>
                        <a:pt x="16568" y="40"/>
                        <a:pt x="16568" y="75"/>
                      </a:cubicBezTo>
                      <a:lnTo>
                        <a:pt x="16568" y="167"/>
                      </a:lnTo>
                      <a:cubicBezTo>
                        <a:pt x="16568" y="213"/>
                        <a:pt x="16672" y="242"/>
                        <a:pt x="16787" y="242"/>
                      </a:cubicBezTo>
                      <a:lnTo>
                        <a:pt x="17840" y="242"/>
                      </a:lnTo>
                      <a:cubicBezTo>
                        <a:pt x="17961" y="242"/>
                        <a:pt x="18059" y="202"/>
                        <a:pt x="18059" y="167"/>
                      </a:cubicBezTo>
                      <a:lnTo>
                        <a:pt x="18047" y="75"/>
                      </a:lnTo>
                      <a:cubicBezTo>
                        <a:pt x="18059" y="29"/>
                        <a:pt x="17955" y="0"/>
                        <a:pt x="17834" y="0"/>
                      </a:cubicBezTo>
                      <a:close/>
                      <a:moveTo>
                        <a:pt x="19964" y="0"/>
                      </a:moveTo>
                      <a:lnTo>
                        <a:pt x="18916" y="0"/>
                      </a:lnTo>
                      <a:cubicBezTo>
                        <a:pt x="18790" y="0"/>
                        <a:pt x="18698" y="40"/>
                        <a:pt x="18703" y="75"/>
                      </a:cubicBezTo>
                      <a:lnTo>
                        <a:pt x="18715" y="167"/>
                      </a:lnTo>
                      <a:cubicBezTo>
                        <a:pt x="18715" y="213"/>
                        <a:pt x="18813" y="242"/>
                        <a:pt x="18933" y="242"/>
                      </a:cubicBezTo>
                      <a:lnTo>
                        <a:pt x="19992" y="242"/>
                      </a:lnTo>
                      <a:cubicBezTo>
                        <a:pt x="20113" y="242"/>
                        <a:pt x="20211" y="202"/>
                        <a:pt x="20200" y="167"/>
                      </a:cubicBezTo>
                      <a:lnTo>
                        <a:pt x="20188" y="75"/>
                      </a:lnTo>
                      <a:cubicBezTo>
                        <a:pt x="20182" y="29"/>
                        <a:pt x="20079" y="0"/>
                        <a:pt x="19964" y="0"/>
                      </a:cubicBezTo>
                      <a:close/>
                      <a:moveTo>
                        <a:pt x="22087" y="0"/>
                      </a:moveTo>
                      <a:lnTo>
                        <a:pt x="21034" y="0"/>
                      </a:lnTo>
                      <a:cubicBezTo>
                        <a:pt x="20913" y="0"/>
                        <a:pt x="20827" y="40"/>
                        <a:pt x="20827" y="75"/>
                      </a:cubicBezTo>
                      <a:lnTo>
                        <a:pt x="20844" y="167"/>
                      </a:lnTo>
                      <a:cubicBezTo>
                        <a:pt x="20850" y="213"/>
                        <a:pt x="20948" y="242"/>
                        <a:pt x="21074" y="242"/>
                      </a:cubicBezTo>
                      <a:lnTo>
                        <a:pt x="22127" y="242"/>
                      </a:lnTo>
                      <a:cubicBezTo>
                        <a:pt x="22248" y="242"/>
                        <a:pt x="22340" y="202"/>
                        <a:pt x="22329" y="167"/>
                      </a:cubicBezTo>
                      <a:lnTo>
                        <a:pt x="22306" y="75"/>
                      </a:lnTo>
                      <a:cubicBezTo>
                        <a:pt x="22312" y="29"/>
                        <a:pt x="22208" y="0"/>
                        <a:pt x="22087" y="0"/>
                      </a:cubicBezTo>
                      <a:close/>
                      <a:moveTo>
                        <a:pt x="24216" y="0"/>
                      </a:moveTo>
                      <a:lnTo>
                        <a:pt x="23163" y="0"/>
                      </a:lnTo>
                      <a:cubicBezTo>
                        <a:pt x="23042" y="0"/>
                        <a:pt x="22956" y="40"/>
                        <a:pt x="22962" y="75"/>
                      </a:cubicBezTo>
                      <a:lnTo>
                        <a:pt x="22985" y="167"/>
                      </a:lnTo>
                      <a:cubicBezTo>
                        <a:pt x="22991" y="213"/>
                        <a:pt x="23100" y="242"/>
                        <a:pt x="23215" y="242"/>
                      </a:cubicBezTo>
                      <a:lnTo>
                        <a:pt x="24274" y="242"/>
                      </a:lnTo>
                      <a:cubicBezTo>
                        <a:pt x="24395" y="242"/>
                        <a:pt x="24481" y="202"/>
                        <a:pt x="24475" y="167"/>
                      </a:cubicBezTo>
                      <a:lnTo>
                        <a:pt x="24452" y="75"/>
                      </a:lnTo>
                      <a:cubicBezTo>
                        <a:pt x="24441" y="29"/>
                        <a:pt x="24332" y="0"/>
                        <a:pt x="24216" y="0"/>
                      </a:cubicBezTo>
                      <a:close/>
                      <a:moveTo>
                        <a:pt x="26340" y="0"/>
                      </a:moveTo>
                      <a:lnTo>
                        <a:pt x="25287" y="0"/>
                      </a:lnTo>
                      <a:cubicBezTo>
                        <a:pt x="25166" y="0"/>
                        <a:pt x="25080" y="40"/>
                        <a:pt x="25091" y="75"/>
                      </a:cubicBezTo>
                      <a:lnTo>
                        <a:pt x="25120" y="167"/>
                      </a:lnTo>
                      <a:cubicBezTo>
                        <a:pt x="25137" y="213"/>
                        <a:pt x="25235" y="242"/>
                        <a:pt x="25362" y="242"/>
                      </a:cubicBezTo>
                      <a:lnTo>
                        <a:pt x="26415" y="242"/>
                      </a:lnTo>
                      <a:cubicBezTo>
                        <a:pt x="26541" y="242"/>
                        <a:pt x="26628" y="202"/>
                        <a:pt x="26610" y="167"/>
                      </a:cubicBezTo>
                      <a:lnTo>
                        <a:pt x="26582" y="75"/>
                      </a:lnTo>
                      <a:cubicBezTo>
                        <a:pt x="26570" y="29"/>
                        <a:pt x="26461" y="0"/>
                        <a:pt x="26340" y="0"/>
                      </a:cubicBezTo>
                      <a:close/>
                      <a:moveTo>
                        <a:pt x="28469" y="0"/>
                      </a:moveTo>
                      <a:lnTo>
                        <a:pt x="27416" y="0"/>
                      </a:lnTo>
                      <a:cubicBezTo>
                        <a:pt x="27295" y="0"/>
                        <a:pt x="27215" y="40"/>
                        <a:pt x="27220" y="75"/>
                      </a:cubicBezTo>
                      <a:lnTo>
                        <a:pt x="27261" y="167"/>
                      </a:lnTo>
                      <a:cubicBezTo>
                        <a:pt x="27272" y="213"/>
                        <a:pt x="27382" y="242"/>
                        <a:pt x="27502" y="242"/>
                      </a:cubicBezTo>
                      <a:lnTo>
                        <a:pt x="28561" y="242"/>
                      </a:lnTo>
                      <a:cubicBezTo>
                        <a:pt x="28682" y="242"/>
                        <a:pt x="28763" y="202"/>
                        <a:pt x="28745" y="167"/>
                      </a:cubicBezTo>
                      <a:lnTo>
                        <a:pt x="28711" y="75"/>
                      </a:lnTo>
                      <a:cubicBezTo>
                        <a:pt x="28688" y="29"/>
                        <a:pt x="28584" y="0"/>
                        <a:pt x="28469" y="0"/>
                      </a:cubicBezTo>
                      <a:close/>
                      <a:moveTo>
                        <a:pt x="30587" y="0"/>
                      </a:moveTo>
                      <a:lnTo>
                        <a:pt x="29540" y="0"/>
                      </a:lnTo>
                      <a:cubicBezTo>
                        <a:pt x="29419" y="0"/>
                        <a:pt x="29338" y="40"/>
                        <a:pt x="29350" y="75"/>
                      </a:cubicBezTo>
                      <a:lnTo>
                        <a:pt x="29396" y="167"/>
                      </a:lnTo>
                      <a:cubicBezTo>
                        <a:pt x="29407" y="213"/>
                        <a:pt x="29522" y="242"/>
                        <a:pt x="29637" y="242"/>
                      </a:cubicBezTo>
                      <a:lnTo>
                        <a:pt x="30696" y="242"/>
                      </a:lnTo>
                      <a:cubicBezTo>
                        <a:pt x="30817" y="242"/>
                        <a:pt x="30898" y="202"/>
                        <a:pt x="30886" y="167"/>
                      </a:cubicBezTo>
                      <a:lnTo>
                        <a:pt x="30840" y="75"/>
                      </a:lnTo>
                      <a:cubicBezTo>
                        <a:pt x="30817" y="29"/>
                        <a:pt x="30714" y="0"/>
                        <a:pt x="30587" y="0"/>
                      </a:cubicBezTo>
                      <a:close/>
                      <a:moveTo>
                        <a:pt x="2751" y="391"/>
                      </a:moveTo>
                      <a:lnTo>
                        <a:pt x="1744" y="391"/>
                      </a:lnTo>
                      <a:cubicBezTo>
                        <a:pt x="1623" y="391"/>
                        <a:pt x="1514" y="426"/>
                        <a:pt x="1491" y="460"/>
                      </a:cubicBezTo>
                      <a:lnTo>
                        <a:pt x="1335" y="817"/>
                      </a:lnTo>
                      <a:cubicBezTo>
                        <a:pt x="1312" y="858"/>
                        <a:pt x="1399" y="892"/>
                        <a:pt x="1519" y="892"/>
                      </a:cubicBezTo>
                      <a:lnTo>
                        <a:pt x="2550" y="892"/>
                      </a:lnTo>
                      <a:cubicBezTo>
                        <a:pt x="2670" y="892"/>
                        <a:pt x="2785" y="858"/>
                        <a:pt x="2803" y="817"/>
                      </a:cubicBezTo>
                      <a:lnTo>
                        <a:pt x="2947" y="460"/>
                      </a:lnTo>
                      <a:cubicBezTo>
                        <a:pt x="2952" y="420"/>
                        <a:pt x="2872" y="391"/>
                        <a:pt x="2751" y="391"/>
                      </a:cubicBezTo>
                      <a:close/>
                      <a:moveTo>
                        <a:pt x="4828" y="391"/>
                      </a:moveTo>
                      <a:lnTo>
                        <a:pt x="3821" y="391"/>
                      </a:lnTo>
                      <a:cubicBezTo>
                        <a:pt x="3700" y="391"/>
                        <a:pt x="3591" y="426"/>
                        <a:pt x="3580" y="460"/>
                      </a:cubicBezTo>
                      <a:lnTo>
                        <a:pt x="3442" y="817"/>
                      </a:lnTo>
                      <a:cubicBezTo>
                        <a:pt x="3424" y="858"/>
                        <a:pt x="3511" y="892"/>
                        <a:pt x="3631" y="892"/>
                      </a:cubicBezTo>
                      <a:lnTo>
                        <a:pt x="4662" y="892"/>
                      </a:lnTo>
                      <a:cubicBezTo>
                        <a:pt x="4782" y="892"/>
                        <a:pt x="4892" y="858"/>
                        <a:pt x="4915" y="817"/>
                      </a:cubicBezTo>
                      <a:lnTo>
                        <a:pt x="5036" y="460"/>
                      </a:lnTo>
                      <a:cubicBezTo>
                        <a:pt x="5036" y="420"/>
                        <a:pt x="4949" y="391"/>
                        <a:pt x="4828" y="391"/>
                      </a:cubicBezTo>
                      <a:close/>
                      <a:moveTo>
                        <a:pt x="6906" y="391"/>
                      </a:moveTo>
                      <a:lnTo>
                        <a:pt x="5899" y="391"/>
                      </a:lnTo>
                      <a:cubicBezTo>
                        <a:pt x="5778" y="391"/>
                        <a:pt x="5669" y="426"/>
                        <a:pt x="5657" y="460"/>
                      </a:cubicBezTo>
                      <a:lnTo>
                        <a:pt x="5542" y="817"/>
                      </a:lnTo>
                      <a:cubicBezTo>
                        <a:pt x="5525" y="858"/>
                        <a:pt x="5611" y="892"/>
                        <a:pt x="5738" y="892"/>
                      </a:cubicBezTo>
                      <a:lnTo>
                        <a:pt x="6762" y="892"/>
                      </a:lnTo>
                      <a:cubicBezTo>
                        <a:pt x="6889" y="892"/>
                        <a:pt x="6992" y="858"/>
                        <a:pt x="7009" y="817"/>
                      </a:cubicBezTo>
                      <a:lnTo>
                        <a:pt x="7107" y="460"/>
                      </a:lnTo>
                      <a:cubicBezTo>
                        <a:pt x="7113" y="420"/>
                        <a:pt x="7021" y="391"/>
                        <a:pt x="6906" y="391"/>
                      </a:cubicBezTo>
                      <a:close/>
                      <a:moveTo>
                        <a:pt x="8978" y="391"/>
                      </a:moveTo>
                      <a:lnTo>
                        <a:pt x="7971" y="391"/>
                      </a:lnTo>
                      <a:cubicBezTo>
                        <a:pt x="7850" y="391"/>
                        <a:pt x="7740" y="426"/>
                        <a:pt x="7735" y="460"/>
                      </a:cubicBezTo>
                      <a:lnTo>
                        <a:pt x="7643" y="817"/>
                      </a:lnTo>
                      <a:cubicBezTo>
                        <a:pt x="7625" y="858"/>
                        <a:pt x="7717" y="892"/>
                        <a:pt x="7844" y="892"/>
                      </a:cubicBezTo>
                      <a:lnTo>
                        <a:pt x="8874" y="892"/>
                      </a:lnTo>
                      <a:cubicBezTo>
                        <a:pt x="8995" y="892"/>
                        <a:pt x="9098" y="858"/>
                        <a:pt x="9110" y="817"/>
                      </a:cubicBezTo>
                      <a:lnTo>
                        <a:pt x="9191" y="460"/>
                      </a:lnTo>
                      <a:cubicBezTo>
                        <a:pt x="9196" y="420"/>
                        <a:pt x="9104" y="391"/>
                        <a:pt x="8978" y="391"/>
                      </a:cubicBezTo>
                      <a:close/>
                      <a:moveTo>
                        <a:pt x="11061" y="391"/>
                      </a:moveTo>
                      <a:lnTo>
                        <a:pt x="10054" y="391"/>
                      </a:lnTo>
                      <a:cubicBezTo>
                        <a:pt x="9927" y="391"/>
                        <a:pt x="9829" y="426"/>
                        <a:pt x="9824" y="460"/>
                      </a:cubicBezTo>
                      <a:lnTo>
                        <a:pt x="9749" y="817"/>
                      </a:lnTo>
                      <a:cubicBezTo>
                        <a:pt x="9743" y="858"/>
                        <a:pt x="9835" y="892"/>
                        <a:pt x="9956" y="892"/>
                      </a:cubicBezTo>
                      <a:lnTo>
                        <a:pt x="10986" y="892"/>
                      </a:lnTo>
                      <a:cubicBezTo>
                        <a:pt x="11107" y="892"/>
                        <a:pt x="11216" y="858"/>
                        <a:pt x="11216" y="817"/>
                      </a:cubicBezTo>
                      <a:lnTo>
                        <a:pt x="11274" y="460"/>
                      </a:lnTo>
                      <a:cubicBezTo>
                        <a:pt x="11274" y="420"/>
                        <a:pt x="11182" y="391"/>
                        <a:pt x="11061" y="391"/>
                      </a:cubicBezTo>
                      <a:close/>
                      <a:moveTo>
                        <a:pt x="13138" y="391"/>
                      </a:moveTo>
                      <a:lnTo>
                        <a:pt x="12131" y="391"/>
                      </a:lnTo>
                      <a:cubicBezTo>
                        <a:pt x="12010" y="391"/>
                        <a:pt x="11907" y="426"/>
                        <a:pt x="11901" y="460"/>
                      </a:cubicBezTo>
                      <a:lnTo>
                        <a:pt x="11849" y="817"/>
                      </a:lnTo>
                      <a:cubicBezTo>
                        <a:pt x="11844" y="858"/>
                        <a:pt x="11936" y="892"/>
                        <a:pt x="12056" y="892"/>
                      </a:cubicBezTo>
                      <a:lnTo>
                        <a:pt x="13087" y="892"/>
                      </a:lnTo>
                      <a:cubicBezTo>
                        <a:pt x="13207" y="892"/>
                        <a:pt x="13311" y="858"/>
                        <a:pt x="13317" y="817"/>
                      </a:cubicBezTo>
                      <a:lnTo>
                        <a:pt x="13346" y="460"/>
                      </a:lnTo>
                      <a:cubicBezTo>
                        <a:pt x="13351" y="420"/>
                        <a:pt x="13259" y="391"/>
                        <a:pt x="13138" y="391"/>
                      </a:cubicBezTo>
                      <a:close/>
                      <a:moveTo>
                        <a:pt x="15216" y="391"/>
                      </a:moveTo>
                      <a:lnTo>
                        <a:pt x="14209" y="391"/>
                      </a:lnTo>
                      <a:cubicBezTo>
                        <a:pt x="14088" y="391"/>
                        <a:pt x="13984" y="426"/>
                        <a:pt x="13984" y="460"/>
                      </a:cubicBezTo>
                      <a:lnTo>
                        <a:pt x="13967" y="817"/>
                      </a:lnTo>
                      <a:cubicBezTo>
                        <a:pt x="13967" y="858"/>
                        <a:pt x="14059" y="892"/>
                        <a:pt x="14180" y="892"/>
                      </a:cubicBezTo>
                      <a:lnTo>
                        <a:pt x="15210" y="892"/>
                      </a:lnTo>
                      <a:cubicBezTo>
                        <a:pt x="15331" y="892"/>
                        <a:pt x="15435" y="858"/>
                        <a:pt x="15435" y="817"/>
                      </a:cubicBezTo>
                      <a:lnTo>
                        <a:pt x="15440" y="460"/>
                      </a:lnTo>
                      <a:cubicBezTo>
                        <a:pt x="15435" y="420"/>
                        <a:pt x="15337" y="391"/>
                        <a:pt x="15216" y="391"/>
                      </a:cubicBezTo>
                      <a:close/>
                      <a:moveTo>
                        <a:pt x="17293" y="391"/>
                      </a:moveTo>
                      <a:lnTo>
                        <a:pt x="16286" y="391"/>
                      </a:lnTo>
                      <a:cubicBezTo>
                        <a:pt x="16165" y="391"/>
                        <a:pt x="16073" y="426"/>
                        <a:pt x="16073" y="460"/>
                      </a:cubicBezTo>
                      <a:lnTo>
                        <a:pt x="16073" y="817"/>
                      </a:lnTo>
                      <a:cubicBezTo>
                        <a:pt x="16073" y="858"/>
                        <a:pt x="16171" y="892"/>
                        <a:pt x="16292" y="892"/>
                      </a:cubicBezTo>
                      <a:lnTo>
                        <a:pt x="17322" y="892"/>
                      </a:lnTo>
                      <a:cubicBezTo>
                        <a:pt x="17443" y="892"/>
                        <a:pt x="17547" y="858"/>
                        <a:pt x="17541" y="817"/>
                      </a:cubicBezTo>
                      <a:lnTo>
                        <a:pt x="17524" y="460"/>
                      </a:lnTo>
                      <a:cubicBezTo>
                        <a:pt x="17512" y="420"/>
                        <a:pt x="17408" y="391"/>
                        <a:pt x="17293" y="391"/>
                      </a:cubicBezTo>
                      <a:close/>
                      <a:moveTo>
                        <a:pt x="19377" y="391"/>
                      </a:moveTo>
                      <a:lnTo>
                        <a:pt x="18370" y="391"/>
                      </a:lnTo>
                      <a:cubicBezTo>
                        <a:pt x="18243" y="391"/>
                        <a:pt x="18151" y="426"/>
                        <a:pt x="18151" y="460"/>
                      </a:cubicBezTo>
                      <a:lnTo>
                        <a:pt x="18174" y="817"/>
                      </a:lnTo>
                      <a:cubicBezTo>
                        <a:pt x="18174" y="858"/>
                        <a:pt x="18272" y="892"/>
                        <a:pt x="18398" y="892"/>
                      </a:cubicBezTo>
                      <a:lnTo>
                        <a:pt x="19423" y="892"/>
                      </a:lnTo>
                      <a:cubicBezTo>
                        <a:pt x="19549" y="892"/>
                        <a:pt x="19641" y="858"/>
                        <a:pt x="19641" y="817"/>
                      </a:cubicBezTo>
                      <a:lnTo>
                        <a:pt x="19607" y="460"/>
                      </a:lnTo>
                      <a:cubicBezTo>
                        <a:pt x="19590" y="420"/>
                        <a:pt x="19492" y="391"/>
                        <a:pt x="19377" y="391"/>
                      </a:cubicBezTo>
                      <a:close/>
                      <a:moveTo>
                        <a:pt x="21448" y="391"/>
                      </a:moveTo>
                      <a:lnTo>
                        <a:pt x="20441" y="391"/>
                      </a:lnTo>
                      <a:cubicBezTo>
                        <a:pt x="20315" y="391"/>
                        <a:pt x="20223" y="426"/>
                        <a:pt x="20228" y="460"/>
                      </a:cubicBezTo>
                      <a:lnTo>
                        <a:pt x="20274" y="817"/>
                      </a:lnTo>
                      <a:cubicBezTo>
                        <a:pt x="20280" y="858"/>
                        <a:pt x="20384" y="892"/>
                        <a:pt x="20505" y="892"/>
                      </a:cubicBezTo>
                      <a:lnTo>
                        <a:pt x="21535" y="892"/>
                      </a:lnTo>
                      <a:cubicBezTo>
                        <a:pt x="21656" y="892"/>
                        <a:pt x="21748" y="858"/>
                        <a:pt x="21742" y="817"/>
                      </a:cubicBezTo>
                      <a:lnTo>
                        <a:pt x="21684" y="460"/>
                      </a:lnTo>
                      <a:cubicBezTo>
                        <a:pt x="21679" y="420"/>
                        <a:pt x="21569" y="391"/>
                        <a:pt x="21448" y="391"/>
                      </a:cubicBezTo>
                      <a:close/>
                      <a:moveTo>
                        <a:pt x="23526" y="391"/>
                      </a:moveTo>
                      <a:lnTo>
                        <a:pt x="22519" y="391"/>
                      </a:lnTo>
                      <a:cubicBezTo>
                        <a:pt x="22398" y="391"/>
                        <a:pt x="22312" y="426"/>
                        <a:pt x="22317" y="460"/>
                      </a:cubicBezTo>
                      <a:lnTo>
                        <a:pt x="22381" y="817"/>
                      </a:lnTo>
                      <a:cubicBezTo>
                        <a:pt x="22386" y="858"/>
                        <a:pt x="22496" y="892"/>
                        <a:pt x="22617" y="892"/>
                      </a:cubicBezTo>
                      <a:lnTo>
                        <a:pt x="23647" y="892"/>
                      </a:lnTo>
                      <a:cubicBezTo>
                        <a:pt x="23768" y="892"/>
                        <a:pt x="23865" y="858"/>
                        <a:pt x="23848" y="817"/>
                      </a:cubicBezTo>
                      <a:lnTo>
                        <a:pt x="23768" y="460"/>
                      </a:lnTo>
                      <a:cubicBezTo>
                        <a:pt x="23756" y="420"/>
                        <a:pt x="23647" y="391"/>
                        <a:pt x="23526" y="391"/>
                      </a:cubicBezTo>
                      <a:close/>
                      <a:moveTo>
                        <a:pt x="25603" y="391"/>
                      </a:moveTo>
                      <a:lnTo>
                        <a:pt x="24596" y="391"/>
                      </a:lnTo>
                      <a:cubicBezTo>
                        <a:pt x="24475" y="391"/>
                        <a:pt x="24389" y="426"/>
                        <a:pt x="24395" y="460"/>
                      </a:cubicBezTo>
                      <a:lnTo>
                        <a:pt x="24481" y="817"/>
                      </a:lnTo>
                      <a:cubicBezTo>
                        <a:pt x="24487" y="858"/>
                        <a:pt x="24596" y="892"/>
                        <a:pt x="24723" y="892"/>
                      </a:cubicBezTo>
                      <a:lnTo>
                        <a:pt x="25753" y="892"/>
                      </a:lnTo>
                      <a:cubicBezTo>
                        <a:pt x="25874" y="892"/>
                        <a:pt x="25966" y="858"/>
                        <a:pt x="25954" y="817"/>
                      </a:cubicBezTo>
                      <a:lnTo>
                        <a:pt x="25857" y="460"/>
                      </a:lnTo>
                      <a:cubicBezTo>
                        <a:pt x="25834" y="420"/>
                        <a:pt x="25724" y="391"/>
                        <a:pt x="25603" y="391"/>
                      </a:cubicBezTo>
                      <a:close/>
                      <a:moveTo>
                        <a:pt x="27681" y="391"/>
                      </a:moveTo>
                      <a:lnTo>
                        <a:pt x="26674" y="391"/>
                      </a:lnTo>
                      <a:cubicBezTo>
                        <a:pt x="26553" y="391"/>
                        <a:pt x="26467" y="426"/>
                        <a:pt x="26484" y="460"/>
                      </a:cubicBezTo>
                      <a:lnTo>
                        <a:pt x="26587" y="817"/>
                      </a:lnTo>
                      <a:cubicBezTo>
                        <a:pt x="26605" y="858"/>
                        <a:pt x="26714" y="892"/>
                        <a:pt x="26835" y="892"/>
                      </a:cubicBezTo>
                      <a:lnTo>
                        <a:pt x="27865" y="892"/>
                      </a:lnTo>
                      <a:cubicBezTo>
                        <a:pt x="27986" y="892"/>
                        <a:pt x="28072" y="858"/>
                        <a:pt x="28055" y="817"/>
                      </a:cubicBezTo>
                      <a:lnTo>
                        <a:pt x="27928" y="460"/>
                      </a:lnTo>
                      <a:cubicBezTo>
                        <a:pt x="27911" y="420"/>
                        <a:pt x="27807" y="391"/>
                        <a:pt x="27681" y="391"/>
                      </a:cubicBezTo>
                      <a:close/>
                      <a:moveTo>
                        <a:pt x="30760" y="391"/>
                      </a:moveTo>
                      <a:lnTo>
                        <a:pt x="28745" y="391"/>
                      </a:lnTo>
                      <a:cubicBezTo>
                        <a:pt x="28625" y="391"/>
                        <a:pt x="28538" y="426"/>
                        <a:pt x="28561" y="460"/>
                      </a:cubicBezTo>
                      <a:lnTo>
                        <a:pt x="28699" y="817"/>
                      </a:lnTo>
                      <a:cubicBezTo>
                        <a:pt x="28711" y="858"/>
                        <a:pt x="28826" y="892"/>
                        <a:pt x="28947" y="892"/>
                      </a:cubicBezTo>
                      <a:lnTo>
                        <a:pt x="30990" y="892"/>
                      </a:lnTo>
                      <a:cubicBezTo>
                        <a:pt x="31116" y="892"/>
                        <a:pt x="31203" y="858"/>
                        <a:pt x="31180" y="817"/>
                      </a:cubicBezTo>
                      <a:lnTo>
                        <a:pt x="31019" y="460"/>
                      </a:lnTo>
                      <a:cubicBezTo>
                        <a:pt x="31001" y="420"/>
                        <a:pt x="30886" y="391"/>
                        <a:pt x="30760" y="391"/>
                      </a:cubicBezTo>
                      <a:close/>
                      <a:moveTo>
                        <a:pt x="30242" y="1565"/>
                      </a:moveTo>
                      <a:lnTo>
                        <a:pt x="31295" y="1565"/>
                      </a:lnTo>
                      <a:cubicBezTo>
                        <a:pt x="31416" y="1565"/>
                        <a:pt x="31502" y="1525"/>
                        <a:pt x="31479" y="1485"/>
                      </a:cubicBezTo>
                      <a:lnTo>
                        <a:pt x="31312" y="1117"/>
                      </a:lnTo>
                      <a:cubicBezTo>
                        <a:pt x="31295" y="1070"/>
                        <a:pt x="31180" y="1036"/>
                        <a:pt x="31053" y="1036"/>
                      </a:cubicBezTo>
                      <a:lnTo>
                        <a:pt x="30029" y="1036"/>
                      </a:lnTo>
                      <a:cubicBezTo>
                        <a:pt x="29902" y="1036"/>
                        <a:pt x="29816" y="1070"/>
                        <a:pt x="29833" y="1117"/>
                      </a:cubicBezTo>
                      <a:lnTo>
                        <a:pt x="29983" y="1485"/>
                      </a:lnTo>
                      <a:cubicBezTo>
                        <a:pt x="30006" y="1525"/>
                        <a:pt x="30121" y="1565"/>
                        <a:pt x="30242" y="1565"/>
                      </a:cubicBezTo>
                      <a:close/>
                      <a:moveTo>
                        <a:pt x="28095" y="1565"/>
                      </a:moveTo>
                      <a:lnTo>
                        <a:pt x="29143" y="1565"/>
                      </a:lnTo>
                      <a:cubicBezTo>
                        <a:pt x="29263" y="1565"/>
                        <a:pt x="29361" y="1525"/>
                        <a:pt x="29338" y="1485"/>
                      </a:cubicBezTo>
                      <a:lnTo>
                        <a:pt x="29194" y="1117"/>
                      </a:lnTo>
                      <a:cubicBezTo>
                        <a:pt x="29177" y="1070"/>
                        <a:pt x="29062" y="1036"/>
                        <a:pt x="28941" y="1036"/>
                      </a:cubicBezTo>
                      <a:lnTo>
                        <a:pt x="27911" y="1036"/>
                      </a:lnTo>
                      <a:cubicBezTo>
                        <a:pt x="27790" y="1036"/>
                        <a:pt x="27704" y="1070"/>
                        <a:pt x="27721" y="1117"/>
                      </a:cubicBezTo>
                      <a:lnTo>
                        <a:pt x="27848" y="1485"/>
                      </a:lnTo>
                      <a:cubicBezTo>
                        <a:pt x="27853" y="1525"/>
                        <a:pt x="27963" y="1565"/>
                        <a:pt x="28095" y="1565"/>
                      </a:cubicBezTo>
                      <a:close/>
                      <a:moveTo>
                        <a:pt x="25937" y="1565"/>
                      </a:moveTo>
                      <a:lnTo>
                        <a:pt x="26984" y="1565"/>
                      </a:lnTo>
                      <a:cubicBezTo>
                        <a:pt x="27105" y="1565"/>
                        <a:pt x="27203" y="1525"/>
                        <a:pt x="27186" y="1485"/>
                      </a:cubicBezTo>
                      <a:lnTo>
                        <a:pt x="27065" y="1117"/>
                      </a:lnTo>
                      <a:cubicBezTo>
                        <a:pt x="27048" y="1070"/>
                        <a:pt x="26944" y="1036"/>
                        <a:pt x="26812" y="1036"/>
                      </a:cubicBezTo>
                      <a:lnTo>
                        <a:pt x="25782" y="1036"/>
                      </a:lnTo>
                      <a:cubicBezTo>
                        <a:pt x="25661" y="1036"/>
                        <a:pt x="25569" y="1070"/>
                        <a:pt x="25580" y="1117"/>
                      </a:cubicBezTo>
                      <a:lnTo>
                        <a:pt x="25684" y="1485"/>
                      </a:lnTo>
                      <a:cubicBezTo>
                        <a:pt x="25707" y="1525"/>
                        <a:pt x="25810" y="1565"/>
                        <a:pt x="25937" y="1565"/>
                      </a:cubicBezTo>
                      <a:close/>
                      <a:moveTo>
                        <a:pt x="23785" y="1565"/>
                      </a:moveTo>
                      <a:lnTo>
                        <a:pt x="24832" y="1565"/>
                      </a:lnTo>
                      <a:cubicBezTo>
                        <a:pt x="24959" y="1565"/>
                        <a:pt x="25051" y="1525"/>
                        <a:pt x="25045" y="1485"/>
                      </a:cubicBezTo>
                      <a:lnTo>
                        <a:pt x="24947" y="1117"/>
                      </a:lnTo>
                      <a:cubicBezTo>
                        <a:pt x="24936" y="1070"/>
                        <a:pt x="24826" y="1036"/>
                        <a:pt x="24706" y="1036"/>
                      </a:cubicBezTo>
                      <a:lnTo>
                        <a:pt x="23675" y="1036"/>
                      </a:lnTo>
                      <a:cubicBezTo>
                        <a:pt x="23555" y="1036"/>
                        <a:pt x="23457" y="1070"/>
                        <a:pt x="23468" y="1117"/>
                      </a:cubicBezTo>
                      <a:lnTo>
                        <a:pt x="23543" y="1485"/>
                      </a:lnTo>
                      <a:cubicBezTo>
                        <a:pt x="23555" y="1525"/>
                        <a:pt x="23664" y="1565"/>
                        <a:pt x="23785" y="1565"/>
                      </a:cubicBezTo>
                      <a:close/>
                      <a:moveTo>
                        <a:pt x="21632" y="1565"/>
                      </a:moveTo>
                      <a:lnTo>
                        <a:pt x="22686" y="1565"/>
                      </a:lnTo>
                      <a:cubicBezTo>
                        <a:pt x="22806" y="1565"/>
                        <a:pt x="22899" y="1525"/>
                        <a:pt x="22893" y="1485"/>
                      </a:cubicBezTo>
                      <a:lnTo>
                        <a:pt x="22818" y="1117"/>
                      </a:lnTo>
                      <a:cubicBezTo>
                        <a:pt x="22812" y="1070"/>
                        <a:pt x="22703" y="1036"/>
                        <a:pt x="22582" y="1036"/>
                      </a:cubicBezTo>
                      <a:lnTo>
                        <a:pt x="21552" y="1036"/>
                      </a:lnTo>
                      <a:cubicBezTo>
                        <a:pt x="21431" y="1036"/>
                        <a:pt x="21339" y="1070"/>
                        <a:pt x="21345" y="1117"/>
                      </a:cubicBezTo>
                      <a:lnTo>
                        <a:pt x="21402" y="1485"/>
                      </a:lnTo>
                      <a:cubicBezTo>
                        <a:pt x="21397" y="1525"/>
                        <a:pt x="21506" y="1565"/>
                        <a:pt x="21632" y="1565"/>
                      </a:cubicBezTo>
                      <a:close/>
                      <a:moveTo>
                        <a:pt x="19474" y="1565"/>
                      </a:moveTo>
                      <a:lnTo>
                        <a:pt x="20528" y="1565"/>
                      </a:lnTo>
                      <a:cubicBezTo>
                        <a:pt x="20648" y="1565"/>
                        <a:pt x="20746" y="1525"/>
                        <a:pt x="20740" y="1485"/>
                      </a:cubicBezTo>
                      <a:lnTo>
                        <a:pt x="20689" y="1117"/>
                      </a:lnTo>
                      <a:cubicBezTo>
                        <a:pt x="20683" y="1070"/>
                        <a:pt x="20585" y="1036"/>
                        <a:pt x="20459" y="1036"/>
                      </a:cubicBezTo>
                      <a:lnTo>
                        <a:pt x="19434" y="1036"/>
                      </a:lnTo>
                      <a:cubicBezTo>
                        <a:pt x="19308" y="1036"/>
                        <a:pt x="19210" y="1070"/>
                        <a:pt x="19215" y="1117"/>
                      </a:cubicBezTo>
                      <a:lnTo>
                        <a:pt x="19250" y="1485"/>
                      </a:lnTo>
                      <a:cubicBezTo>
                        <a:pt x="19244" y="1525"/>
                        <a:pt x="19354" y="1565"/>
                        <a:pt x="19474" y="1565"/>
                      </a:cubicBezTo>
                      <a:close/>
                      <a:moveTo>
                        <a:pt x="17322" y="1565"/>
                      </a:moveTo>
                      <a:lnTo>
                        <a:pt x="18375" y="1565"/>
                      </a:lnTo>
                      <a:cubicBezTo>
                        <a:pt x="18496" y="1565"/>
                        <a:pt x="18600" y="1525"/>
                        <a:pt x="18600" y="1485"/>
                      </a:cubicBezTo>
                      <a:lnTo>
                        <a:pt x="18565" y="1117"/>
                      </a:lnTo>
                      <a:cubicBezTo>
                        <a:pt x="18565" y="1070"/>
                        <a:pt x="18462" y="1036"/>
                        <a:pt x="18335" y="1036"/>
                      </a:cubicBezTo>
                      <a:lnTo>
                        <a:pt x="17311" y="1036"/>
                      </a:lnTo>
                      <a:cubicBezTo>
                        <a:pt x="17184" y="1036"/>
                        <a:pt x="17086" y="1070"/>
                        <a:pt x="17086" y="1117"/>
                      </a:cubicBezTo>
                      <a:lnTo>
                        <a:pt x="17092" y="1485"/>
                      </a:lnTo>
                      <a:cubicBezTo>
                        <a:pt x="17092" y="1525"/>
                        <a:pt x="17201" y="1565"/>
                        <a:pt x="17322" y="1565"/>
                      </a:cubicBezTo>
                      <a:close/>
                      <a:moveTo>
                        <a:pt x="15170" y="1565"/>
                      </a:moveTo>
                      <a:lnTo>
                        <a:pt x="16223" y="1565"/>
                      </a:lnTo>
                      <a:cubicBezTo>
                        <a:pt x="16344" y="1565"/>
                        <a:pt x="16447" y="1525"/>
                        <a:pt x="16447" y="1485"/>
                      </a:cubicBezTo>
                      <a:lnTo>
                        <a:pt x="16447" y="1117"/>
                      </a:lnTo>
                      <a:cubicBezTo>
                        <a:pt x="16447" y="1070"/>
                        <a:pt x="16344" y="1036"/>
                        <a:pt x="16223" y="1036"/>
                      </a:cubicBezTo>
                      <a:lnTo>
                        <a:pt x="15193" y="1036"/>
                      </a:lnTo>
                      <a:cubicBezTo>
                        <a:pt x="15072" y="1036"/>
                        <a:pt x="14968" y="1070"/>
                        <a:pt x="14968" y="1117"/>
                      </a:cubicBezTo>
                      <a:lnTo>
                        <a:pt x="14957" y="1485"/>
                      </a:lnTo>
                      <a:cubicBezTo>
                        <a:pt x="14945" y="1525"/>
                        <a:pt x="15043" y="1565"/>
                        <a:pt x="15170" y="1565"/>
                      </a:cubicBezTo>
                      <a:close/>
                      <a:moveTo>
                        <a:pt x="13012" y="1565"/>
                      </a:moveTo>
                      <a:lnTo>
                        <a:pt x="14065" y="1565"/>
                      </a:lnTo>
                      <a:cubicBezTo>
                        <a:pt x="14186" y="1565"/>
                        <a:pt x="14295" y="1525"/>
                        <a:pt x="14295" y="1485"/>
                      </a:cubicBezTo>
                      <a:lnTo>
                        <a:pt x="14318" y="1117"/>
                      </a:lnTo>
                      <a:cubicBezTo>
                        <a:pt x="14318" y="1070"/>
                        <a:pt x="14220" y="1036"/>
                        <a:pt x="14099" y="1036"/>
                      </a:cubicBezTo>
                      <a:lnTo>
                        <a:pt x="13069" y="1036"/>
                      </a:lnTo>
                      <a:cubicBezTo>
                        <a:pt x="12948" y="1036"/>
                        <a:pt x="12851" y="1070"/>
                        <a:pt x="12839" y="1117"/>
                      </a:cubicBezTo>
                      <a:lnTo>
                        <a:pt x="12805" y="1485"/>
                      </a:lnTo>
                      <a:cubicBezTo>
                        <a:pt x="12793" y="1525"/>
                        <a:pt x="12891" y="1565"/>
                        <a:pt x="13012" y="1565"/>
                      </a:cubicBezTo>
                      <a:close/>
                      <a:moveTo>
                        <a:pt x="10865" y="1565"/>
                      </a:moveTo>
                      <a:lnTo>
                        <a:pt x="11913" y="1565"/>
                      </a:lnTo>
                      <a:cubicBezTo>
                        <a:pt x="12039" y="1565"/>
                        <a:pt x="12143" y="1525"/>
                        <a:pt x="12154" y="1485"/>
                      </a:cubicBezTo>
                      <a:lnTo>
                        <a:pt x="12195" y="1117"/>
                      </a:lnTo>
                      <a:cubicBezTo>
                        <a:pt x="12200" y="1070"/>
                        <a:pt x="12103" y="1036"/>
                        <a:pt x="11982" y="1036"/>
                      </a:cubicBezTo>
                      <a:lnTo>
                        <a:pt x="10952" y="1036"/>
                      </a:lnTo>
                      <a:cubicBezTo>
                        <a:pt x="10831" y="1036"/>
                        <a:pt x="10721" y="1070"/>
                        <a:pt x="10710" y="1117"/>
                      </a:cubicBezTo>
                      <a:lnTo>
                        <a:pt x="10647" y="1485"/>
                      </a:lnTo>
                      <a:cubicBezTo>
                        <a:pt x="10641" y="1525"/>
                        <a:pt x="10744" y="1565"/>
                        <a:pt x="10865" y="1565"/>
                      </a:cubicBezTo>
                      <a:close/>
                      <a:moveTo>
                        <a:pt x="8713" y="1565"/>
                      </a:moveTo>
                      <a:lnTo>
                        <a:pt x="9766" y="1565"/>
                      </a:lnTo>
                      <a:cubicBezTo>
                        <a:pt x="9887" y="1565"/>
                        <a:pt x="9990" y="1525"/>
                        <a:pt x="10008" y="1485"/>
                      </a:cubicBezTo>
                      <a:lnTo>
                        <a:pt x="10083" y="1117"/>
                      </a:lnTo>
                      <a:cubicBezTo>
                        <a:pt x="10088" y="1070"/>
                        <a:pt x="9996" y="1036"/>
                        <a:pt x="9870" y="1036"/>
                      </a:cubicBezTo>
                      <a:lnTo>
                        <a:pt x="8828" y="1036"/>
                      </a:lnTo>
                      <a:cubicBezTo>
                        <a:pt x="8707" y="1036"/>
                        <a:pt x="8598" y="1070"/>
                        <a:pt x="8592" y="1117"/>
                      </a:cubicBezTo>
                      <a:lnTo>
                        <a:pt x="8506" y="1485"/>
                      </a:lnTo>
                      <a:cubicBezTo>
                        <a:pt x="8488" y="1525"/>
                        <a:pt x="8586" y="1565"/>
                        <a:pt x="8713" y="1565"/>
                      </a:cubicBezTo>
                      <a:close/>
                      <a:moveTo>
                        <a:pt x="6555" y="1565"/>
                      </a:moveTo>
                      <a:lnTo>
                        <a:pt x="7608" y="1565"/>
                      </a:lnTo>
                      <a:cubicBezTo>
                        <a:pt x="7729" y="1565"/>
                        <a:pt x="7844" y="1525"/>
                        <a:pt x="7850" y="1485"/>
                      </a:cubicBezTo>
                      <a:lnTo>
                        <a:pt x="7942" y="1117"/>
                      </a:lnTo>
                      <a:cubicBezTo>
                        <a:pt x="7959" y="1070"/>
                        <a:pt x="7867" y="1036"/>
                        <a:pt x="7740" y="1036"/>
                      </a:cubicBezTo>
                      <a:lnTo>
                        <a:pt x="6716" y="1036"/>
                      </a:lnTo>
                      <a:cubicBezTo>
                        <a:pt x="6589" y="1036"/>
                        <a:pt x="6486" y="1070"/>
                        <a:pt x="6469" y="1117"/>
                      </a:cubicBezTo>
                      <a:lnTo>
                        <a:pt x="6359" y="1485"/>
                      </a:lnTo>
                      <a:cubicBezTo>
                        <a:pt x="6342" y="1525"/>
                        <a:pt x="6434" y="1565"/>
                        <a:pt x="6555" y="1565"/>
                      </a:cubicBezTo>
                      <a:close/>
                      <a:moveTo>
                        <a:pt x="4403" y="1565"/>
                      </a:moveTo>
                      <a:lnTo>
                        <a:pt x="5456" y="1565"/>
                      </a:lnTo>
                      <a:cubicBezTo>
                        <a:pt x="5577" y="1565"/>
                        <a:pt x="5692" y="1525"/>
                        <a:pt x="5709" y="1485"/>
                      </a:cubicBezTo>
                      <a:lnTo>
                        <a:pt x="5818" y="1117"/>
                      </a:lnTo>
                      <a:cubicBezTo>
                        <a:pt x="5836" y="1070"/>
                        <a:pt x="5749" y="1036"/>
                        <a:pt x="5617" y="1036"/>
                      </a:cubicBezTo>
                      <a:lnTo>
                        <a:pt x="4592" y="1036"/>
                      </a:lnTo>
                      <a:cubicBezTo>
                        <a:pt x="4466" y="1036"/>
                        <a:pt x="4351" y="1070"/>
                        <a:pt x="4339" y="1117"/>
                      </a:cubicBezTo>
                      <a:lnTo>
                        <a:pt x="4207" y="1485"/>
                      </a:lnTo>
                      <a:cubicBezTo>
                        <a:pt x="4190" y="1525"/>
                        <a:pt x="4282" y="1565"/>
                        <a:pt x="4403" y="1565"/>
                      </a:cubicBezTo>
                      <a:close/>
                      <a:moveTo>
                        <a:pt x="1209" y="1565"/>
                      </a:moveTo>
                      <a:lnTo>
                        <a:pt x="3298" y="1565"/>
                      </a:lnTo>
                      <a:cubicBezTo>
                        <a:pt x="3418" y="1565"/>
                        <a:pt x="3534" y="1525"/>
                        <a:pt x="3557" y="1485"/>
                      </a:cubicBezTo>
                      <a:lnTo>
                        <a:pt x="3695" y="1117"/>
                      </a:lnTo>
                      <a:cubicBezTo>
                        <a:pt x="3706" y="1070"/>
                        <a:pt x="3620" y="1036"/>
                        <a:pt x="3499" y="1036"/>
                      </a:cubicBezTo>
                      <a:lnTo>
                        <a:pt x="1439" y="1036"/>
                      </a:lnTo>
                      <a:cubicBezTo>
                        <a:pt x="1318" y="1036"/>
                        <a:pt x="1203" y="1070"/>
                        <a:pt x="1180" y="1117"/>
                      </a:cubicBezTo>
                      <a:lnTo>
                        <a:pt x="1019" y="1485"/>
                      </a:lnTo>
                      <a:cubicBezTo>
                        <a:pt x="1001" y="1525"/>
                        <a:pt x="1088" y="1565"/>
                        <a:pt x="1209" y="1565"/>
                      </a:cubicBezTo>
                      <a:close/>
                      <a:moveTo>
                        <a:pt x="26720" y="2268"/>
                      </a:moveTo>
                      <a:lnTo>
                        <a:pt x="27790" y="2268"/>
                      </a:lnTo>
                      <a:cubicBezTo>
                        <a:pt x="27923" y="2268"/>
                        <a:pt x="28009" y="2233"/>
                        <a:pt x="27992" y="2181"/>
                      </a:cubicBezTo>
                      <a:lnTo>
                        <a:pt x="27865" y="1801"/>
                      </a:lnTo>
                      <a:cubicBezTo>
                        <a:pt x="27848" y="1755"/>
                        <a:pt x="27733" y="1721"/>
                        <a:pt x="27612" y="1721"/>
                      </a:cubicBezTo>
                      <a:lnTo>
                        <a:pt x="26559" y="1721"/>
                      </a:lnTo>
                      <a:cubicBezTo>
                        <a:pt x="26438" y="1721"/>
                        <a:pt x="26346" y="1755"/>
                        <a:pt x="26357" y="1801"/>
                      </a:cubicBezTo>
                      <a:lnTo>
                        <a:pt x="26472" y="2181"/>
                      </a:lnTo>
                      <a:cubicBezTo>
                        <a:pt x="26472" y="2233"/>
                        <a:pt x="26587" y="2268"/>
                        <a:pt x="26720" y="2268"/>
                      </a:cubicBezTo>
                      <a:close/>
                      <a:moveTo>
                        <a:pt x="24516" y="2268"/>
                      </a:moveTo>
                      <a:lnTo>
                        <a:pt x="25592" y="2268"/>
                      </a:lnTo>
                      <a:cubicBezTo>
                        <a:pt x="25718" y="2268"/>
                        <a:pt x="25810" y="2233"/>
                        <a:pt x="25799" y="2181"/>
                      </a:cubicBezTo>
                      <a:lnTo>
                        <a:pt x="25690" y="1801"/>
                      </a:lnTo>
                      <a:cubicBezTo>
                        <a:pt x="25678" y="1755"/>
                        <a:pt x="25569" y="1721"/>
                        <a:pt x="25436" y="1721"/>
                      </a:cubicBezTo>
                      <a:lnTo>
                        <a:pt x="24389" y="1721"/>
                      </a:lnTo>
                      <a:cubicBezTo>
                        <a:pt x="24268" y="1721"/>
                        <a:pt x="24170" y="1755"/>
                        <a:pt x="24182" y="1801"/>
                      </a:cubicBezTo>
                      <a:lnTo>
                        <a:pt x="24268" y="2181"/>
                      </a:lnTo>
                      <a:cubicBezTo>
                        <a:pt x="24280" y="2233"/>
                        <a:pt x="24389" y="2268"/>
                        <a:pt x="24516" y="2268"/>
                      </a:cubicBezTo>
                      <a:close/>
                      <a:moveTo>
                        <a:pt x="22317" y="2268"/>
                      </a:moveTo>
                      <a:lnTo>
                        <a:pt x="23388" y="2268"/>
                      </a:lnTo>
                      <a:cubicBezTo>
                        <a:pt x="23520" y="2268"/>
                        <a:pt x="23612" y="2233"/>
                        <a:pt x="23606" y="2181"/>
                      </a:cubicBezTo>
                      <a:lnTo>
                        <a:pt x="23526" y="1801"/>
                      </a:lnTo>
                      <a:cubicBezTo>
                        <a:pt x="23520" y="1755"/>
                        <a:pt x="23405" y="1721"/>
                        <a:pt x="23278" y="1721"/>
                      </a:cubicBezTo>
                      <a:lnTo>
                        <a:pt x="22231" y="1721"/>
                      </a:lnTo>
                      <a:cubicBezTo>
                        <a:pt x="22110" y="1721"/>
                        <a:pt x="22007" y="1755"/>
                        <a:pt x="22012" y="1801"/>
                      </a:cubicBezTo>
                      <a:lnTo>
                        <a:pt x="22081" y="2181"/>
                      </a:lnTo>
                      <a:cubicBezTo>
                        <a:pt x="22081" y="2233"/>
                        <a:pt x="22185" y="2268"/>
                        <a:pt x="22317" y="2268"/>
                      </a:cubicBezTo>
                      <a:close/>
                      <a:moveTo>
                        <a:pt x="20113" y="2268"/>
                      </a:moveTo>
                      <a:lnTo>
                        <a:pt x="21189" y="2268"/>
                      </a:lnTo>
                      <a:cubicBezTo>
                        <a:pt x="21316" y="2268"/>
                        <a:pt x="21408" y="2233"/>
                        <a:pt x="21402" y="2181"/>
                      </a:cubicBezTo>
                      <a:lnTo>
                        <a:pt x="21345" y="1801"/>
                      </a:lnTo>
                      <a:cubicBezTo>
                        <a:pt x="21339" y="1755"/>
                        <a:pt x="21230" y="1721"/>
                        <a:pt x="21109" y="1721"/>
                      </a:cubicBezTo>
                      <a:lnTo>
                        <a:pt x="20056" y="1721"/>
                      </a:lnTo>
                      <a:cubicBezTo>
                        <a:pt x="19935" y="1721"/>
                        <a:pt x="19837" y="1755"/>
                        <a:pt x="19843" y="1801"/>
                      </a:cubicBezTo>
                      <a:lnTo>
                        <a:pt x="19883" y="2181"/>
                      </a:lnTo>
                      <a:cubicBezTo>
                        <a:pt x="19883" y="2233"/>
                        <a:pt x="19992" y="2268"/>
                        <a:pt x="20113" y="2268"/>
                      </a:cubicBezTo>
                      <a:close/>
                      <a:moveTo>
                        <a:pt x="17915" y="2268"/>
                      </a:moveTo>
                      <a:lnTo>
                        <a:pt x="18985" y="2268"/>
                      </a:lnTo>
                      <a:cubicBezTo>
                        <a:pt x="19118" y="2268"/>
                        <a:pt x="19215" y="2233"/>
                        <a:pt x="19210" y="2181"/>
                      </a:cubicBezTo>
                      <a:lnTo>
                        <a:pt x="19175" y="1801"/>
                      </a:lnTo>
                      <a:cubicBezTo>
                        <a:pt x="19164" y="1755"/>
                        <a:pt x="19066" y="1721"/>
                        <a:pt x="18933" y="1721"/>
                      </a:cubicBezTo>
                      <a:lnTo>
                        <a:pt x="17892" y="1721"/>
                      </a:lnTo>
                      <a:cubicBezTo>
                        <a:pt x="17771" y="1721"/>
                        <a:pt x="17667" y="1755"/>
                        <a:pt x="17667" y="1801"/>
                      </a:cubicBezTo>
                      <a:lnTo>
                        <a:pt x="17685" y="2181"/>
                      </a:lnTo>
                      <a:cubicBezTo>
                        <a:pt x="17685" y="2233"/>
                        <a:pt x="17794" y="2268"/>
                        <a:pt x="17915" y="2268"/>
                      </a:cubicBezTo>
                      <a:close/>
                      <a:moveTo>
                        <a:pt x="15722" y="2268"/>
                      </a:moveTo>
                      <a:lnTo>
                        <a:pt x="16793" y="2268"/>
                      </a:lnTo>
                      <a:cubicBezTo>
                        <a:pt x="16919" y="2268"/>
                        <a:pt x="17023" y="2233"/>
                        <a:pt x="17023" y="2181"/>
                      </a:cubicBezTo>
                      <a:lnTo>
                        <a:pt x="17017" y="1801"/>
                      </a:lnTo>
                      <a:cubicBezTo>
                        <a:pt x="17017" y="1755"/>
                        <a:pt x="16914" y="1721"/>
                        <a:pt x="16787" y="1721"/>
                      </a:cubicBezTo>
                      <a:lnTo>
                        <a:pt x="15734" y="1721"/>
                      </a:lnTo>
                      <a:cubicBezTo>
                        <a:pt x="15613" y="1721"/>
                        <a:pt x="15504" y="1755"/>
                        <a:pt x="15504" y="1801"/>
                      </a:cubicBezTo>
                      <a:lnTo>
                        <a:pt x="15498" y="2181"/>
                      </a:lnTo>
                      <a:cubicBezTo>
                        <a:pt x="15492" y="2233"/>
                        <a:pt x="15590" y="2268"/>
                        <a:pt x="15722" y="2268"/>
                      </a:cubicBezTo>
                      <a:close/>
                      <a:moveTo>
                        <a:pt x="13518" y="2268"/>
                      </a:moveTo>
                      <a:lnTo>
                        <a:pt x="14589" y="2268"/>
                      </a:lnTo>
                      <a:cubicBezTo>
                        <a:pt x="14721" y="2268"/>
                        <a:pt x="14819" y="2233"/>
                        <a:pt x="14830" y="2181"/>
                      </a:cubicBezTo>
                      <a:lnTo>
                        <a:pt x="14842" y="1801"/>
                      </a:lnTo>
                      <a:cubicBezTo>
                        <a:pt x="14842" y="1755"/>
                        <a:pt x="14738" y="1721"/>
                        <a:pt x="14617" y="1721"/>
                      </a:cubicBezTo>
                      <a:lnTo>
                        <a:pt x="13570" y="1721"/>
                      </a:lnTo>
                      <a:cubicBezTo>
                        <a:pt x="13449" y="1721"/>
                        <a:pt x="13340" y="1755"/>
                        <a:pt x="13334" y="1801"/>
                      </a:cubicBezTo>
                      <a:lnTo>
                        <a:pt x="13294" y="2181"/>
                      </a:lnTo>
                      <a:cubicBezTo>
                        <a:pt x="13288" y="2233"/>
                        <a:pt x="13392" y="2268"/>
                        <a:pt x="13518" y="2268"/>
                      </a:cubicBezTo>
                      <a:close/>
                      <a:moveTo>
                        <a:pt x="11320" y="2268"/>
                      </a:moveTo>
                      <a:lnTo>
                        <a:pt x="12390" y="2268"/>
                      </a:lnTo>
                      <a:cubicBezTo>
                        <a:pt x="12517" y="2268"/>
                        <a:pt x="12626" y="2233"/>
                        <a:pt x="12626" y="2181"/>
                      </a:cubicBezTo>
                      <a:lnTo>
                        <a:pt x="12672" y="1801"/>
                      </a:lnTo>
                      <a:cubicBezTo>
                        <a:pt x="12678" y="1755"/>
                        <a:pt x="12574" y="1721"/>
                        <a:pt x="12454" y="1721"/>
                      </a:cubicBezTo>
                      <a:lnTo>
                        <a:pt x="11406" y="1721"/>
                      </a:lnTo>
                      <a:cubicBezTo>
                        <a:pt x="11280" y="1721"/>
                        <a:pt x="11176" y="1755"/>
                        <a:pt x="11164" y="1801"/>
                      </a:cubicBezTo>
                      <a:lnTo>
                        <a:pt x="11107" y="2181"/>
                      </a:lnTo>
                      <a:cubicBezTo>
                        <a:pt x="11090" y="2233"/>
                        <a:pt x="11187" y="2268"/>
                        <a:pt x="11320" y="2268"/>
                      </a:cubicBezTo>
                      <a:close/>
                      <a:moveTo>
                        <a:pt x="9116" y="2268"/>
                      </a:moveTo>
                      <a:lnTo>
                        <a:pt x="10186" y="2268"/>
                      </a:lnTo>
                      <a:cubicBezTo>
                        <a:pt x="10319" y="2268"/>
                        <a:pt x="10428" y="2233"/>
                        <a:pt x="10434" y="2181"/>
                      </a:cubicBezTo>
                      <a:lnTo>
                        <a:pt x="10497" y="1801"/>
                      </a:lnTo>
                      <a:cubicBezTo>
                        <a:pt x="10503" y="1755"/>
                        <a:pt x="10411" y="1721"/>
                        <a:pt x="10284" y="1721"/>
                      </a:cubicBezTo>
                      <a:lnTo>
                        <a:pt x="9231" y="1721"/>
                      </a:lnTo>
                      <a:cubicBezTo>
                        <a:pt x="9110" y="1721"/>
                        <a:pt x="8995" y="1755"/>
                        <a:pt x="8989" y="1801"/>
                      </a:cubicBezTo>
                      <a:lnTo>
                        <a:pt x="8909" y="2181"/>
                      </a:lnTo>
                      <a:cubicBezTo>
                        <a:pt x="8891" y="2233"/>
                        <a:pt x="8983" y="2268"/>
                        <a:pt x="9116" y="2268"/>
                      </a:cubicBezTo>
                      <a:close/>
                      <a:moveTo>
                        <a:pt x="6917" y="2268"/>
                      </a:moveTo>
                      <a:lnTo>
                        <a:pt x="7988" y="2268"/>
                      </a:lnTo>
                      <a:cubicBezTo>
                        <a:pt x="8114" y="2268"/>
                        <a:pt x="8224" y="2233"/>
                        <a:pt x="8241" y="2181"/>
                      </a:cubicBezTo>
                      <a:lnTo>
                        <a:pt x="8327" y="1801"/>
                      </a:lnTo>
                      <a:cubicBezTo>
                        <a:pt x="8333" y="1755"/>
                        <a:pt x="8247" y="1721"/>
                        <a:pt x="8114" y="1721"/>
                      </a:cubicBezTo>
                      <a:lnTo>
                        <a:pt x="7067" y="1721"/>
                      </a:lnTo>
                      <a:cubicBezTo>
                        <a:pt x="6946" y="1721"/>
                        <a:pt x="6825" y="1755"/>
                        <a:pt x="6814" y="1801"/>
                      </a:cubicBezTo>
                      <a:lnTo>
                        <a:pt x="6704" y="2181"/>
                      </a:lnTo>
                      <a:cubicBezTo>
                        <a:pt x="6693" y="2233"/>
                        <a:pt x="6785" y="2268"/>
                        <a:pt x="6917" y="2268"/>
                      </a:cubicBezTo>
                      <a:close/>
                      <a:moveTo>
                        <a:pt x="4713" y="2268"/>
                      </a:moveTo>
                      <a:lnTo>
                        <a:pt x="5784" y="2268"/>
                      </a:lnTo>
                      <a:cubicBezTo>
                        <a:pt x="5916" y="2268"/>
                        <a:pt x="6031" y="2233"/>
                        <a:pt x="6043" y="2181"/>
                      </a:cubicBezTo>
                      <a:lnTo>
                        <a:pt x="6158" y="1801"/>
                      </a:lnTo>
                      <a:cubicBezTo>
                        <a:pt x="6175" y="1755"/>
                        <a:pt x="6083" y="1721"/>
                        <a:pt x="5956" y="1721"/>
                      </a:cubicBezTo>
                      <a:lnTo>
                        <a:pt x="4909" y="1721"/>
                      </a:lnTo>
                      <a:cubicBezTo>
                        <a:pt x="4788" y="1721"/>
                        <a:pt x="4667" y="1755"/>
                        <a:pt x="4656" y="1801"/>
                      </a:cubicBezTo>
                      <a:lnTo>
                        <a:pt x="4523" y="2181"/>
                      </a:lnTo>
                      <a:cubicBezTo>
                        <a:pt x="4500" y="2233"/>
                        <a:pt x="4587" y="2268"/>
                        <a:pt x="4713" y="2268"/>
                      </a:cubicBezTo>
                      <a:close/>
                      <a:moveTo>
                        <a:pt x="892" y="2268"/>
                      </a:moveTo>
                      <a:lnTo>
                        <a:pt x="3585" y="2268"/>
                      </a:lnTo>
                      <a:cubicBezTo>
                        <a:pt x="3712" y="2268"/>
                        <a:pt x="3827" y="2233"/>
                        <a:pt x="3844" y="2181"/>
                      </a:cubicBezTo>
                      <a:lnTo>
                        <a:pt x="3982" y="1801"/>
                      </a:lnTo>
                      <a:cubicBezTo>
                        <a:pt x="3994" y="1755"/>
                        <a:pt x="3908" y="1721"/>
                        <a:pt x="3787" y="1721"/>
                      </a:cubicBezTo>
                      <a:lnTo>
                        <a:pt x="1140" y="1721"/>
                      </a:lnTo>
                      <a:cubicBezTo>
                        <a:pt x="1019" y="1721"/>
                        <a:pt x="892" y="1755"/>
                        <a:pt x="875" y="1801"/>
                      </a:cubicBezTo>
                      <a:lnTo>
                        <a:pt x="702" y="2181"/>
                      </a:lnTo>
                      <a:cubicBezTo>
                        <a:pt x="679" y="2233"/>
                        <a:pt x="766" y="2268"/>
                        <a:pt x="892" y="2268"/>
                      </a:cubicBezTo>
                      <a:close/>
                      <a:moveTo>
                        <a:pt x="28918" y="2268"/>
                      </a:moveTo>
                      <a:lnTo>
                        <a:pt x="31611" y="2268"/>
                      </a:lnTo>
                      <a:cubicBezTo>
                        <a:pt x="31738" y="2268"/>
                        <a:pt x="31824" y="2233"/>
                        <a:pt x="31807" y="2181"/>
                      </a:cubicBezTo>
                      <a:lnTo>
                        <a:pt x="31634" y="1801"/>
                      </a:lnTo>
                      <a:cubicBezTo>
                        <a:pt x="31611" y="1755"/>
                        <a:pt x="31496" y="1721"/>
                        <a:pt x="31364" y="1721"/>
                      </a:cubicBezTo>
                      <a:lnTo>
                        <a:pt x="28717" y="1721"/>
                      </a:lnTo>
                      <a:cubicBezTo>
                        <a:pt x="28596" y="1721"/>
                        <a:pt x="28504" y="1755"/>
                        <a:pt x="28527" y="1801"/>
                      </a:cubicBezTo>
                      <a:lnTo>
                        <a:pt x="28659" y="2181"/>
                      </a:lnTo>
                      <a:cubicBezTo>
                        <a:pt x="28676" y="2233"/>
                        <a:pt x="28791" y="2268"/>
                        <a:pt x="28918" y="2268"/>
                      </a:cubicBezTo>
                      <a:close/>
                      <a:moveTo>
                        <a:pt x="25828" y="3004"/>
                      </a:moveTo>
                      <a:lnTo>
                        <a:pt x="26921" y="3004"/>
                      </a:lnTo>
                      <a:cubicBezTo>
                        <a:pt x="27048" y="3004"/>
                        <a:pt x="27146" y="2964"/>
                        <a:pt x="27128" y="2918"/>
                      </a:cubicBezTo>
                      <a:lnTo>
                        <a:pt x="27008" y="2521"/>
                      </a:lnTo>
                      <a:cubicBezTo>
                        <a:pt x="26990" y="2469"/>
                        <a:pt x="26875" y="2434"/>
                        <a:pt x="26749" y="2434"/>
                      </a:cubicBezTo>
                      <a:lnTo>
                        <a:pt x="25678" y="2434"/>
                      </a:lnTo>
                      <a:cubicBezTo>
                        <a:pt x="25546" y="2434"/>
                        <a:pt x="25454" y="2469"/>
                        <a:pt x="25465" y="2521"/>
                      </a:cubicBezTo>
                      <a:lnTo>
                        <a:pt x="25575" y="2918"/>
                      </a:lnTo>
                      <a:cubicBezTo>
                        <a:pt x="25580" y="2958"/>
                        <a:pt x="25695" y="3004"/>
                        <a:pt x="25828" y="3004"/>
                      </a:cubicBezTo>
                      <a:close/>
                      <a:moveTo>
                        <a:pt x="23583" y="3004"/>
                      </a:moveTo>
                      <a:lnTo>
                        <a:pt x="24677" y="3004"/>
                      </a:lnTo>
                      <a:cubicBezTo>
                        <a:pt x="24803" y="3004"/>
                        <a:pt x="24895" y="2964"/>
                        <a:pt x="24890" y="2918"/>
                      </a:cubicBezTo>
                      <a:lnTo>
                        <a:pt x="24792" y="2521"/>
                      </a:lnTo>
                      <a:cubicBezTo>
                        <a:pt x="24775" y="2469"/>
                        <a:pt x="24671" y="2434"/>
                        <a:pt x="24539" y="2434"/>
                      </a:cubicBezTo>
                      <a:lnTo>
                        <a:pt x="23468" y="2434"/>
                      </a:lnTo>
                      <a:cubicBezTo>
                        <a:pt x="23336" y="2434"/>
                        <a:pt x="23244" y="2469"/>
                        <a:pt x="23250" y="2521"/>
                      </a:cubicBezTo>
                      <a:lnTo>
                        <a:pt x="23330" y="2918"/>
                      </a:lnTo>
                      <a:cubicBezTo>
                        <a:pt x="23336" y="2958"/>
                        <a:pt x="23451" y="3004"/>
                        <a:pt x="23583" y="3004"/>
                      </a:cubicBezTo>
                      <a:close/>
                      <a:moveTo>
                        <a:pt x="21333" y="3004"/>
                      </a:moveTo>
                      <a:lnTo>
                        <a:pt x="22427" y="3004"/>
                      </a:lnTo>
                      <a:cubicBezTo>
                        <a:pt x="22553" y="3004"/>
                        <a:pt x="22657" y="2964"/>
                        <a:pt x="22645" y="2918"/>
                      </a:cubicBezTo>
                      <a:lnTo>
                        <a:pt x="22576" y="2521"/>
                      </a:lnTo>
                      <a:cubicBezTo>
                        <a:pt x="22571" y="2469"/>
                        <a:pt x="22455" y="2434"/>
                        <a:pt x="22329" y="2434"/>
                      </a:cubicBezTo>
                      <a:lnTo>
                        <a:pt x="21258" y="2434"/>
                      </a:lnTo>
                      <a:cubicBezTo>
                        <a:pt x="21126" y="2434"/>
                        <a:pt x="21028" y="2469"/>
                        <a:pt x="21034" y="2521"/>
                      </a:cubicBezTo>
                      <a:lnTo>
                        <a:pt x="21092" y="2918"/>
                      </a:lnTo>
                      <a:cubicBezTo>
                        <a:pt x="21086" y="2958"/>
                        <a:pt x="21201" y="3004"/>
                        <a:pt x="21333" y="3004"/>
                      </a:cubicBezTo>
                      <a:close/>
                      <a:moveTo>
                        <a:pt x="19077" y="3004"/>
                      </a:moveTo>
                      <a:lnTo>
                        <a:pt x="20171" y="3004"/>
                      </a:lnTo>
                      <a:cubicBezTo>
                        <a:pt x="20303" y="3004"/>
                        <a:pt x="20401" y="2964"/>
                        <a:pt x="20395" y="2918"/>
                      </a:cubicBezTo>
                      <a:lnTo>
                        <a:pt x="20343" y="2521"/>
                      </a:lnTo>
                      <a:cubicBezTo>
                        <a:pt x="20338" y="2469"/>
                        <a:pt x="20228" y="2434"/>
                        <a:pt x="20102" y="2434"/>
                      </a:cubicBezTo>
                      <a:lnTo>
                        <a:pt x="19031" y="2434"/>
                      </a:lnTo>
                      <a:cubicBezTo>
                        <a:pt x="18899" y="2434"/>
                        <a:pt x="18801" y="2469"/>
                        <a:pt x="18807" y="2521"/>
                      </a:cubicBezTo>
                      <a:lnTo>
                        <a:pt x="18836" y="2918"/>
                      </a:lnTo>
                      <a:cubicBezTo>
                        <a:pt x="18841" y="2958"/>
                        <a:pt x="18951" y="3004"/>
                        <a:pt x="19077" y="3004"/>
                      </a:cubicBezTo>
                      <a:close/>
                      <a:moveTo>
                        <a:pt x="16827" y="3004"/>
                      </a:moveTo>
                      <a:lnTo>
                        <a:pt x="17921" y="3004"/>
                      </a:lnTo>
                      <a:cubicBezTo>
                        <a:pt x="18047" y="3004"/>
                        <a:pt x="18157" y="2964"/>
                        <a:pt x="18151" y="2918"/>
                      </a:cubicBezTo>
                      <a:lnTo>
                        <a:pt x="18128" y="2521"/>
                      </a:lnTo>
                      <a:cubicBezTo>
                        <a:pt x="18128" y="2469"/>
                        <a:pt x="18018" y="2434"/>
                        <a:pt x="17892" y="2434"/>
                      </a:cubicBezTo>
                      <a:lnTo>
                        <a:pt x="16821" y="2434"/>
                      </a:lnTo>
                      <a:cubicBezTo>
                        <a:pt x="16689" y="2434"/>
                        <a:pt x="16591" y="2469"/>
                        <a:pt x="16591" y="2521"/>
                      </a:cubicBezTo>
                      <a:lnTo>
                        <a:pt x="16597" y="2918"/>
                      </a:lnTo>
                      <a:cubicBezTo>
                        <a:pt x="16591" y="2958"/>
                        <a:pt x="16701" y="3004"/>
                        <a:pt x="16827" y="3004"/>
                      </a:cubicBezTo>
                      <a:close/>
                      <a:moveTo>
                        <a:pt x="14583" y="3004"/>
                      </a:moveTo>
                      <a:lnTo>
                        <a:pt x="15676" y="3004"/>
                      </a:lnTo>
                      <a:cubicBezTo>
                        <a:pt x="15809" y="3004"/>
                        <a:pt x="15912" y="2964"/>
                        <a:pt x="15912" y="2918"/>
                      </a:cubicBezTo>
                      <a:lnTo>
                        <a:pt x="15924" y="2521"/>
                      </a:lnTo>
                      <a:cubicBezTo>
                        <a:pt x="15924" y="2469"/>
                        <a:pt x="15820" y="2434"/>
                        <a:pt x="15694" y="2434"/>
                      </a:cubicBezTo>
                      <a:lnTo>
                        <a:pt x="14617" y="2434"/>
                      </a:lnTo>
                      <a:cubicBezTo>
                        <a:pt x="14491" y="2434"/>
                        <a:pt x="14381" y="2469"/>
                        <a:pt x="14381" y="2521"/>
                      </a:cubicBezTo>
                      <a:lnTo>
                        <a:pt x="14358" y="2918"/>
                      </a:lnTo>
                      <a:cubicBezTo>
                        <a:pt x="14347" y="2958"/>
                        <a:pt x="14445" y="3004"/>
                        <a:pt x="14583" y="3004"/>
                      </a:cubicBezTo>
                      <a:close/>
                      <a:moveTo>
                        <a:pt x="12333" y="3004"/>
                      </a:moveTo>
                      <a:lnTo>
                        <a:pt x="13426" y="3004"/>
                      </a:lnTo>
                      <a:cubicBezTo>
                        <a:pt x="13553" y="3004"/>
                        <a:pt x="13662" y="2964"/>
                        <a:pt x="13668" y="2918"/>
                      </a:cubicBezTo>
                      <a:lnTo>
                        <a:pt x="13697" y="2521"/>
                      </a:lnTo>
                      <a:cubicBezTo>
                        <a:pt x="13697" y="2469"/>
                        <a:pt x="13599" y="2434"/>
                        <a:pt x="13478" y="2434"/>
                      </a:cubicBezTo>
                      <a:lnTo>
                        <a:pt x="12402" y="2434"/>
                      </a:lnTo>
                      <a:cubicBezTo>
                        <a:pt x="12275" y="2434"/>
                        <a:pt x="12166" y="2469"/>
                        <a:pt x="12160" y="2521"/>
                      </a:cubicBezTo>
                      <a:lnTo>
                        <a:pt x="12108" y="2918"/>
                      </a:lnTo>
                      <a:cubicBezTo>
                        <a:pt x="12103" y="2958"/>
                        <a:pt x="12200" y="3004"/>
                        <a:pt x="12333" y="3004"/>
                      </a:cubicBezTo>
                      <a:close/>
                      <a:moveTo>
                        <a:pt x="10083" y="3004"/>
                      </a:moveTo>
                      <a:lnTo>
                        <a:pt x="11176" y="3004"/>
                      </a:lnTo>
                      <a:cubicBezTo>
                        <a:pt x="11303" y="3004"/>
                        <a:pt x="11418" y="2964"/>
                        <a:pt x="11418" y="2918"/>
                      </a:cubicBezTo>
                      <a:lnTo>
                        <a:pt x="11475" y="2521"/>
                      </a:lnTo>
                      <a:cubicBezTo>
                        <a:pt x="11481" y="2469"/>
                        <a:pt x="11383" y="2434"/>
                        <a:pt x="11251" y="2434"/>
                      </a:cubicBezTo>
                      <a:lnTo>
                        <a:pt x="10180" y="2434"/>
                      </a:lnTo>
                      <a:cubicBezTo>
                        <a:pt x="10054" y="2434"/>
                        <a:pt x="9944" y="2469"/>
                        <a:pt x="9939" y="2521"/>
                      </a:cubicBezTo>
                      <a:lnTo>
                        <a:pt x="9864" y="2918"/>
                      </a:lnTo>
                      <a:cubicBezTo>
                        <a:pt x="9847" y="2958"/>
                        <a:pt x="9950" y="3004"/>
                        <a:pt x="10083" y="3004"/>
                      </a:cubicBezTo>
                      <a:close/>
                      <a:moveTo>
                        <a:pt x="7827" y="3004"/>
                      </a:moveTo>
                      <a:lnTo>
                        <a:pt x="8920" y="3004"/>
                      </a:lnTo>
                      <a:cubicBezTo>
                        <a:pt x="9052" y="3004"/>
                        <a:pt x="9168" y="2964"/>
                        <a:pt x="9173" y="2918"/>
                      </a:cubicBezTo>
                      <a:lnTo>
                        <a:pt x="9254" y="2521"/>
                      </a:lnTo>
                      <a:cubicBezTo>
                        <a:pt x="9260" y="2469"/>
                        <a:pt x="9168" y="2434"/>
                        <a:pt x="9035" y="2434"/>
                      </a:cubicBezTo>
                      <a:lnTo>
                        <a:pt x="7965" y="2434"/>
                      </a:lnTo>
                      <a:cubicBezTo>
                        <a:pt x="7832" y="2434"/>
                        <a:pt x="7723" y="2469"/>
                        <a:pt x="7712" y="2521"/>
                      </a:cubicBezTo>
                      <a:lnTo>
                        <a:pt x="7614" y="2918"/>
                      </a:lnTo>
                      <a:cubicBezTo>
                        <a:pt x="7608" y="2958"/>
                        <a:pt x="7700" y="3004"/>
                        <a:pt x="7827" y="3004"/>
                      </a:cubicBezTo>
                      <a:close/>
                      <a:moveTo>
                        <a:pt x="5577" y="3004"/>
                      </a:moveTo>
                      <a:lnTo>
                        <a:pt x="6670" y="3004"/>
                      </a:lnTo>
                      <a:cubicBezTo>
                        <a:pt x="6802" y="3004"/>
                        <a:pt x="6917" y="2964"/>
                        <a:pt x="6929" y="2918"/>
                      </a:cubicBezTo>
                      <a:lnTo>
                        <a:pt x="7038" y="2521"/>
                      </a:lnTo>
                      <a:cubicBezTo>
                        <a:pt x="7050" y="2469"/>
                        <a:pt x="6958" y="2434"/>
                        <a:pt x="6825" y="2434"/>
                      </a:cubicBezTo>
                      <a:lnTo>
                        <a:pt x="5755" y="2434"/>
                      </a:lnTo>
                      <a:cubicBezTo>
                        <a:pt x="5628" y="2434"/>
                        <a:pt x="5513" y="2469"/>
                        <a:pt x="5496" y="2521"/>
                      </a:cubicBezTo>
                      <a:lnTo>
                        <a:pt x="5375" y="2918"/>
                      </a:lnTo>
                      <a:cubicBezTo>
                        <a:pt x="5352" y="2958"/>
                        <a:pt x="5450" y="3004"/>
                        <a:pt x="5577" y="3004"/>
                      </a:cubicBezTo>
                      <a:close/>
                      <a:moveTo>
                        <a:pt x="570" y="3004"/>
                      </a:moveTo>
                      <a:lnTo>
                        <a:pt x="4426" y="3004"/>
                      </a:lnTo>
                      <a:cubicBezTo>
                        <a:pt x="4558" y="3004"/>
                        <a:pt x="4679" y="2964"/>
                        <a:pt x="4690" y="2918"/>
                      </a:cubicBezTo>
                      <a:lnTo>
                        <a:pt x="4823" y="2521"/>
                      </a:lnTo>
                      <a:cubicBezTo>
                        <a:pt x="4834" y="2469"/>
                        <a:pt x="4742" y="2434"/>
                        <a:pt x="4621" y="2434"/>
                      </a:cubicBezTo>
                      <a:lnTo>
                        <a:pt x="829" y="2434"/>
                      </a:lnTo>
                      <a:cubicBezTo>
                        <a:pt x="696" y="2434"/>
                        <a:pt x="576" y="2469"/>
                        <a:pt x="553" y="2521"/>
                      </a:cubicBezTo>
                      <a:lnTo>
                        <a:pt x="374" y="2918"/>
                      </a:lnTo>
                      <a:cubicBezTo>
                        <a:pt x="345" y="2958"/>
                        <a:pt x="432" y="3004"/>
                        <a:pt x="570" y="3004"/>
                      </a:cubicBezTo>
                      <a:close/>
                      <a:moveTo>
                        <a:pt x="28078" y="3004"/>
                      </a:moveTo>
                      <a:lnTo>
                        <a:pt x="31934" y="3004"/>
                      </a:lnTo>
                      <a:cubicBezTo>
                        <a:pt x="32066" y="3004"/>
                        <a:pt x="32152" y="2964"/>
                        <a:pt x="32129" y="2918"/>
                      </a:cubicBezTo>
                      <a:lnTo>
                        <a:pt x="31945" y="2521"/>
                      </a:lnTo>
                      <a:cubicBezTo>
                        <a:pt x="31928" y="2469"/>
                        <a:pt x="31801" y="2434"/>
                        <a:pt x="31675" y="2434"/>
                      </a:cubicBezTo>
                      <a:lnTo>
                        <a:pt x="27882" y="2434"/>
                      </a:lnTo>
                      <a:cubicBezTo>
                        <a:pt x="27756" y="2434"/>
                        <a:pt x="27664" y="2469"/>
                        <a:pt x="27681" y="2521"/>
                      </a:cubicBezTo>
                      <a:lnTo>
                        <a:pt x="27813" y="2918"/>
                      </a:lnTo>
                      <a:cubicBezTo>
                        <a:pt x="27836" y="2958"/>
                        <a:pt x="27951" y="3004"/>
                        <a:pt x="28078" y="3004"/>
                      </a:cubicBezTo>
                      <a:close/>
                      <a:moveTo>
                        <a:pt x="26570" y="3764"/>
                      </a:moveTo>
                      <a:lnTo>
                        <a:pt x="27733" y="3764"/>
                      </a:lnTo>
                      <a:cubicBezTo>
                        <a:pt x="27871" y="3764"/>
                        <a:pt x="27963" y="3723"/>
                        <a:pt x="27940" y="3672"/>
                      </a:cubicBezTo>
                      <a:lnTo>
                        <a:pt x="27905" y="3551"/>
                      </a:lnTo>
                      <a:cubicBezTo>
                        <a:pt x="27894" y="3499"/>
                        <a:pt x="27767" y="3453"/>
                        <a:pt x="27641" y="3453"/>
                      </a:cubicBezTo>
                      <a:lnTo>
                        <a:pt x="26484" y="3453"/>
                      </a:lnTo>
                      <a:cubicBezTo>
                        <a:pt x="26351" y="3453"/>
                        <a:pt x="26254" y="3499"/>
                        <a:pt x="26265" y="3551"/>
                      </a:cubicBezTo>
                      <a:lnTo>
                        <a:pt x="26300" y="3672"/>
                      </a:lnTo>
                      <a:cubicBezTo>
                        <a:pt x="26311" y="3723"/>
                        <a:pt x="26432" y="3764"/>
                        <a:pt x="26570" y="3764"/>
                      </a:cubicBezTo>
                      <a:close/>
                      <a:moveTo>
                        <a:pt x="28832" y="3764"/>
                      </a:moveTo>
                      <a:lnTo>
                        <a:pt x="30000" y="3764"/>
                      </a:lnTo>
                      <a:cubicBezTo>
                        <a:pt x="30138" y="3764"/>
                        <a:pt x="30219" y="3723"/>
                        <a:pt x="30207" y="3672"/>
                      </a:cubicBezTo>
                      <a:lnTo>
                        <a:pt x="30040" y="3252"/>
                      </a:lnTo>
                      <a:cubicBezTo>
                        <a:pt x="30017" y="3206"/>
                        <a:pt x="29896" y="3165"/>
                        <a:pt x="29770" y="3165"/>
                      </a:cubicBezTo>
                      <a:lnTo>
                        <a:pt x="28619" y="3165"/>
                      </a:lnTo>
                      <a:cubicBezTo>
                        <a:pt x="28486" y="3165"/>
                        <a:pt x="28394" y="3206"/>
                        <a:pt x="28406" y="3252"/>
                      </a:cubicBezTo>
                      <a:lnTo>
                        <a:pt x="28550" y="3672"/>
                      </a:lnTo>
                      <a:cubicBezTo>
                        <a:pt x="28584" y="3723"/>
                        <a:pt x="28705" y="3764"/>
                        <a:pt x="28832" y="3764"/>
                      </a:cubicBezTo>
                      <a:close/>
                      <a:moveTo>
                        <a:pt x="31105" y="3764"/>
                      </a:moveTo>
                      <a:lnTo>
                        <a:pt x="32273" y="3764"/>
                      </a:lnTo>
                      <a:cubicBezTo>
                        <a:pt x="32411" y="3764"/>
                        <a:pt x="32492" y="3723"/>
                        <a:pt x="32475" y="3672"/>
                      </a:cubicBezTo>
                      <a:lnTo>
                        <a:pt x="32417" y="3551"/>
                      </a:lnTo>
                      <a:cubicBezTo>
                        <a:pt x="32394" y="3499"/>
                        <a:pt x="32267" y="3453"/>
                        <a:pt x="32135" y="3453"/>
                      </a:cubicBezTo>
                      <a:lnTo>
                        <a:pt x="30984" y="3453"/>
                      </a:lnTo>
                      <a:cubicBezTo>
                        <a:pt x="30857" y="3453"/>
                        <a:pt x="30760" y="3499"/>
                        <a:pt x="30783" y="3551"/>
                      </a:cubicBezTo>
                      <a:lnTo>
                        <a:pt x="30834" y="3672"/>
                      </a:lnTo>
                      <a:cubicBezTo>
                        <a:pt x="30857" y="3723"/>
                        <a:pt x="30978" y="3764"/>
                        <a:pt x="31105" y="3764"/>
                      </a:cubicBezTo>
                      <a:close/>
                      <a:moveTo>
                        <a:pt x="24268" y="3764"/>
                      </a:moveTo>
                      <a:lnTo>
                        <a:pt x="25379" y="3764"/>
                      </a:lnTo>
                      <a:cubicBezTo>
                        <a:pt x="25517" y="3764"/>
                        <a:pt x="25609" y="3723"/>
                        <a:pt x="25598" y="3672"/>
                      </a:cubicBezTo>
                      <a:lnTo>
                        <a:pt x="25488" y="3252"/>
                      </a:lnTo>
                      <a:cubicBezTo>
                        <a:pt x="25477" y="3206"/>
                        <a:pt x="25362" y="3165"/>
                        <a:pt x="25229" y="3165"/>
                      </a:cubicBezTo>
                      <a:lnTo>
                        <a:pt x="24130" y="3165"/>
                      </a:lnTo>
                      <a:cubicBezTo>
                        <a:pt x="23998" y="3165"/>
                        <a:pt x="23900" y="3206"/>
                        <a:pt x="23911" y="3252"/>
                      </a:cubicBezTo>
                      <a:lnTo>
                        <a:pt x="24009" y="3672"/>
                      </a:lnTo>
                      <a:cubicBezTo>
                        <a:pt x="24015" y="3723"/>
                        <a:pt x="24130" y="3764"/>
                        <a:pt x="24268" y="3764"/>
                      </a:cubicBezTo>
                      <a:close/>
                      <a:moveTo>
                        <a:pt x="9801" y="3252"/>
                      </a:moveTo>
                      <a:lnTo>
                        <a:pt x="9720" y="3672"/>
                      </a:lnTo>
                      <a:cubicBezTo>
                        <a:pt x="9714" y="3723"/>
                        <a:pt x="9812" y="3764"/>
                        <a:pt x="9944" y="3764"/>
                      </a:cubicBezTo>
                      <a:lnTo>
                        <a:pt x="20257" y="3764"/>
                      </a:lnTo>
                      <a:cubicBezTo>
                        <a:pt x="20395" y="3764"/>
                        <a:pt x="20499" y="3718"/>
                        <a:pt x="20487" y="3672"/>
                      </a:cubicBezTo>
                      <a:lnTo>
                        <a:pt x="20441" y="3252"/>
                      </a:lnTo>
                      <a:cubicBezTo>
                        <a:pt x="20430" y="3206"/>
                        <a:pt x="20326" y="3165"/>
                        <a:pt x="20194" y="3165"/>
                      </a:cubicBezTo>
                      <a:lnTo>
                        <a:pt x="10054" y="3165"/>
                      </a:lnTo>
                      <a:cubicBezTo>
                        <a:pt x="9921" y="3165"/>
                        <a:pt x="9806" y="3211"/>
                        <a:pt x="9801" y="3252"/>
                      </a:cubicBezTo>
                      <a:close/>
                      <a:moveTo>
                        <a:pt x="7125" y="3764"/>
                      </a:moveTo>
                      <a:lnTo>
                        <a:pt x="8765" y="3764"/>
                      </a:lnTo>
                      <a:cubicBezTo>
                        <a:pt x="8903" y="3764"/>
                        <a:pt x="9018" y="3723"/>
                        <a:pt x="9024" y="3672"/>
                      </a:cubicBezTo>
                      <a:lnTo>
                        <a:pt x="9110" y="3252"/>
                      </a:lnTo>
                      <a:cubicBezTo>
                        <a:pt x="9116" y="3206"/>
                        <a:pt x="9024" y="3165"/>
                        <a:pt x="8891" y="3165"/>
                      </a:cubicBezTo>
                      <a:lnTo>
                        <a:pt x="7280" y="3165"/>
                      </a:lnTo>
                      <a:cubicBezTo>
                        <a:pt x="7153" y="3165"/>
                        <a:pt x="7038" y="3206"/>
                        <a:pt x="7021" y="3252"/>
                      </a:cubicBezTo>
                      <a:lnTo>
                        <a:pt x="6917" y="3672"/>
                      </a:lnTo>
                      <a:cubicBezTo>
                        <a:pt x="6894" y="3723"/>
                        <a:pt x="6986" y="3764"/>
                        <a:pt x="7125" y="3764"/>
                      </a:cubicBezTo>
                      <a:close/>
                      <a:moveTo>
                        <a:pt x="4823" y="3764"/>
                      </a:moveTo>
                      <a:lnTo>
                        <a:pt x="5939" y="3764"/>
                      </a:lnTo>
                      <a:cubicBezTo>
                        <a:pt x="6071" y="3764"/>
                        <a:pt x="6187" y="3723"/>
                        <a:pt x="6204" y="3672"/>
                      </a:cubicBezTo>
                      <a:lnTo>
                        <a:pt x="6319" y="3252"/>
                      </a:lnTo>
                      <a:cubicBezTo>
                        <a:pt x="6330" y="3206"/>
                        <a:pt x="6238" y="3165"/>
                        <a:pt x="6106" y="3165"/>
                      </a:cubicBezTo>
                      <a:lnTo>
                        <a:pt x="5018" y="3165"/>
                      </a:lnTo>
                      <a:cubicBezTo>
                        <a:pt x="4886" y="3165"/>
                        <a:pt x="4765" y="3206"/>
                        <a:pt x="4748" y="3252"/>
                      </a:cubicBezTo>
                      <a:lnTo>
                        <a:pt x="4615" y="3672"/>
                      </a:lnTo>
                      <a:cubicBezTo>
                        <a:pt x="4592" y="3723"/>
                        <a:pt x="4690" y="3764"/>
                        <a:pt x="4823" y="3764"/>
                      </a:cubicBezTo>
                      <a:close/>
                      <a:moveTo>
                        <a:pt x="21437" y="3764"/>
                      </a:moveTo>
                      <a:lnTo>
                        <a:pt x="23077" y="3764"/>
                      </a:lnTo>
                      <a:cubicBezTo>
                        <a:pt x="23215" y="3764"/>
                        <a:pt x="23307" y="3723"/>
                        <a:pt x="23301" y="3672"/>
                      </a:cubicBezTo>
                      <a:lnTo>
                        <a:pt x="23221" y="3252"/>
                      </a:lnTo>
                      <a:cubicBezTo>
                        <a:pt x="23215" y="3206"/>
                        <a:pt x="23100" y="3165"/>
                        <a:pt x="22973" y="3165"/>
                      </a:cubicBezTo>
                      <a:lnTo>
                        <a:pt x="21362" y="3165"/>
                      </a:lnTo>
                      <a:cubicBezTo>
                        <a:pt x="21230" y="3165"/>
                        <a:pt x="21132" y="3206"/>
                        <a:pt x="21138" y="3252"/>
                      </a:cubicBezTo>
                      <a:lnTo>
                        <a:pt x="21195" y="3672"/>
                      </a:lnTo>
                      <a:cubicBezTo>
                        <a:pt x="21195" y="3723"/>
                        <a:pt x="21310" y="3764"/>
                        <a:pt x="21437" y="3764"/>
                      </a:cubicBezTo>
                      <a:close/>
                      <a:moveTo>
                        <a:pt x="2521" y="3764"/>
                      </a:moveTo>
                      <a:lnTo>
                        <a:pt x="3637" y="3764"/>
                      </a:lnTo>
                      <a:cubicBezTo>
                        <a:pt x="3770" y="3764"/>
                        <a:pt x="3885" y="3723"/>
                        <a:pt x="3908" y="3672"/>
                      </a:cubicBezTo>
                      <a:lnTo>
                        <a:pt x="4052" y="3252"/>
                      </a:lnTo>
                      <a:cubicBezTo>
                        <a:pt x="4069" y="3206"/>
                        <a:pt x="3982" y="3165"/>
                        <a:pt x="3844" y="3165"/>
                      </a:cubicBezTo>
                      <a:lnTo>
                        <a:pt x="2745" y="3165"/>
                      </a:lnTo>
                      <a:cubicBezTo>
                        <a:pt x="2613" y="3165"/>
                        <a:pt x="2492" y="3206"/>
                        <a:pt x="2469" y="3252"/>
                      </a:cubicBezTo>
                      <a:lnTo>
                        <a:pt x="2302" y="3672"/>
                      </a:lnTo>
                      <a:cubicBezTo>
                        <a:pt x="2296" y="3723"/>
                        <a:pt x="2388" y="3764"/>
                        <a:pt x="2521" y="3764"/>
                      </a:cubicBezTo>
                      <a:close/>
                      <a:moveTo>
                        <a:pt x="225" y="3764"/>
                      </a:moveTo>
                      <a:lnTo>
                        <a:pt x="1341" y="3764"/>
                      </a:lnTo>
                      <a:cubicBezTo>
                        <a:pt x="1479" y="3764"/>
                        <a:pt x="1600" y="3723"/>
                        <a:pt x="1623" y="3672"/>
                      </a:cubicBezTo>
                      <a:lnTo>
                        <a:pt x="1796" y="3252"/>
                      </a:lnTo>
                      <a:cubicBezTo>
                        <a:pt x="1813" y="3206"/>
                        <a:pt x="1721" y="3165"/>
                        <a:pt x="1594" y="3165"/>
                      </a:cubicBezTo>
                      <a:lnTo>
                        <a:pt x="489" y="3165"/>
                      </a:lnTo>
                      <a:cubicBezTo>
                        <a:pt x="363" y="3165"/>
                        <a:pt x="242" y="3206"/>
                        <a:pt x="207" y="3252"/>
                      </a:cubicBezTo>
                      <a:lnTo>
                        <a:pt x="23" y="3672"/>
                      </a:lnTo>
                      <a:cubicBezTo>
                        <a:pt x="0" y="3723"/>
                        <a:pt x="86" y="3764"/>
                        <a:pt x="225" y="376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 name="Google Shape;837;p47"/>
                <p:cNvSpPr/>
                <p:nvPr/>
              </p:nvSpPr>
              <p:spPr>
                <a:xfrm>
                  <a:off x="6239159" y="3429258"/>
                  <a:ext cx="1890236" cy="219160"/>
                </a:xfrm>
                <a:custGeom>
                  <a:avLst/>
                  <a:gdLst/>
                  <a:ahLst/>
                  <a:cxnLst/>
                  <a:rect l="l" t="t" r="r" b="b"/>
                  <a:pathLst>
                    <a:path w="32516" h="3770" extrusionOk="0">
                      <a:moveTo>
                        <a:pt x="2866" y="242"/>
                      </a:moveTo>
                      <a:lnTo>
                        <a:pt x="1807" y="242"/>
                      </a:lnTo>
                      <a:cubicBezTo>
                        <a:pt x="1687" y="242"/>
                        <a:pt x="1606" y="207"/>
                        <a:pt x="1617" y="173"/>
                      </a:cubicBezTo>
                      <a:lnTo>
                        <a:pt x="1664" y="75"/>
                      </a:lnTo>
                      <a:cubicBezTo>
                        <a:pt x="1687" y="35"/>
                        <a:pt x="1790" y="6"/>
                        <a:pt x="1917" y="6"/>
                      </a:cubicBezTo>
                      <a:lnTo>
                        <a:pt x="2964" y="6"/>
                      </a:lnTo>
                      <a:cubicBezTo>
                        <a:pt x="3085" y="6"/>
                        <a:pt x="3166" y="40"/>
                        <a:pt x="3154" y="75"/>
                      </a:cubicBezTo>
                      <a:lnTo>
                        <a:pt x="3108" y="173"/>
                      </a:lnTo>
                      <a:cubicBezTo>
                        <a:pt x="3091" y="213"/>
                        <a:pt x="2981" y="242"/>
                        <a:pt x="2866" y="242"/>
                      </a:cubicBezTo>
                      <a:close/>
                      <a:moveTo>
                        <a:pt x="5088" y="0"/>
                      </a:moveTo>
                      <a:lnTo>
                        <a:pt x="4034" y="0"/>
                      </a:lnTo>
                      <a:cubicBezTo>
                        <a:pt x="3914" y="0"/>
                        <a:pt x="3804" y="35"/>
                        <a:pt x="3793" y="69"/>
                      </a:cubicBezTo>
                      <a:lnTo>
                        <a:pt x="3758" y="161"/>
                      </a:lnTo>
                      <a:cubicBezTo>
                        <a:pt x="3741" y="207"/>
                        <a:pt x="3827" y="236"/>
                        <a:pt x="3942" y="236"/>
                      </a:cubicBezTo>
                      <a:lnTo>
                        <a:pt x="5001" y="236"/>
                      </a:lnTo>
                      <a:cubicBezTo>
                        <a:pt x="5122" y="236"/>
                        <a:pt x="5231" y="201"/>
                        <a:pt x="5243" y="161"/>
                      </a:cubicBezTo>
                      <a:lnTo>
                        <a:pt x="5283" y="69"/>
                      </a:lnTo>
                      <a:cubicBezTo>
                        <a:pt x="5295" y="35"/>
                        <a:pt x="5208" y="0"/>
                        <a:pt x="5088" y="0"/>
                      </a:cubicBezTo>
                      <a:close/>
                      <a:moveTo>
                        <a:pt x="7217" y="0"/>
                      </a:moveTo>
                      <a:lnTo>
                        <a:pt x="6164" y="0"/>
                      </a:lnTo>
                      <a:cubicBezTo>
                        <a:pt x="6043" y="0"/>
                        <a:pt x="5945" y="35"/>
                        <a:pt x="5928" y="69"/>
                      </a:cubicBezTo>
                      <a:lnTo>
                        <a:pt x="5899" y="161"/>
                      </a:lnTo>
                      <a:cubicBezTo>
                        <a:pt x="5888" y="207"/>
                        <a:pt x="5968" y="236"/>
                        <a:pt x="6095" y="236"/>
                      </a:cubicBezTo>
                      <a:lnTo>
                        <a:pt x="7148" y="236"/>
                      </a:lnTo>
                      <a:cubicBezTo>
                        <a:pt x="7274" y="236"/>
                        <a:pt x="7378" y="201"/>
                        <a:pt x="7390" y="161"/>
                      </a:cubicBezTo>
                      <a:lnTo>
                        <a:pt x="7418" y="69"/>
                      </a:lnTo>
                      <a:cubicBezTo>
                        <a:pt x="7424" y="35"/>
                        <a:pt x="7332" y="0"/>
                        <a:pt x="7217" y="0"/>
                      </a:cubicBezTo>
                      <a:close/>
                      <a:moveTo>
                        <a:pt x="9340" y="0"/>
                      </a:moveTo>
                      <a:lnTo>
                        <a:pt x="8287" y="0"/>
                      </a:lnTo>
                      <a:cubicBezTo>
                        <a:pt x="8166" y="0"/>
                        <a:pt x="8063" y="35"/>
                        <a:pt x="8051" y="69"/>
                      </a:cubicBezTo>
                      <a:lnTo>
                        <a:pt x="8028" y="161"/>
                      </a:lnTo>
                      <a:cubicBezTo>
                        <a:pt x="8023" y="207"/>
                        <a:pt x="8109" y="236"/>
                        <a:pt x="8230" y="236"/>
                      </a:cubicBezTo>
                      <a:lnTo>
                        <a:pt x="9289" y="236"/>
                      </a:lnTo>
                      <a:cubicBezTo>
                        <a:pt x="9409" y="236"/>
                        <a:pt x="9507" y="201"/>
                        <a:pt x="9519" y="161"/>
                      </a:cubicBezTo>
                      <a:lnTo>
                        <a:pt x="9536" y="69"/>
                      </a:lnTo>
                      <a:cubicBezTo>
                        <a:pt x="9548" y="35"/>
                        <a:pt x="9461" y="0"/>
                        <a:pt x="9340" y="0"/>
                      </a:cubicBezTo>
                      <a:close/>
                      <a:moveTo>
                        <a:pt x="11470" y="0"/>
                      </a:moveTo>
                      <a:lnTo>
                        <a:pt x="10417" y="0"/>
                      </a:lnTo>
                      <a:cubicBezTo>
                        <a:pt x="10296" y="0"/>
                        <a:pt x="10192" y="35"/>
                        <a:pt x="10186" y="69"/>
                      </a:cubicBezTo>
                      <a:lnTo>
                        <a:pt x="10163" y="161"/>
                      </a:lnTo>
                      <a:cubicBezTo>
                        <a:pt x="10158" y="207"/>
                        <a:pt x="10250" y="236"/>
                        <a:pt x="10365" y="236"/>
                      </a:cubicBezTo>
                      <a:lnTo>
                        <a:pt x="11424" y="236"/>
                      </a:lnTo>
                      <a:cubicBezTo>
                        <a:pt x="11545" y="236"/>
                        <a:pt x="11648" y="201"/>
                        <a:pt x="11654" y="161"/>
                      </a:cubicBezTo>
                      <a:lnTo>
                        <a:pt x="11665" y="69"/>
                      </a:lnTo>
                      <a:cubicBezTo>
                        <a:pt x="11677" y="35"/>
                        <a:pt x="11579" y="0"/>
                        <a:pt x="11470" y="0"/>
                      </a:cubicBezTo>
                      <a:close/>
                      <a:moveTo>
                        <a:pt x="13587" y="0"/>
                      </a:moveTo>
                      <a:lnTo>
                        <a:pt x="12540" y="0"/>
                      </a:lnTo>
                      <a:cubicBezTo>
                        <a:pt x="12419" y="0"/>
                        <a:pt x="12316" y="35"/>
                        <a:pt x="12316" y="69"/>
                      </a:cubicBezTo>
                      <a:lnTo>
                        <a:pt x="12304" y="161"/>
                      </a:lnTo>
                      <a:cubicBezTo>
                        <a:pt x="12293" y="207"/>
                        <a:pt x="12390" y="236"/>
                        <a:pt x="12511" y="236"/>
                      </a:cubicBezTo>
                      <a:lnTo>
                        <a:pt x="13570" y="236"/>
                      </a:lnTo>
                      <a:cubicBezTo>
                        <a:pt x="13691" y="236"/>
                        <a:pt x="13789" y="201"/>
                        <a:pt x="13789" y="161"/>
                      </a:cubicBezTo>
                      <a:lnTo>
                        <a:pt x="13800" y="69"/>
                      </a:lnTo>
                      <a:cubicBezTo>
                        <a:pt x="13806" y="35"/>
                        <a:pt x="13714" y="0"/>
                        <a:pt x="13587" y="0"/>
                      </a:cubicBezTo>
                      <a:close/>
                      <a:moveTo>
                        <a:pt x="15717" y="0"/>
                      </a:moveTo>
                      <a:lnTo>
                        <a:pt x="14669" y="0"/>
                      </a:lnTo>
                      <a:cubicBezTo>
                        <a:pt x="14549" y="0"/>
                        <a:pt x="14451" y="35"/>
                        <a:pt x="14445" y="69"/>
                      </a:cubicBezTo>
                      <a:lnTo>
                        <a:pt x="14439" y="161"/>
                      </a:lnTo>
                      <a:cubicBezTo>
                        <a:pt x="14439" y="207"/>
                        <a:pt x="14531" y="236"/>
                        <a:pt x="14652" y="236"/>
                      </a:cubicBezTo>
                      <a:lnTo>
                        <a:pt x="15711" y="236"/>
                      </a:lnTo>
                      <a:cubicBezTo>
                        <a:pt x="15832" y="236"/>
                        <a:pt x="15930" y="201"/>
                        <a:pt x="15930" y="161"/>
                      </a:cubicBezTo>
                      <a:lnTo>
                        <a:pt x="15930" y="69"/>
                      </a:lnTo>
                      <a:cubicBezTo>
                        <a:pt x="15935" y="35"/>
                        <a:pt x="15843" y="0"/>
                        <a:pt x="15717" y="0"/>
                      </a:cubicBezTo>
                      <a:close/>
                      <a:moveTo>
                        <a:pt x="17846" y="0"/>
                      </a:moveTo>
                      <a:lnTo>
                        <a:pt x="16799" y="0"/>
                      </a:lnTo>
                      <a:cubicBezTo>
                        <a:pt x="16678" y="0"/>
                        <a:pt x="16580" y="35"/>
                        <a:pt x="16580" y="69"/>
                      </a:cubicBezTo>
                      <a:lnTo>
                        <a:pt x="16580" y="161"/>
                      </a:lnTo>
                      <a:cubicBezTo>
                        <a:pt x="16580" y="207"/>
                        <a:pt x="16684" y="236"/>
                        <a:pt x="16799" y="236"/>
                      </a:cubicBezTo>
                      <a:lnTo>
                        <a:pt x="17858" y="236"/>
                      </a:lnTo>
                      <a:cubicBezTo>
                        <a:pt x="17978" y="236"/>
                        <a:pt x="18071" y="201"/>
                        <a:pt x="18071" y="161"/>
                      </a:cubicBezTo>
                      <a:lnTo>
                        <a:pt x="18065" y="69"/>
                      </a:lnTo>
                      <a:cubicBezTo>
                        <a:pt x="18065" y="35"/>
                        <a:pt x="17961" y="0"/>
                        <a:pt x="17846" y="0"/>
                      </a:cubicBezTo>
                      <a:close/>
                      <a:moveTo>
                        <a:pt x="19970" y="0"/>
                      </a:moveTo>
                      <a:lnTo>
                        <a:pt x="18922" y="0"/>
                      </a:lnTo>
                      <a:cubicBezTo>
                        <a:pt x="18796" y="0"/>
                        <a:pt x="18704" y="35"/>
                        <a:pt x="18709" y="69"/>
                      </a:cubicBezTo>
                      <a:lnTo>
                        <a:pt x="18721" y="161"/>
                      </a:lnTo>
                      <a:cubicBezTo>
                        <a:pt x="18721" y="207"/>
                        <a:pt x="18819" y="236"/>
                        <a:pt x="18939" y="236"/>
                      </a:cubicBezTo>
                      <a:lnTo>
                        <a:pt x="19998" y="236"/>
                      </a:lnTo>
                      <a:cubicBezTo>
                        <a:pt x="20119" y="236"/>
                        <a:pt x="20217" y="201"/>
                        <a:pt x="20206" y="161"/>
                      </a:cubicBezTo>
                      <a:lnTo>
                        <a:pt x="20194" y="69"/>
                      </a:lnTo>
                      <a:cubicBezTo>
                        <a:pt x="20194" y="35"/>
                        <a:pt x="20090" y="0"/>
                        <a:pt x="19970" y="0"/>
                      </a:cubicBezTo>
                      <a:close/>
                      <a:moveTo>
                        <a:pt x="22099" y="0"/>
                      </a:moveTo>
                      <a:lnTo>
                        <a:pt x="21052" y="0"/>
                      </a:lnTo>
                      <a:cubicBezTo>
                        <a:pt x="20925" y="0"/>
                        <a:pt x="20839" y="35"/>
                        <a:pt x="20839" y="69"/>
                      </a:cubicBezTo>
                      <a:lnTo>
                        <a:pt x="20856" y="161"/>
                      </a:lnTo>
                      <a:cubicBezTo>
                        <a:pt x="20862" y="207"/>
                        <a:pt x="20965" y="236"/>
                        <a:pt x="21086" y="236"/>
                      </a:cubicBezTo>
                      <a:lnTo>
                        <a:pt x="22139" y="236"/>
                      </a:lnTo>
                      <a:cubicBezTo>
                        <a:pt x="22266" y="236"/>
                        <a:pt x="22352" y="201"/>
                        <a:pt x="22346" y="161"/>
                      </a:cubicBezTo>
                      <a:lnTo>
                        <a:pt x="22323" y="69"/>
                      </a:lnTo>
                      <a:cubicBezTo>
                        <a:pt x="22323" y="35"/>
                        <a:pt x="22214" y="0"/>
                        <a:pt x="22099" y="0"/>
                      </a:cubicBezTo>
                      <a:close/>
                      <a:moveTo>
                        <a:pt x="24222" y="0"/>
                      </a:moveTo>
                      <a:lnTo>
                        <a:pt x="23169" y="0"/>
                      </a:lnTo>
                      <a:cubicBezTo>
                        <a:pt x="23048" y="0"/>
                        <a:pt x="22962" y="35"/>
                        <a:pt x="22968" y="69"/>
                      </a:cubicBezTo>
                      <a:lnTo>
                        <a:pt x="22991" y="161"/>
                      </a:lnTo>
                      <a:cubicBezTo>
                        <a:pt x="22997" y="207"/>
                        <a:pt x="23106" y="236"/>
                        <a:pt x="23221" y="236"/>
                      </a:cubicBezTo>
                      <a:lnTo>
                        <a:pt x="24280" y="236"/>
                      </a:lnTo>
                      <a:cubicBezTo>
                        <a:pt x="24401" y="236"/>
                        <a:pt x="24487" y="201"/>
                        <a:pt x="24481" y="161"/>
                      </a:cubicBezTo>
                      <a:lnTo>
                        <a:pt x="24458" y="69"/>
                      </a:lnTo>
                      <a:cubicBezTo>
                        <a:pt x="24447" y="35"/>
                        <a:pt x="24343" y="0"/>
                        <a:pt x="24222" y="0"/>
                      </a:cubicBezTo>
                      <a:close/>
                      <a:moveTo>
                        <a:pt x="26352" y="0"/>
                      </a:moveTo>
                      <a:lnTo>
                        <a:pt x="25299" y="0"/>
                      </a:lnTo>
                      <a:cubicBezTo>
                        <a:pt x="25178" y="0"/>
                        <a:pt x="25091" y="35"/>
                        <a:pt x="25109" y="69"/>
                      </a:cubicBezTo>
                      <a:lnTo>
                        <a:pt x="25137" y="161"/>
                      </a:lnTo>
                      <a:cubicBezTo>
                        <a:pt x="25149" y="207"/>
                        <a:pt x="25253" y="236"/>
                        <a:pt x="25373" y="236"/>
                      </a:cubicBezTo>
                      <a:lnTo>
                        <a:pt x="26432" y="236"/>
                      </a:lnTo>
                      <a:cubicBezTo>
                        <a:pt x="26553" y="236"/>
                        <a:pt x="26639" y="201"/>
                        <a:pt x="26622" y="161"/>
                      </a:cubicBezTo>
                      <a:lnTo>
                        <a:pt x="26593" y="69"/>
                      </a:lnTo>
                      <a:cubicBezTo>
                        <a:pt x="26576" y="35"/>
                        <a:pt x="26467" y="0"/>
                        <a:pt x="26352" y="0"/>
                      </a:cubicBezTo>
                      <a:close/>
                      <a:moveTo>
                        <a:pt x="28475" y="0"/>
                      </a:moveTo>
                      <a:lnTo>
                        <a:pt x="27422" y="0"/>
                      </a:lnTo>
                      <a:cubicBezTo>
                        <a:pt x="27301" y="0"/>
                        <a:pt x="27221" y="35"/>
                        <a:pt x="27226" y="69"/>
                      </a:cubicBezTo>
                      <a:lnTo>
                        <a:pt x="27267" y="161"/>
                      </a:lnTo>
                      <a:cubicBezTo>
                        <a:pt x="27278" y="207"/>
                        <a:pt x="27388" y="236"/>
                        <a:pt x="27508" y="236"/>
                      </a:cubicBezTo>
                      <a:lnTo>
                        <a:pt x="28567" y="236"/>
                      </a:lnTo>
                      <a:cubicBezTo>
                        <a:pt x="28688" y="236"/>
                        <a:pt x="28769" y="201"/>
                        <a:pt x="28751" y="161"/>
                      </a:cubicBezTo>
                      <a:lnTo>
                        <a:pt x="28717" y="69"/>
                      </a:lnTo>
                      <a:cubicBezTo>
                        <a:pt x="28705" y="35"/>
                        <a:pt x="28596" y="0"/>
                        <a:pt x="28475" y="0"/>
                      </a:cubicBezTo>
                      <a:close/>
                      <a:moveTo>
                        <a:pt x="30605" y="0"/>
                      </a:moveTo>
                      <a:lnTo>
                        <a:pt x="29551" y="0"/>
                      </a:lnTo>
                      <a:cubicBezTo>
                        <a:pt x="29431" y="0"/>
                        <a:pt x="29350" y="35"/>
                        <a:pt x="29367" y="69"/>
                      </a:cubicBezTo>
                      <a:lnTo>
                        <a:pt x="29408" y="161"/>
                      </a:lnTo>
                      <a:cubicBezTo>
                        <a:pt x="29425" y="207"/>
                        <a:pt x="29540" y="236"/>
                        <a:pt x="29655" y="236"/>
                      </a:cubicBezTo>
                      <a:lnTo>
                        <a:pt x="30708" y="236"/>
                      </a:lnTo>
                      <a:cubicBezTo>
                        <a:pt x="30835" y="236"/>
                        <a:pt x="30910" y="201"/>
                        <a:pt x="30898" y="161"/>
                      </a:cubicBezTo>
                      <a:lnTo>
                        <a:pt x="30852" y="69"/>
                      </a:lnTo>
                      <a:cubicBezTo>
                        <a:pt x="30835" y="35"/>
                        <a:pt x="30720" y="0"/>
                        <a:pt x="30605" y="0"/>
                      </a:cubicBezTo>
                      <a:close/>
                      <a:moveTo>
                        <a:pt x="2751" y="386"/>
                      </a:moveTo>
                      <a:lnTo>
                        <a:pt x="1733" y="386"/>
                      </a:lnTo>
                      <a:cubicBezTo>
                        <a:pt x="1612" y="386"/>
                        <a:pt x="1502" y="420"/>
                        <a:pt x="1485" y="460"/>
                      </a:cubicBezTo>
                      <a:lnTo>
                        <a:pt x="1324" y="811"/>
                      </a:lnTo>
                      <a:cubicBezTo>
                        <a:pt x="1301" y="852"/>
                        <a:pt x="1387" y="892"/>
                        <a:pt x="1514" y="892"/>
                      </a:cubicBezTo>
                      <a:lnTo>
                        <a:pt x="2538" y="892"/>
                      </a:lnTo>
                      <a:cubicBezTo>
                        <a:pt x="2665" y="892"/>
                        <a:pt x="2780" y="852"/>
                        <a:pt x="2791" y="811"/>
                      </a:cubicBezTo>
                      <a:lnTo>
                        <a:pt x="2935" y="460"/>
                      </a:lnTo>
                      <a:cubicBezTo>
                        <a:pt x="2958" y="420"/>
                        <a:pt x="2872" y="386"/>
                        <a:pt x="2751" y="386"/>
                      </a:cubicBezTo>
                      <a:close/>
                      <a:moveTo>
                        <a:pt x="4829" y="386"/>
                      </a:moveTo>
                      <a:lnTo>
                        <a:pt x="3816" y="386"/>
                      </a:lnTo>
                      <a:cubicBezTo>
                        <a:pt x="3689" y="386"/>
                        <a:pt x="3586" y="420"/>
                        <a:pt x="3568" y="460"/>
                      </a:cubicBezTo>
                      <a:lnTo>
                        <a:pt x="3430" y="811"/>
                      </a:lnTo>
                      <a:cubicBezTo>
                        <a:pt x="3419" y="852"/>
                        <a:pt x="3505" y="892"/>
                        <a:pt x="3626" y="892"/>
                      </a:cubicBezTo>
                      <a:lnTo>
                        <a:pt x="4656" y="892"/>
                      </a:lnTo>
                      <a:cubicBezTo>
                        <a:pt x="4777" y="892"/>
                        <a:pt x="4892" y="852"/>
                        <a:pt x="4909" y="811"/>
                      </a:cubicBezTo>
                      <a:lnTo>
                        <a:pt x="5030" y="460"/>
                      </a:lnTo>
                      <a:cubicBezTo>
                        <a:pt x="5036" y="420"/>
                        <a:pt x="4950" y="386"/>
                        <a:pt x="4829" y="386"/>
                      </a:cubicBezTo>
                      <a:close/>
                      <a:moveTo>
                        <a:pt x="6906" y="386"/>
                      </a:moveTo>
                      <a:lnTo>
                        <a:pt x="5893" y="386"/>
                      </a:lnTo>
                      <a:cubicBezTo>
                        <a:pt x="5772" y="386"/>
                        <a:pt x="5663" y="420"/>
                        <a:pt x="5646" y="460"/>
                      </a:cubicBezTo>
                      <a:lnTo>
                        <a:pt x="5531" y="811"/>
                      </a:lnTo>
                      <a:cubicBezTo>
                        <a:pt x="5519" y="852"/>
                        <a:pt x="5606" y="892"/>
                        <a:pt x="5726" y="892"/>
                      </a:cubicBezTo>
                      <a:lnTo>
                        <a:pt x="6757" y="892"/>
                      </a:lnTo>
                      <a:cubicBezTo>
                        <a:pt x="6877" y="892"/>
                        <a:pt x="6987" y="852"/>
                        <a:pt x="6998" y="811"/>
                      </a:cubicBezTo>
                      <a:lnTo>
                        <a:pt x="7102" y="460"/>
                      </a:lnTo>
                      <a:cubicBezTo>
                        <a:pt x="7113" y="420"/>
                        <a:pt x="7027" y="386"/>
                        <a:pt x="6906" y="386"/>
                      </a:cubicBezTo>
                      <a:close/>
                      <a:moveTo>
                        <a:pt x="8984" y="386"/>
                      </a:moveTo>
                      <a:lnTo>
                        <a:pt x="7971" y="386"/>
                      </a:lnTo>
                      <a:cubicBezTo>
                        <a:pt x="7850" y="386"/>
                        <a:pt x="7741" y="420"/>
                        <a:pt x="7735" y="460"/>
                      </a:cubicBezTo>
                      <a:lnTo>
                        <a:pt x="7637" y="811"/>
                      </a:lnTo>
                      <a:cubicBezTo>
                        <a:pt x="7626" y="852"/>
                        <a:pt x="7718" y="892"/>
                        <a:pt x="7838" y="892"/>
                      </a:cubicBezTo>
                      <a:lnTo>
                        <a:pt x="8869" y="892"/>
                      </a:lnTo>
                      <a:cubicBezTo>
                        <a:pt x="8989" y="892"/>
                        <a:pt x="9099" y="852"/>
                        <a:pt x="9110" y="811"/>
                      </a:cubicBezTo>
                      <a:lnTo>
                        <a:pt x="9185" y="460"/>
                      </a:lnTo>
                      <a:cubicBezTo>
                        <a:pt x="9197" y="420"/>
                        <a:pt x="9110" y="386"/>
                        <a:pt x="8984" y="386"/>
                      </a:cubicBezTo>
                      <a:close/>
                      <a:moveTo>
                        <a:pt x="11067" y="386"/>
                      </a:moveTo>
                      <a:lnTo>
                        <a:pt x="10048" y="386"/>
                      </a:lnTo>
                      <a:cubicBezTo>
                        <a:pt x="9927" y="386"/>
                        <a:pt x="9830" y="420"/>
                        <a:pt x="9818" y="460"/>
                      </a:cubicBezTo>
                      <a:lnTo>
                        <a:pt x="9749" y="811"/>
                      </a:lnTo>
                      <a:cubicBezTo>
                        <a:pt x="9743" y="852"/>
                        <a:pt x="9835" y="892"/>
                        <a:pt x="9956" y="892"/>
                      </a:cubicBezTo>
                      <a:lnTo>
                        <a:pt x="10986" y="892"/>
                      </a:lnTo>
                      <a:cubicBezTo>
                        <a:pt x="11107" y="892"/>
                        <a:pt x="11217" y="852"/>
                        <a:pt x="11217" y="811"/>
                      </a:cubicBezTo>
                      <a:lnTo>
                        <a:pt x="11274" y="460"/>
                      </a:lnTo>
                      <a:cubicBezTo>
                        <a:pt x="11280" y="420"/>
                        <a:pt x="11188" y="386"/>
                        <a:pt x="11067" y="386"/>
                      </a:cubicBezTo>
                      <a:close/>
                      <a:moveTo>
                        <a:pt x="13144" y="386"/>
                      </a:moveTo>
                      <a:lnTo>
                        <a:pt x="12132" y="386"/>
                      </a:lnTo>
                      <a:cubicBezTo>
                        <a:pt x="12005" y="386"/>
                        <a:pt x="11907" y="420"/>
                        <a:pt x="11901" y="460"/>
                      </a:cubicBezTo>
                      <a:lnTo>
                        <a:pt x="11850" y="811"/>
                      </a:lnTo>
                      <a:cubicBezTo>
                        <a:pt x="11844" y="852"/>
                        <a:pt x="11936" y="892"/>
                        <a:pt x="12057" y="892"/>
                      </a:cubicBezTo>
                      <a:lnTo>
                        <a:pt x="13087" y="892"/>
                      </a:lnTo>
                      <a:cubicBezTo>
                        <a:pt x="13208" y="892"/>
                        <a:pt x="13311" y="852"/>
                        <a:pt x="13317" y="811"/>
                      </a:cubicBezTo>
                      <a:lnTo>
                        <a:pt x="13346" y="460"/>
                      </a:lnTo>
                      <a:cubicBezTo>
                        <a:pt x="13357" y="420"/>
                        <a:pt x="13265" y="386"/>
                        <a:pt x="13144" y="386"/>
                      </a:cubicBezTo>
                      <a:close/>
                      <a:moveTo>
                        <a:pt x="15222" y="386"/>
                      </a:moveTo>
                      <a:lnTo>
                        <a:pt x="14209" y="386"/>
                      </a:lnTo>
                      <a:cubicBezTo>
                        <a:pt x="14088" y="386"/>
                        <a:pt x="13985" y="420"/>
                        <a:pt x="13985" y="460"/>
                      </a:cubicBezTo>
                      <a:lnTo>
                        <a:pt x="13962" y="811"/>
                      </a:lnTo>
                      <a:cubicBezTo>
                        <a:pt x="13962" y="852"/>
                        <a:pt x="14059" y="892"/>
                        <a:pt x="14180" y="892"/>
                      </a:cubicBezTo>
                      <a:lnTo>
                        <a:pt x="15210" y="892"/>
                      </a:lnTo>
                      <a:cubicBezTo>
                        <a:pt x="15331" y="892"/>
                        <a:pt x="15429" y="852"/>
                        <a:pt x="15429" y="811"/>
                      </a:cubicBezTo>
                      <a:lnTo>
                        <a:pt x="15441" y="460"/>
                      </a:lnTo>
                      <a:cubicBezTo>
                        <a:pt x="15441" y="420"/>
                        <a:pt x="15343" y="386"/>
                        <a:pt x="15222" y="386"/>
                      </a:cubicBezTo>
                      <a:close/>
                      <a:moveTo>
                        <a:pt x="17299" y="386"/>
                      </a:moveTo>
                      <a:lnTo>
                        <a:pt x="16287" y="386"/>
                      </a:lnTo>
                      <a:cubicBezTo>
                        <a:pt x="16166" y="386"/>
                        <a:pt x="16074" y="420"/>
                        <a:pt x="16074" y="460"/>
                      </a:cubicBezTo>
                      <a:lnTo>
                        <a:pt x="16074" y="811"/>
                      </a:lnTo>
                      <a:cubicBezTo>
                        <a:pt x="16074" y="852"/>
                        <a:pt x="16171" y="892"/>
                        <a:pt x="16292" y="892"/>
                      </a:cubicBezTo>
                      <a:lnTo>
                        <a:pt x="17322" y="892"/>
                      </a:lnTo>
                      <a:cubicBezTo>
                        <a:pt x="17443" y="892"/>
                        <a:pt x="17547" y="852"/>
                        <a:pt x="17541" y="811"/>
                      </a:cubicBezTo>
                      <a:lnTo>
                        <a:pt x="17524" y="460"/>
                      </a:lnTo>
                      <a:cubicBezTo>
                        <a:pt x="17518" y="420"/>
                        <a:pt x="17426" y="386"/>
                        <a:pt x="17299" y="386"/>
                      </a:cubicBezTo>
                      <a:close/>
                      <a:moveTo>
                        <a:pt x="19383" y="386"/>
                      </a:moveTo>
                      <a:lnTo>
                        <a:pt x="18364" y="386"/>
                      </a:lnTo>
                      <a:cubicBezTo>
                        <a:pt x="18243" y="386"/>
                        <a:pt x="18151" y="420"/>
                        <a:pt x="18151" y="460"/>
                      </a:cubicBezTo>
                      <a:lnTo>
                        <a:pt x="18174" y="811"/>
                      </a:lnTo>
                      <a:cubicBezTo>
                        <a:pt x="18174" y="852"/>
                        <a:pt x="18272" y="892"/>
                        <a:pt x="18393" y="892"/>
                      </a:cubicBezTo>
                      <a:lnTo>
                        <a:pt x="19423" y="892"/>
                      </a:lnTo>
                      <a:cubicBezTo>
                        <a:pt x="19544" y="892"/>
                        <a:pt x="19642" y="852"/>
                        <a:pt x="19642" y="811"/>
                      </a:cubicBezTo>
                      <a:lnTo>
                        <a:pt x="19601" y="460"/>
                      </a:lnTo>
                      <a:cubicBezTo>
                        <a:pt x="19601" y="420"/>
                        <a:pt x="19503" y="386"/>
                        <a:pt x="19383" y="386"/>
                      </a:cubicBezTo>
                      <a:close/>
                      <a:moveTo>
                        <a:pt x="21460" y="386"/>
                      </a:moveTo>
                      <a:lnTo>
                        <a:pt x="20447" y="386"/>
                      </a:lnTo>
                      <a:cubicBezTo>
                        <a:pt x="20321" y="386"/>
                        <a:pt x="20229" y="420"/>
                        <a:pt x="20234" y="460"/>
                      </a:cubicBezTo>
                      <a:lnTo>
                        <a:pt x="20280" y="811"/>
                      </a:lnTo>
                      <a:cubicBezTo>
                        <a:pt x="20286" y="852"/>
                        <a:pt x="20390" y="892"/>
                        <a:pt x="20511" y="892"/>
                      </a:cubicBezTo>
                      <a:lnTo>
                        <a:pt x="21541" y="892"/>
                      </a:lnTo>
                      <a:cubicBezTo>
                        <a:pt x="21662" y="892"/>
                        <a:pt x="21754" y="852"/>
                        <a:pt x="21748" y="811"/>
                      </a:cubicBezTo>
                      <a:lnTo>
                        <a:pt x="21690" y="460"/>
                      </a:lnTo>
                      <a:cubicBezTo>
                        <a:pt x="21685" y="420"/>
                        <a:pt x="21575" y="386"/>
                        <a:pt x="21460" y="386"/>
                      </a:cubicBezTo>
                      <a:close/>
                      <a:moveTo>
                        <a:pt x="23538" y="386"/>
                      </a:moveTo>
                      <a:lnTo>
                        <a:pt x="22525" y="386"/>
                      </a:lnTo>
                      <a:cubicBezTo>
                        <a:pt x="22404" y="386"/>
                        <a:pt x="22318" y="420"/>
                        <a:pt x="22323" y="460"/>
                      </a:cubicBezTo>
                      <a:lnTo>
                        <a:pt x="22387" y="811"/>
                      </a:lnTo>
                      <a:cubicBezTo>
                        <a:pt x="22392" y="852"/>
                        <a:pt x="22502" y="892"/>
                        <a:pt x="22623" y="892"/>
                      </a:cubicBezTo>
                      <a:lnTo>
                        <a:pt x="23653" y="892"/>
                      </a:lnTo>
                      <a:cubicBezTo>
                        <a:pt x="23774" y="892"/>
                        <a:pt x="23871" y="852"/>
                        <a:pt x="23854" y="811"/>
                      </a:cubicBezTo>
                      <a:lnTo>
                        <a:pt x="23774" y="460"/>
                      </a:lnTo>
                      <a:cubicBezTo>
                        <a:pt x="23762" y="420"/>
                        <a:pt x="23653" y="386"/>
                        <a:pt x="23538" y="386"/>
                      </a:cubicBezTo>
                      <a:close/>
                      <a:moveTo>
                        <a:pt x="25615" y="386"/>
                      </a:moveTo>
                      <a:lnTo>
                        <a:pt x="24602" y="386"/>
                      </a:lnTo>
                      <a:cubicBezTo>
                        <a:pt x="24481" y="386"/>
                        <a:pt x="24395" y="420"/>
                        <a:pt x="24401" y="460"/>
                      </a:cubicBezTo>
                      <a:lnTo>
                        <a:pt x="24487" y="811"/>
                      </a:lnTo>
                      <a:cubicBezTo>
                        <a:pt x="24493" y="852"/>
                        <a:pt x="24608" y="892"/>
                        <a:pt x="24735" y="892"/>
                      </a:cubicBezTo>
                      <a:lnTo>
                        <a:pt x="25759" y="892"/>
                      </a:lnTo>
                      <a:cubicBezTo>
                        <a:pt x="25886" y="892"/>
                        <a:pt x="25972" y="852"/>
                        <a:pt x="25960" y="811"/>
                      </a:cubicBezTo>
                      <a:lnTo>
                        <a:pt x="25863" y="460"/>
                      </a:lnTo>
                      <a:cubicBezTo>
                        <a:pt x="25840" y="420"/>
                        <a:pt x="25730" y="386"/>
                        <a:pt x="25615" y="386"/>
                      </a:cubicBezTo>
                      <a:close/>
                      <a:moveTo>
                        <a:pt x="27698" y="386"/>
                      </a:moveTo>
                      <a:lnTo>
                        <a:pt x="26680" y="386"/>
                      </a:lnTo>
                      <a:cubicBezTo>
                        <a:pt x="26559" y="386"/>
                        <a:pt x="26473" y="420"/>
                        <a:pt x="26490" y="460"/>
                      </a:cubicBezTo>
                      <a:lnTo>
                        <a:pt x="26593" y="811"/>
                      </a:lnTo>
                      <a:cubicBezTo>
                        <a:pt x="26611" y="852"/>
                        <a:pt x="26720" y="892"/>
                        <a:pt x="26841" y="892"/>
                      </a:cubicBezTo>
                      <a:lnTo>
                        <a:pt x="27871" y="892"/>
                      </a:lnTo>
                      <a:cubicBezTo>
                        <a:pt x="27992" y="892"/>
                        <a:pt x="28078" y="852"/>
                        <a:pt x="28061" y="811"/>
                      </a:cubicBezTo>
                      <a:lnTo>
                        <a:pt x="27934" y="460"/>
                      </a:lnTo>
                      <a:cubicBezTo>
                        <a:pt x="27929" y="420"/>
                        <a:pt x="27813" y="386"/>
                        <a:pt x="27698" y="386"/>
                      </a:cubicBezTo>
                      <a:close/>
                      <a:moveTo>
                        <a:pt x="30777" y="386"/>
                      </a:moveTo>
                      <a:lnTo>
                        <a:pt x="28763" y="386"/>
                      </a:lnTo>
                      <a:cubicBezTo>
                        <a:pt x="28636" y="386"/>
                        <a:pt x="28550" y="420"/>
                        <a:pt x="28573" y="460"/>
                      </a:cubicBezTo>
                      <a:lnTo>
                        <a:pt x="28711" y="811"/>
                      </a:lnTo>
                      <a:cubicBezTo>
                        <a:pt x="28723" y="852"/>
                        <a:pt x="28838" y="892"/>
                        <a:pt x="28964" y="892"/>
                      </a:cubicBezTo>
                      <a:lnTo>
                        <a:pt x="31013" y="892"/>
                      </a:lnTo>
                      <a:cubicBezTo>
                        <a:pt x="31134" y="892"/>
                        <a:pt x="31220" y="852"/>
                        <a:pt x="31197" y="811"/>
                      </a:cubicBezTo>
                      <a:lnTo>
                        <a:pt x="31042" y="460"/>
                      </a:lnTo>
                      <a:cubicBezTo>
                        <a:pt x="31013" y="420"/>
                        <a:pt x="30898" y="386"/>
                        <a:pt x="30777" y="386"/>
                      </a:cubicBezTo>
                      <a:close/>
                      <a:moveTo>
                        <a:pt x="30259" y="1565"/>
                      </a:moveTo>
                      <a:lnTo>
                        <a:pt x="31307" y="1565"/>
                      </a:lnTo>
                      <a:cubicBezTo>
                        <a:pt x="31427" y="1565"/>
                        <a:pt x="31514" y="1531"/>
                        <a:pt x="31497" y="1485"/>
                      </a:cubicBezTo>
                      <a:lnTo>
                        <a:pt x="31330" y="1116"/>
                      </a:lnTo>
                      <a:cubicBezTo>
                        <a:pt x="31307" y="1076"/>
                        <a:pt x="31192" y="1042"/>
                        <a:pt x="31071" y="1042"/>
                      </a:cubicBezTo>
                      <a:lnTo>
                        <a:pt x="30041" y="1042"/>
                      </a:lnTo>
                      <a:cubicBezTo>
                        <a:pt x="29920" y="1042"/>
                        <a:pt x="29833" y="1076"/>
                        <a:pt x="29845" y="1116"/>
                      </a:cubicBezTo>
                      <a:lnTo>
                        <a:pt x="30000" y="1485"/>
                      </a:lnTo>
                      <a:cubicBezTo>
                        <a:pt x="30012" y="1531"/>
                        <a:pt x="30133" y="1565"/>
                        <a:pt x="30259" y="1565"/>
                      </a:cubicBezTo>
                      <a:close/>
                      <a:moveTo>
                        <a:pt x="28101" y="1565"/>
                      </a:moveTo>
                      <a:lnTo>
                        <a:pt x="29149" y="1565"/>
                      </a:lnTo>
                      <a:cubicBezTo>
                        <a:pt x="29269" y="1565"/>
                        <a:pt x="29367" y="1531"/>
                        <a:pt x="29344" y="1485"/>
                      </a:cubicBezTo>
                      <a:lnTo>
                        <a:pt x="29200" y="1116"/>
                      </a:lnTo>
                      <a:cubicBezTo>
                        <a:pt x="29183" y="1076"/>
                        <a:pt x="29068" y="1042"/>
                        <a:pt x="28947" y="1042"/>
                      </a:cubicBezTo>
                      <a:lnTo>
                        <a:pt x="27917" y="1042"/>
                      </a:lnTo>
                      <a:cubicBezTo>
                        <a:pt x="27796" y="1042"/>
                        <a:pt x="27710" y="1076"/>
                        <a:pt x="27727" y="1116"/>
                      </a:cubicBezTo>
                      <a:lnTo>
                        <a:pt x="27854" y="1485"/>
                      </a:lnTo>
                      <a:cubicBezTo>
                        <a:pt x="27859" y="1531"/>
                        <a:pt x="27975" y="1565"/>
                        <a:pt x="28101" y="1565"/>
                      </a:cubicBezTo>
                      <a:close/>
                      <a:moveTo>
                        <a:pt x="25949" y="1565"/>
                      </a:moveTo>
                      <a:lnTo>
                        <a:pt x="26996" y="1565"/>
                      </a:lnTo>
                      <a:cubicBezTo>
                        <a:pt x="27123" y="1565"/>
                        <a:pt x="27215" y="1531"/>
                        <a:pt x="27198" y="1485"/>
                      </a:cubicBezTo>
                      <a:lnTo>
                        <a:pt x="27077" y="1116"/>
                      </a:lnTo>
                      <a:cubicBezTo>
                        <a:pt x="27065" y="1076"/>
                        <a:pt x="26956" y="1042"/>
                        <a:pt x="26824" y="1042"/>
                      </a:cubicBezTo>
                      <a:lnTo>
                        <a:pt x="25799" y="1042"/>
                      </a:lnTo>
                      <a:cubicBezTo>
                        <a:pt x="25673" y="1042"/>
                        <a:pt x="25581" y="1076"/>
                        <a:pt x="25598" y="1116"/>
                      </a:cubicBezTo>
                      <a:lnTo>
                        <a:pt x="25696" y="1485"/>
                      </a:lnTo>
                      <a:cubicBezTo>
                        <a:pt x="25713" y="1531"/>
                        <a:pt x="25828" y="1565"/>
                        <a:pt x="25949" y="1565"/>
                      </a:cubicBezTo>
                      <a:close/>
                      <a:moveTo>
                        <a:pt x="23791" y="1565"/>
                      </a:moveTo>
                      <a:lnTo>
                        <a:pt x="24838" y="1565"/>
                      </a:lnTo>
                      <a:cubicBezTo>
                        <a:pt x="24965" y="1565"/>
                        <a:pt x="25057" y="1531"/>
                        <a:pt x="25051" y="1485"/>
                      </a:cubicBezTo>
                      <a:lnTo>
                        <a:pt x="24953" y="1116"/>
                      </a:lnTo>
                      <a:cubicBezTo>
                        <a:pt x="24942" y="1076"/>
                        <a:pt x="24832" y="1042"/>
                        <a:pt x="24712" y="1042"/>
                      </a:cubicBezTo>
                      <a:lnTo>
                        <a:pt x="23681" y="1042"/>
                      </a:lnTo>
                      <a:cubicBezTo>
                        <a:pt x="23561" y="1042"/>
                        <a:pt x="23463" y="1076"/>
                        <a:pt x="23474" y="1116"/>
                      </a:cubicBezTo>
                      <a:lnTo>
                        <a:pt x="23549" y="1485"/>
                      </a:lnTo>
                      <a:cubicBezTo>
                        <a:pt x="23561" y="1531"/>
                        <a:pt x="23670" y="1565"/>
                        <a:pt x="23791" y="1565"/>
                      </a:cubicBezTo>
                      <a:close/>
                      <a:moveTo>
                        <a:pt x="21638" y="1565"/>
                      </a:moveTo>
                      <a:lnTo>
                        <a:pt x="22692" y="1565"/>
                      </a:lnTo>
                      <a:cubicBezTo>
                        <a:pt x="22812" y="1565"/>
                        <a:pt x="22905" y="1531"/>
                        <a:pt x="22899" y="1485"/>
                      </a:cubicBezTo>
                      <a:lnTo>
                        <a:pt x="22824" y="1116"/>
                      </a:lnTo>
                      <a:cubicBezTo>
                        <a:pt x="22818" y="1076"/>
                        <a:pt x="22709" y="1042"/>
                        <a:pt x="22588" y="1042"/>
                      </a:cubicBezTo>
                      <a:lnTo>
                        <a:pt x="21558" y="1042"/>
                      </a:lnTo>
                      <a:cubicBezTo>
                        <a:pt x="21437" y="1042"/>
                        <a:pt x="21345" y="1076"/>
                        <a:pt x="21351" y="1116"/>
                      </a:cubicBezTo>
                      <a:lnTo>
                        <a:pt x="21408" y="1485"/>
                      </a:lnTo>
                      <a:cubicBezTo>
                        <a:pt x="21408" y="1531"/>
                        <a:pt x="21518" y="1565"/>
                        <a:pt x="21638" y="1565"/>
                      </a:cubicBezTo>
                      <a:close/>
                      <a:moveTo>
                        <a:pt x="19486" y="1565"/>
                      </a:moveTo>
                      <a:lnTo>
                        <a:pt x="20539" y="1565"/>
                      </a:lnTo>
                      <a:cubicBezTo>
                        <a:pt x="20660" y="1565"/>
                        <a:pt x="20764" y="1531"/>
                        <a:pt x="20752" y="1485"/>
                      </a:cubicBezTo>
                      <a:lnTo>
                        <a:pt x="20706" y="1116"/>
                      </a:lnTo>
                      <a:cubicBezTo>
                        <a:pt x="20695" y="1076"/>
                        <a:pt x="20597" y="1042"/>
                        <a:pt x="20476" y="1042"/>
                      </a:cubicBezTo>
                      <a:lnTo>
                        <a:pt x="19446" y="1042"/>
                      </a:lnTo>
                      <a:cubicBezTo>
                        <a:pt x="19325" y="1042"/>
                        <a:pt x="19221" y="1076"/>
                        <a:pt x="19227" y="1116"/>
                      </a:cubicBezTo>
                      <a:lnTo>
                        <a:pt x="19268" y="1485"/>
                      </a:lnTo>
                      <a:cubicBezTo>
                        <a:pt x="19256" y="1531"/>
                        <a:pt x="19360" y="1565"/>
                        <a:pt x="19486" y="1565"/>
                      </a:cubicBezTo>
                      <a:close/>
                      <a:moveTo>
                        <a:pt x="17328" y="1565"/>
                      </a:moveTo>
                      <a:lnTo>
                        <a:pt x="18381" y="1565"/>
                      </a:lnTo>
                      <a:cubicBezTo>
                        <a:pt x="18502" y="1565"/>
                        <a:pt x="18606" y="1531"/>
                        <a:pt x="18606" y="1485"/>
                      </a:cubicBezTo>
                      <a:lnTo>
                        <a:pt x="18571" y="1116"/>
                      </a:lnTo>
                      <a:cubicBezTo>
                        <a:pt x="18571" y="1076"/>
                        <a:pt x="18468" y="1042"/>
                        <a:pt x="18341" y="1042"/>
                      </a:cubicBezTo>
                      <a:lnTo>
                        <a:pt x="17317" y="1042"/>
                      </a:lnTo>
                      <a:cubicBezTo>
                        <a:pt x="17190" y="1042"/>
                        <a:pt x="17092" y="1076"/>
                        <a:pt x="17092" y="1116"/>
                      </a:cubicBezTo>
                      <a:lnTo>
                        <a:pt x="17098" y="1485"/>
                      </a:lnTo>
                      <a:cubicBezTo>
                        <a:pt x="17098" y="1531"/>
                        <a:pt x="17207" y="1565"/>
                        <a:pt x="17328" y="1565"/>
                      </a:cubicBezTo>
                      <a:close/>
                      <a:moveTo>
                        <a:pt x="15176" y="1565"/>
                      </a:moveTo>
                      <a:lnTo>
                        <a:pt x="16229" y="1565"/>
                      </a:lnTo>
                      <a:cubicBezTo>
                        <a:pt x="16350" y="1565"/>
                        <a:pt x="16453" y="1531"/>
                        <a:pt x="16453" y="1485"/>
                      </a:cubicBezTo>
                      <a:lnTo>
                        <a:pt x="16453" y="1116"/>
                      </a:lnTo>
                      <a:cubicBezTo>
                        <a:pt x="16453" y="1076"/>
                        <a:pt x="16350" y="1042"/>
                        <a:pt x="16229" y="1042"/>
                      </a:cubicBezTo>
                      <a:lnTo>
                        <a:pt x="15199" y="1042"/>
                      </a:lnTo>
                      <a:cubicBezTo>
                        <a:pt x="15078" y="1042"/>
                        <a:pt x="14974" y="1076"/>
                        <a:pt x="14974" y="1116"/>
                      </a:cubicBezTo>
                      <a:lnTo>
                        <a:pt x="14963" y="1485"/>
                      </a:lnTo>
                      <a:cubicBezTo>
                        <a:pt x="14951" y="1531"/>
                        <a:pt x="15049" y="1565"/>
                        <a:pt x="15176" y="1565"/>
                      </a:cubicBezTo>
                      <a:close/>
                      <a:moveTo>
                        <a:pt x="13018" y="1565"/>
                      </a:moveTo>
                      <a:lnTo>
                        <a:pt x="14071" y="1565"/>
                      </a:lnTo>
                      <a:cubicBezTo>
                        <a:pt x="14192" y="1565"/>
                        <a:pt x="14301" y="1531"/>
                        <a:pt x="14301" y="1485"/>
                      </a:cubicBezTo>
                      <a:lnTo>
                        <a:pt x="14324" y="1116"/>
                      </a:lnTo>
                      <a:cubicBezTo>
                        <a:pt x="14324" y="1076"/>
                        <a:pt x="14226" y="1042"/>
                        <a:pt x="14105" y="1042"/>
                      </a:cubicBezTo>
                      <a:lnTo>
                        <a:pt x="13075" y="1042"/>
                      </a:lnTo>
                      <a:cubicBezTo>
                        <a:pt x="12954" y="1042"/>
                        <a:pt x="12857" y="1076"/>
                        <a:pt x="12845" y="1116"/>
                      </a:cubicBezTo>
                      <a:lnTo>
                        <a:pt x="12811" y="1485"/>
                      </a:lnTo>
                      <a:cubicBezTo>
                        <a:pt x="12799" y="1531"/>
                        <a:pt x="12897" y="1565"/>
                        <a:pt x="13018" y="1565"/>
                      </a:cubicBezTo>
                      <a:close/>
                      <a:moveTo>
                        <a:pt x="10871" y="1565"/>
                      </a:moveTo>
                      <a:lnTo>
                        <a:pt x="11919" y="1565"/>
                      </a:lnTo>
                      <a:cubicBezTo>
                        <a:pt x="12045" y="1565"/>
                        <a:pt x="12149" y="1531"/>
                        <a:pt x="12160" y="1485"/>
                      </a:cubicBezTo>
                      <a:lnTo>
                        <a:pt x="12201" y="1116"/>
                      </a:lnTo>
                      <a:cubicBezTo>
                        <a:pt x="12206" y="1076"/>
                        <a:pt x="12109" y="1042"/>
                        <a:pt x="11988" y="1042"/>
                      </a:cubicBezTo>
                      <a:lnTo>
                        <a:pt x="10958" y="1042"/>
                      </a:lnTo>
                      <a:cubicBezTo>
                        <a:pt x="10837" y="1042"/>
                        <a:pt x="10727" y="1076"/>
                        <a:pt x="10716" y="1116"/>
                      </a:cubicBezTo>
                      <a:lnTo>
                        <a:pt x="10653" y="1485"/>
                      </a:lnTo>
                      <a:cubicBezTo>
                        <a:pt x="10647" y="1531"/>
                        <a:pt x="10739" y="1565"/>
                        <a:pt x="10871" y="1565"/>
                      </a:cubicBezTo>
                      <a:close/>
                      <a:moveTo>
                        <a:pt x="8713" y="1565"/>
                      </a:moveTo>
                      <a:lnTo>
                        <a:pt x="9761" y="1565"/>
                      </a:lnTo>
                      <a:cubicBezTo>
                        <a:pt x="9887" y="1565"/>
                        <a:pt x="9991" y="1531"/>
                        <a:pt x="10008" y="1485"/>
                      </a:cubicBezTo>
                      <a:lnTo>
                        <a:pt x="10077" y="1116"/>
                      </a:lnTo>
                      <a:cubicBezTo>
                        <a:pt x="10089" y="1076"/>
                        <a:pt x="9991" y="1042"/>
                        <a:pt x="9870" y="1042"/>
                      </a:cubicBezTo>
                      <a:lnTo>
                        <a:pt x="8834" y="1042"/>
                      </a:lnTo>
                      <a:cubicBezTo>
                        <a:pt x="8713" y="1042"/>
                        <a:pt x="8604" y="1076"/>
                        <a:pt x="8592" y="1116"/>
                      </a:cubicBezTo>
                      <a:lnTo>
                        <a:pt x="8506" y="1485"/>
                      </a:lnTo>
                      <a:cubicBezTo>
                        <a:pt x="8494" y="1531"/>
                        <a:pt x="8592" y="1565"/>
                        <a:pt x="8713" y="1565"/>
                      </a:cubicBezTo>
                      <a:close/>
                      <a:moveTo>
                        <a:pt x="6561" y="1565"/>
                      </a:moveTo>
                      <a:lnTo>
                        <a:pt x="7614" y="1565"/>
                      </a:lnTo>
                      <a:cubicBezTo>
                        <a:pt x="7735" y="1565"/>
                        <a:pt x="7850" y="1531"/>
                        <a:pt x="7856" y="1485"/>
                      </a:cubicBezTo>
                      <a:lnTo>
                        <a:pt x="7948" y="1116"/>
                      </a:lnTo>
                      <a:cubicBezTo>
                        <a:pt x="7965" y="1076"/>
                        <a:pt x="7873" y="1042"/>
                        <a:pt x="7746" y="1042"/>
                      </a:cubicBezTo>
                      <a:lnTo>
                        <a:pt x="6722" y="1042"/>
                      </a:lnTo>
                      <a:cubicBezTo>
                        <a:pt x="6595" y="1042"/>
                        <a:pt x="6492" y="1076"/>
                        <a:pt x="6475" y="1116"/>
                      </a:cubicBezTo>
                      <a:lnTo>
                        <a:pt x="6365" y="1485"/>
                      </a:lnTo>
                      <a:cubicBezTo>
                        <a:pt x="6348" y="1531"/>
                        <a:pt x="6434" y="1565"/>
                        <a:pt x="6561" y="1565"/>
                      </a:cubicBezTo>
                      <a:close/>
                      <a:moveTo>
                        <a:pt x="4403" y="1565"/>
                      </a:moveTo>
                      <a:lnTo>
                        <a:pt x="5456" y="1565"/>
                      </a:lnTo>
                      <a:cubicBezTo>
                        <a:pt x="5577" y="1565"/>
                        <a:pt x="5692" y="1531"/>
                        <a:pt x="5703" y="1485"/>
                      </a:cubicBezTo>
                      <a:lnTo>
                        <a:pt x="5818" y="1116"/>
                      </a:lnTo>
                      <a:cubicBezTo>
                        <a:pt x="5836" y="1076"/>
                        <a:pt x="5749" y="1042"/>
                        <a:pt x="5617" y="1042"/>
                      </a:cubicBezTo>
                      <a:lnTo>
                        <a:pt x="4593" y="1042"/>
                      </a:lnTo>
                      <a:cubicBezTo>
                        <a:pt x="4466" y="1042"/>
                        <a:pt x="4351" y="1076"/>
                        <a:pt x="4339" y="1116"/>
                      </a:cubicBezTo>
                      <a:lnTo>
                        <a:pt x="4207" y="1485"/>
                      </a:lnTo>
                      <a:cubicBezTo>
                        <a:pt x="4196" y="1531"/>
                        <a:pt x="4282" y="1565"/>
                        <a:pt x="4403" y="1565"/>
                      </a:cubicBezTo>
                      <a:close/>
                      <a:moveTo>
                        <a:pt x="1209" y="1565"/>
                      </a:moveTo>
                      <a:lnTo>
                        <a:pt x="3298" y="1565"/>
                      </a:lnTo>
                      <a:cubicBezTo>
                        <a:pt x="3419" y="1565"/>
                        <a:pt x="3534" y="1531"/>
                        <a:pt x="3557" y="1485"/>
                      </a:cubicBezTo>
                      <a:lnTo>
                        <a:pt x="3689" y="1116"/>
                      </a:lnTo>
                      <a:cubicBezTo>
                        <a:pt x="3706" y="1076"/>
                        <a:pt x="3620" y="1042"/>
                        <a:pt x="3499" y="1042"/>
                      </a:cubicBezTo>
                      <a:lnTo>
                        <a:pt x="1439" y="1042"/>
                      </a:lnTo>
                      <a:cubicBezTo>
                        <a:pt x="1318" y="1042"/>
                        <a:pt x="1203" y="1076"/>
                        <a:pt x="1180" y="1116"/>
                      </a:cubicBezTo>
                      <a:lnTo>
                        <a:pt x="1013" y="1485"/>
                      </a:lnTo>
                      <a:cubicBezTo>
                        <a:pt x="1002" y="1531"/>
                        <a:pt x="1088" y="1565"/>
                        <a:pt x="1209" y="1565"/>
                      </a:cubicBezTo>
                      <a:close/>
                      <a:moveTo>
                        <a:pt x="26732" y="2273"/>
                      </a:moveTo>
                      <a:lnTo>
                        <a:pt x="27802" y="2273"/>
                      </a:lnTo>
                      <a:cubicBezTo>
                        <a:pt x="27934" y="2273"/>
                        <a:pt x="28021" y="2233"/>
                        <a:pt x="28003" y="2187"/>
                      </a:cubicBezTo>
                      <a:lnTo>
                        <a:pt x="27877" y="1801"/>
                      </a:lnTo>
                      <a:cubicBezTo>
                        <a:pt x="27859" y="1761"/>
                        <a:pt x="27744" y="1727"/>
                        <a:pt x="27618" y="1727"/>
                      </a:cubicBezTo>
                      <a:lnTo>
                        <a:pt x="26565" y="1727"/>
                      </a:lnTo>
                      <a:cubicBezTo>
                        <a:pt x="26444" y="1727"/>
                        <a:pt x="26352" y="1761"/>
                        <a:pt x="26363" y="1801"/>
                      </a:cubicBezTo>
                      <a:lnTo>
                        <a:pt x="26478" y="2187"/>
                      </a:lnTo>
                      <a:cubicBezTo>
                        <a:pt x="26490" y="2227"/>
                        <a:pt x="26605" y="2273"/>
                        <a:pt x="26732" y="2273"/>
                      </a:cubicBezTo>
                      <a:close/>
                      <a:moveTo>
                        <a:pt x="24533" y="2273"/>
                      </a:moveTo>
                      <a:lnTo>
                        <a:pt x="25604" y="2273"/>
                      </a:lnTo>
                      <a:cubicBezTo>
                        <a:pt x="25730" y="2273"/>
                        <a:pt x="25828" y="2233"/>
                        <a:pt x="25811" y="2187"/>
                      </a:cubicBezTo>
                      <a:lnTo>
                        <a:pt x="25701" y="1801"/>
                      </a:lnTo>
                      <a:cubicBezTo>
                        <a:pt x="25690" y="1761"/>
                        <a:pt x="25581" y="1727"/>
                        <a:pt x="25454" y="1727"/>
                      </a:cubicBezTo>
                      <a:lnTo>
                        <a:pt x="24401" y="1727"/>
                      </a:lnTo>
                      <a:cubicBezTo>
                        <a:pt x="24280" y="1727"/>
                        <a:pt x="24188" y="1761"/>
                        <a:pt x="24194" y="1801"/>
                      </a:cubicBezTo>
                      <a:lnTo>
                        <a:pt x="24280" y="2187"/>
                      </a:lnTo>
                      <a:cubicBezTo>
                        <a:pt x="24286" y="2227"/>
                        <a:pt x="24401" y="2273"/>
                        <a:pt x="24533" y="2273"/>
                      </a:cubicBezTo>
                      <a:close/>
                      <a:moveTo>
                        <a:pt x="22329" y="2273"/>
                      </a:moveTo>
                      <a:lnTo>
                        <a:pt x="23399" y="2273"/>
                      </a:lnTo>
                      <a:cubicBezTo>
                        <a:pt x="23532" y="2273"/>
                        <a:pt x="23624" y="2233"/>
                        <a:pt x="23618" y="2187"/>
                      </a:cubicBezTo>
                      <a:lnTo>
                        <a:pt x="23538" y="1801"/>
                      </a:lnTo>
                      <a:cubicBezTo>
                        <a:pt x="23532" y="1761"/>
                        <a:pt x="23417" y="1727"/>
                        <a:pt x="23296" y="1727"/>
                      </a:cubicBezTo>
                      <a:lnTo>
                        <a:pt x="22243" y="1727"/>
                      </a:lnTo>
                      <a:cubicBezTo>
                        <a:pt x="22122" y="1727"/>
                        <a:pt x="22018" y="1761"/>
                        <a:pt x="22030" y="1801"/>
                      </a:cubicBezTo>
                      <a:lnTo>
                        <a:pt x="22093" y="2187"/>
                      </a:lnTo>
                      <a:cubicBezTo>
                        <a:pt x="22093" y="2227"/>
                        <a:pt x="22202" y="2273"/>
                        <a:pt x="22329" y="2273"/>
                      </a:cubicBezTo>
                      <a:close/>
                      <a:moveTo>
                        <a:pt x="20131" y="2273"/>
                      </a:moveTo>
                      <a:lnTo>
                        <a:pt x="21201" y="2273"/>
                      </a:lnTo>
                      <a:cubicBezTo>
                        <a:pt x="21328" y="2273"/>
                        <a:pt x="21426" y="2233"/>
                        <a:pt x="21414" y="2187"/>
                      </a:cubicBezTo>
                      <a:lnTo>
                        <a:pt x="21357" y="1801"/>
                      </a:lnTo>
                      <a:cubicBezTo>
                        <a:pt x="21351" y="1761"/>
                        <a:pt x="21241" y="1727"/>
                        <a:pt x="21121" y="1727"/>
                      </a:cubicBezTo>
                      <a:lnTo>
                        <a:pt x="20073" y="1727"/>
                      </a:lnTo>
                      <a:cubicBezTo>
                        <a:pt x="19947" y="1727"/>
                        <a:pt x="19849" y="1761"/>
                        <a:pt x="19855" y="1801"/>
                      </a:cubicBezTo>
                      <a:lnTo>
                        <a:pt x="19901" y="2187"/>
                      </a:lnTo>
                      <a:cubicBezTo>
                        <a:pt x="19889" y="2227"/>
                        <a:pt x="19998" y="2273"/>
                        <a:pt x="20131" y="2273"/>
                      </a:cubicBezTo>
                      <a:close/>
                      <a:moveTo>
                        <a:pt x="17927" y="2273"/>
                      </a:moveTo>
                      <a:lnTo>
                        <a:pt x="18997" y="2273"/>
                      </a:lnTo>
                      <a:cubicBezTo>
                        <a:pt x="19129" y="2273"/>
                        <a:pt x="19227" y="2233"/>
                        <a:pt x="19221" y="2187"/>
                      </a:cubicBezTo>
                      <a:lnTo>
                        <a:pt x="19187" y="1801"/>
                      </a:lnTo>
                      <a:cubicBezTo>
                        <a:pt x="19181" y="1761"/>
                        <a:pt x="19078" y="1727"/>
                        <a:pt x="18951" y="1727"/>
                      </a:cubicBezTo>
                      <a:lnTo>
                        <a:pt x="17898" y="1727"/>
                      </a:lnTo>
                      <a:cubicBezTo>
                        <a:pt x="17777" y="1727"/>
                        <a:pt x="17673" y="1761"/>
                        <a:pt x="17673" y="1801"/>
                      </a:cubicBezTo>
                      <a:lnTo>
                        <a:pt x="17691" y="2187"/>
                      </a:lnTo>
                      <a:cubicBezTo>
                        <a:pt x="17691" y="2227"/>
                        <a:pt x="17800" y="2273"/>
                        <a:pt x="17927" y="2273"/>
                      </a:cubicBezTo>
                      <a:close/>
                      <a:moveTo>
                        <a:pt x="15717" y="2273"/>
                      </a:moveTo>
                      <a:lnTo>
                        <a:pt x="16793" y="2273"/>
                      </a:lnTo>
                      <a:cubicBezTo>
                        <a:pt x="16920" y="2273"/>
                        <a:pt x="17017" y="2233"/>
                        <a:pt x="17017" y="2187"/>
                      </a:cubicBezTo>
                      <a:lnTo>
                        <a:pt x="17012" y="1801"/>
                      </a:lnTo>
                      <a:cubicBezTo>
                        <a:pt x="17012" y="1761"/>
                        <a:pt x="16914" y="1727"/>
                        <a:pt x="16781" y="1727"/>
                      </a:cubicBezTo>
                      <a:lnTo>
                        <a:pt x="15734" y="1727"/>
                      </a:lnTo>
                      <a:cubicBezTo>
                        <a:pt x="15613" y="1727"/>
                        <a:pt x="15504" y="1761"/>
                        <a:pt x="15504" y="1801"/>
                      </a:cubicBezTo>
                      <a:lnTo>
                        <a:pt x="15498" y="2187"/>
                      </a:lnTo>
                      <a:cubicBezTo>
                        <a:pt x="15487" y="2227"/>
                        <a:pt x="15596" y="2273"/>
                        <a:pt x="15717" y="2273"/>
                      </a:cubicBezTo>
                      <a:close/>
                      <a:moveTo>
                        <a:pt x="13518" y="2273"/>
                      </a:moveTo>
                      <a:lnTo>
                        <a:pt x="14589" y="2273"/>
                      </a:lnTo>
                      <a:cubicBezTo>
                        <a:pt x="14721" y="2273"/>
                        <a:pt x="14819" y="2233"/>
                        <a:pt x="14825" y="2187"/>
                      </a:cubicBezTo>
                      <a:lnTo>
                        <a:pt x="14842" y="1801"/>
                      </a:lnTo>
                      <a:cubicBezTo>
                        <a:pt x="14842" y="1761"/>
                        <a:pt x="14738" y="1727"/>
                        <a:pt x="14618" y="1727"/>
                      </a:cubicBezTo>
                      <a:lnTo>
                        <a:pt x="13570" y="1727"/>
                      </a:lnTo>
                      <a:cubicBezTo>
                        <a:pt x="13444" y="1727"/>
                        <a:pt x="13340" y="1761"/>
                        <a:pt x="13329" y="1801"/>
                      </a:cubicBezTo>
                      <a:lnTo>
                        <a:pt x="13294" y="2187"/>
                      </a:lnTo>
                      <a:cubicBezTo>
                        <a:pt x="13294" y="2227"/>
                        <a:pt x="13398" y="2273"/>
                        <a:pt x="13518" y="2273"/>
                      </a:cubicBezTo>
                      <a:close/>
                      <a:moveTo>
                        <a:pt x="11314" y="2273"/>
                      </a:moveTo>
                      <a:lnTo>
                        <a:pt x="12390" y="2273"/>
                      </a:lnTo>
                      <a:cubicBezTo>
                        <a:pt x="12517" y="2273"/>
                        <a:pt x="12626" y="2233"/>
                        <a:pt x="12626" y="2187"/>
                      </a:cubicBezTo>
                      <a:lnTo>
                        <a:pt x="12667" y="1801"/>
                      </a:lnTo>
                      <a:cubicBezTo>
                        <a:pt x="12678" y="1761"/>
                        <a:pt x="12575" y="1727"/>
                        <a:pt x="12454" y="1727"/>
                      </a:cubicBezTo>
                      <a:lnTo>
                        <a:pt x="11401" y="1727"/>
                      </a:lnTo>
                      <a:cubicBezTo>
                        <a:pt x="11280" y="1727"/>
                        <a:pt x="11170" y="1761"/>
                        <a:pt x="11165" y="1801"/>
                      </a:cubicBezTo>
                      <a:lnTo>
                        <a:pt x="11107" y="2187"/>
                      </a:lnTo>
                      <a:cubicBezTo>
                        <a:pt x="11096" y="2227"/>
                        <a:pt x="11193" y="2273"/>
                        <a:pt x="11314" y="2273"/>
                      </a:cubicBezTo>
                      <a:close/>
                      <a:moveTo>
                        <a:pt x="9116" y="2273"/>
                      </a:moveTo>
                      <a:lnTo>
                        <a:pt x="10186" y="2273"/>
                      </a:lnTo>
                      <a:cubicBezTo>
                        <a:pt x="10319" y="2273"/>
                        <a:pt x="10422" y="2233"/>
                        <a:pt x="10434" y="2187"/>
                      </a:cubicBezTo>
                      <a:lnTo>
                        <a:pt x="10497" y="1801"/>
                      </a:lnTo>
                      <a:cubicBezTo>
                        <a:pt x="10503" y="1761"/>
                        <a:pt x="10411" y="1727"/>
                        <a:pt x="10278" y="1727"/>
                      </a:cubicBezTo>
                      <a:lnTo>
                        <a:pt x="9231" y="1727"/>
                      </a:lnTo>
                      <a:cubicBezTo>
                        <a:pt x="9110" y="1727"/>
                        <a:pt x="8995" y="1761"/>
                        <a:pt x="8984" y="1801"/>
                      </a:cubicBezTo>
                      <a:lnTo>
                        <a:pt x="8909" y="2187"/>
                      </a:lnTo>
                      <a:cubicBezTo>
                        <a:pt x="8892" y="2227"/>
                        <a:pt x="8989" y="2273"/>
                        <a:pt x="9116" y="2273"/>
                      </a:cubicBezTo>
                      <a:close/>
                      <a:moveTo>
                        <a:pt x="6912" y="2273"/>
                      </a:moveTo>
                      <a:lnTo>
                        <a:pt x="7988" y="2273"/>
                      </a:lnTo>
                      <a:cubicBezTo>
                        <a:pt x="8115" y="2273"/>
                        <a:pt x="8224" y="2233"/>
                        <a:pt x="8236" y="2187"/>
                      </a:cubicBezTo>
                      <a:lnTo>
                        <a:pt x="8322" y="1801"/>
                      </a:lnTo>
                      <a:cubicBezTo>
                        <a:pt x="8333" y="1761"/>
                        <a:pt x="8247" y="1727"/>
                        <a:pt x="8115" y="1727"/>
                      </a:cubicBezTo>
                      <a:lnTo>
                        <a:pt x="7067" y="1727"/>
                      </a:lnTo>
                      <a:cubicBezTo>
                        <a:pt x="6941" y="1727"/>
                        <a:pt x="6826" y="1761"/>
                        <a:pt x="6814" y="1801"/>
                      </a:cubicBezTo>
                      <a:lnTo>
                        <a:pt x="6705" y="2187"/>
                      </a:lnTo>
                      <a:cubicBezTo>
                        <a:pt x="6699" y="2227"/>
                        <a:pt x="6791" y="2273"/>
                        <a:pt x="6912" y="2273"/>
                      </a:cubicBezTo>
                      <a:close/>
                      <a:moveTo>
                        <a:pt x="4714" y="2273"/>
                      </a:moveTo>
                      <a:lnTo>
                        <a:pt x="5784" y="2273"/>
                      </a:lnTo>
                      <a:cubicBezTo>
                        <a:pt x="5916" y="2273"/>
                        <a:pt x="6031" y="2233"/>
                        <a:pt x="6043" y="2187"/>
                      </a:cubicBezTo>
                      <a:lnTo>
                        <a:pt x="6158" y="1801"/>
                      </a:lnTo>
                      <a:cubicBezTo>
                        <a:pt x="6170" y="1761"/>
                        <a:pt x="6077" y="1727"/>
                        <a:pt x="5957" y="1727"/>
                      </a:cubicBezTo>
                      <a:lnTo>
                        <a:pt x="4903" y="1727"/>
                      </a:lnTo>
                      <a:cubicBezTo>
                        <a:pt x="4783" y="1727"/>
                        <a:pt x="4668" y="1761"/>
                        <a:pt x="4645" y="1801"/>
                      </a:cubicBezTo>
                      <a:lnTo>
                        <a:pt x="4518" y="2187"/>
                      </a:lnTo>
                      <a:cubicBezTo>
                        <a:pt x="4495" y="2227"/>
                        <a:pt x="4593" y="2273"/>
                        <a:pt x="4714" y="2273"/>
                      </a:cubicBezTo>
                      <a:close/>
                      <a:moveTo>
                        <a:pt x="892" y="2273"/>
                      </a:moveTo>
                      <a:lnTo>
                        <a:pt x="3586" y="2273"/>
                      </a:lnTo>
                      <a:cubicBezTo>
                        <a:pt x="3712" y="2273"/>
                        <a:pt x="3827" y="2233"/>
                        <a:pt x="3845" y="2187"/>
                      </a:cubicBezTo>
                      <a:lnTo>
                        <a:pt x="3977" y="1801"/>
                      </a:lnTo>
                      <a:cubicBezTo>
                        <a:pt x="3994" y="1761"/>
                        <a:pt x="3908" y="1727"/>
                        <a:pt x="3776" y="1727"/>
                      </a:cubicBezTo>
                      <a:lnTo>
                        <a:pt x="1140" y="1727"/>
                      </a:lnTo>
                      <a:cubicBezTo>
                        <a:pt x="1013" y="1727"/>
                        <a:pt x="892" y="1761"/>
                        <a:pt x="869" y="1801"/>
                      </a:cubicBezTo>
                      <a:lnTo>
                        <a:pt x="697" y="2187"/>
                      </a:lnTo>
                      <a:cubicBezTo>
                        <a:pt x="685" y="2227"/>
                        <a:pt x="772" y="2273"/>
                        <a:pt x="892" y="2273"/>
                      </a:cubicBezTo>
                      <a:close/>
                      <a:moveTo>
                        <a:pt x="28936" y="2273"/>
                      </a:moveTo>
                      <a:lnTo>
                        <a:pt x="31623" y="2273"/>
                      </a:lnTo>
                      <a:cubicBezTo>
                        <a:pt x="31755" y="2273"/>
                        <a:pt x="31842" y="2233"/>
                        <a:pt x="31819" y="2187"/>
                      </a:cubicBezTo>
                      <a:lnTo>
                        <a:pt x="31646" y="1801"/>
                      </a:lnTo>
                      <a:cubicBezTo>
                        <a:pt x="31623" y="1761"/>
                        <a:pt x="31508" y="1727"/>
                        <a:pt x="31381" y="1727"/>
                      </a:cubicBezTo>
                      <a:lnTo>
                        <a:pt x="28734" y="1727"/>
                      </a:lnTo>
                      <a:cubicBezTo>
                        <a:pt x="28608" y="1727"/>
                        <a:pt x="28516" y="1761"/>
                        <a:pt x="28533" y="1801"/>
                      </a:cubicBezTo>
                      <a:lnTo>
                        <a:pt x="28665" y="2187"/>
                      </a:lnTo>
                      <a:cubicBezTo>
                        <a:pt x="28688" y="2227"/>
                        <a:pt x="28803" y="2273"/>
                        <a:pt x="28936" y="2273"/>
                      </a:cubicBezTo>
                      <a:close/>
                      <a:moveTo>
                        <a:pt x="25840" y="2998"/>
                      </a:moveTo>
                      <a:lnTo>
                        <a:pt x="26933" y="2998"/>
                      </a:lnTo>
                      <a:cubicBezTo>
                        <a:pt x="27065" y="2998"/>
                        <a:pt x="27157" y="2964"/>
                        <a:pt x="27140" y="2912"/>
                      </a:cubicBezTo>
                      <a:lnTo>
                        <a:pt x="27019" y="2515"/>
                      </a:lnTo>
                      <a:cubicBezTo>
                        <a:pt x="27008" y="2463"/>
                        <a:pt x="26893" y="2429"/>
                        <a:pt x="26760" y="2429"/>
                      </a:cubicBezTo>
                      <a:lnTo>
                        <a:pt x="25690" y="2429"/>
                      </a:lnTo>
                      <a:cubicBezTo>
                        <a:pt x="25558" y="2429"/>
                        <a:pt x="25465" y="2463"/>
                        <a:pt x="25483" y="2515"/>
                      </a:cubicBezTo>
                      <a:lnTo>
                        <a:pt x="25586" y="2912"/>
                      </a:lnTo>
                      <a:cubicBezTo>
                        <a:pt x="25598" y="2964"/>
                        <a:pt x="25713" y="2998"/>
                        <a:pt x="25840" y="2998"/>
                      </a:cubicBezTo>
                      <a:close/>
                      <a:moveTo>
                        <a:pt x="23589" y="2998"/>
                      </a:moveTo>
                      <a:lnTo>
                        <a:pt x="24683" y="2998"/>
                      </a:lnTo>
                      <a:cubicBezTo>
                        <a:pt x="24809" y="2998"/>
                        <a:pt x="24901" y="2964"/>
                        <a:pt x="24896" y="2912"/>
                      </a:cubicBezTo>
                      <a:lnTo>
                        <a:pt x="24798" y="2515"/>
                      </a:lnTo>
                      <a:cubicBezTo>
                        <a:pt x="24781" y="2463"/>
                        <a:pt x="24677" y="2429"/>
                        <a:pt x="24545" y="2429"/>
                      </a:cubicBezTo>
                      <a:lnTo>
                        <a:pt x="23474" y="2429"/>
                      </a:lnTo>
                      <a:cubicBezTo>
                        <a:pt x="23342" y="2429"/>
                        <a:pt x="23250" y="2463"/>
                        <a:pt x="23256" y="2515"/>
                      </a:cubicBezTo>
                      <a:lnTo>
                        <a:pt x="23336" y="2912"/>
                      </a:lnTo>
                      <a:cubicBezTo>
                        <a:pt x="23342" y="2964"/>
                        <a:pt x="23457" y="2998"/>
                        <a:pt x="23589" y="2998"/>
                      </a:cubicBezTo>
                      <a:close/>
                      <a:moveTo>
                        <a:pt x="21339" y="2998"/>
                      </a:moveTo>
                      <a:lnTo>
                        <a:pt x="22433" y="2998"/>
                      </a:lnTo>
                      <a:cubicBezTo>
                        <a:pt x="22559" y="2998"/>
                        <a:pt x="22663" y="2964"/>
                        <a:pt x="22651" y="2912"/>
                      </a:cubicBezTo>
                      <a:lnTo>
                        <a:pt x="22582" y="2515"/>
                      </a:lnTo>
                      <a:cubicBezTo>
                        <a:pt x="22577" y="2463"/>
                        <a:pt x="22461" y="2429"/>
                        <a:pt x="22335" y="2429"/>
                      </a:cubicBezTo>
                      <a:lnTo>
                        <a:pt x="21264" y="2429"/>
                      </a:lnTo>
                      <a:cubicBezTo>
                        <a:pt x="21132" y="2429"/>
                        <a:pt x="21034" y="2463"/>
                        <a:pt x="21040" y="2515"/>
                      </a:cubicBezTo>
                      <a:lnTo>
                        <a:pt x="21098" y="2912"/>
                      </a:lnTo>
                      <a:cubicBezTo>
                        <a:pt x="21098" y="2964"/>
                        <a:pt x="21207" y="2998"/>
                        <a:pt x="21339" y="2998"/>
                      </a:cubicBezTo>
                      <a:close/>
                      <a:moveTo>
                        <a:pt x="19083" y="2998"/>
                      </a:moveTo>
                      <a:lnTo>
                        <a:pt x="20177" y="2998"/>
                      </a:lnTo>
                      <a:cubicBezTo>
                        <a:pt x="20309" y="2998"/>
                        <a:pt x="20407" y="2964"/>
                        <a:pt x="20401" y="2912"/>
                      </a:cubicBezTo>
                      <a:lnTo>
                        <a:pt x="20349" y="2515"/>
                      </a:lnTo>
                      <a:cubicBezTo>
                        <a:pt x="20344" y="2463"/>
                        <a:pt x="20234" y="2429"/>
                        <a:pt x="20108" y="2429"/>
                      </a:cubicBezTo>
                      <a:lnTo>
                        <a:pt x="19037" y="2429"/>
                      </a:lnTo>
                      <a:cubicBezTo>
                        <a:pt x="18905" y="2429"/>
                        <a:pt x="18807" y="2463"/>
                        <a:pt x="18813" y="2515"/>
                      </a:cubicBezTo>
                      <a:lnTo>
                        <a:pt x="18842" y="2912"/>
                      </a:lnTo>
                      <a:cubicBezTo>
                        <a:pt x="18847" y="2964"/>
                        <a:pt x="18957" y="2998"/>
                        <a:pt x="19083" y="2998"/>
                      </a:cubicBezTo>
                      <a:close/>
                      <a:moveTo>
                        <a:pt x="16833" y="2998"/>
                      </a:moveTo>
                      <a:lnTo>
                        <a:pt x="17927" y="2998"/>
                      </a:lnTo>
                      <a:cubicBezTo>
                        <a:pt x="18053" y="2998"/>
                        <a:pt x="18163" y="2964"/>
                        <a:pt x="18157" y="2912"/>
                      </a:cubicBezTo>
                      <a:lnTo>
                        <a:pt x="18134" y="2515"/>
                      </a:lnTo>
                      <a:cubicBezTo>
                        <a:pt x="18134" y="2463"/>
                        <a:pt x="18024" y="2429"/>
                        <a:pt x="17898" y="2429"/>
                      </a:cubicBezTo>
                      <a:lnTo>
                        <a:pt x="16827" y="2429"/>
                      </a:lnTo>
                      <a:cubicBezTo>
                        <a:pt x="16695" y="2429"/>
                        <a:pt x="16597" y="2463"/>
                        <a:pt x="16597" y="2515"/>
                      </a:cubicBezTo>
                      <a:lnTo>
                        <a:pt x="16603" y="2912"/>
                      </a:lnTo>
                      <a:cubicBezTo>
                        <a:pt x="16597" y="2964"/>
                        <a:pt x="16707" y="2998"/>
                        <a:pt x="16833" y="2998"/>
                      </a:cubicBezTo>
                      <a:close/>
                      <a:moveTo>
                        <a:pt x="14583" y="2998"/>
                      </a:moveTo>
                      <a:lnTo>
                        <a:pt x="15676" y="2998"/>
                      </a:lnTo>
                      <a:cubicBezTo>
                        <a:pt x="15803" y="2998"/>
                        <a:pt x="15912" y="2964"/>
                        <a:pt x="15912" y="2912"/>
                      </a:cubicBezTo>
                      <a:lnTo>
                        <a:pt x="15918" y="2515"/>
                      </a:lnTo>
                      <a:cubicBezTo>
                        <a:pt x="15918" y="2463"/>
                        <a:pt x="15820" y="2429"/>
                        <a:pt x="15688" y="2429"/>
                      </a:cubicBezTo>
                      <a:lnTo>
                        <a:pt x="14618" y="2429"/>
                      </a:lnTo>
                      <a:cubicBezTo>
                        <a:pt x="14491" y="2429"/>
                        <a:pt x="14382" y="2463"/>
                        <a:pt x="14382" y="2515"/>
                      </a:cubicBezTo>
                      <a:lnTo>
                        <a:pt x="14359" y="2912"/>
                      </a:lnTo>
                      <a:cubicBezTo>
                        <a:pt x="14353" y="2964"/>
                        <a:pt x="14451" y="2998"/>
                        <a:pt x="14583" y="2998"/>
                      </a:cubicBezTo>
                      <a:close/>
                      <a:moveTo>
                        <a:pt x="12339" y="2998"/>
                      </a:moveTo>
                      <a:lnTo>
                        <a:pt x="13432" y="2998"/>
                      </a:lnTo>
                      <a:cubicBezTo>
                        <a:pt x="13559" y="2998"/>
                        <a:pt x="13668" y="2964"/>
                        <a:pt x="13674" y="2912"/>
                      </a:cubicBezTo>
                      <a:lnTo>
                        <a:pt x="13703" y="2515"/>
                      </a:lnTo>
                      <a:cubicBezTo>
                        <a:pt x="13703" y="2463"/>
                        <a:pt x="13605" y="2429"/>
                        <a:pt x="13484" y="2429"/>
                      </a:cubicBezTo>
                      <a:lnTo>
                        <a:pt x="12408" y="2429"/>
                      </a:lnTo>
                      <a:cubicBezTo>
                        <a:pt x="12281" y="2429"/>
                        <a:pt x="12172" y="2463"/>
                        <a:pt x="12166" y="2515"/>
                      </a:cubicBezTo>
                      <a:lnTo>
                        <a:pt x="12114" y="2912"/>
                      </a:lnTo>
                      <a:cubicBezTo>
                        <a:pt x="12103" y="2964"/>
                        <a:pt x="12201" y="2998"/>
                        <a:pt x="12339" y="2998"/>
                      </a:cubicBezTo>
                      <a:close/>
                      <a:moveTo>
                        <a:pt x="10089" y="2998"/>
                      </a:moveTo>
                      <a:lnTo>
                        <a:pt x="11182" y="2998"/>
                      </a:lnTo>
                      <a:cubicBezTo>
                        <a:pt x="11309" y="2998"/>
                        <a:pt x="11424" y="2964"/>
                        <a:pt x="11429" y="2912"/>
                      </a:cubicBezTo>
                      <a:lnTo>
                        <a:pt x="11487" y="2515"/>
                      </a:lnTo>
                      <a:cubicBezTo>
                        <a:pt x="11498" y="2463"/>
                        <a:pt x="11395" y="2429"/>
                        <a:pt x="11268" y="2429"/>
                      </a:cubicBezTo>
                      <a:lnTo>
                        <a:pt x="10192" y="2429"/>
                      </a:lnTo>
                      <a:cubicBezTo>
                        <a:pt x="10066" y="2429"/>
                        <a:pt x="9956" y="2463"/>
                        <a:pt x="9950" y="2515"/>
                      </a:cubicBezTo>
                      <a:lnTo>
                        <a:pt x="9876" y="2912"/>
                      </a:lnTo>
                      <a:cubicBezTo>
                        <a:pt x="9853" y="2964"/>
                        <a:pt x="9956" y="2998"/>
                        <a:pt x="10089" y="2998"/>
                      </a:cubicBezTo>
                      <a:close/>
                      <a:moveTo>
                        <a:pt x="7833" y="2998"/>
                      </a:moveTo>
                      <a:lnTo>
                        <a:pt x="8926" y="2998"/>
                      </a:lnTo>
                      <a:cubicBezTo>
                        <a:pt x="9058" y="2998"/>
                        <a:pt x="9174" y="2964"/>
                        <a:pt x="9179" y="2912"/>
                      </a:cubicBezTo>
                      <a:lnTo>
                        <a:pt x="9260" y="2515"/>
                      </a:lnTo>
                      <a:cubicBezTo>
                        <a:pt x="9266" y="2463"/>
                        <a:pt x="9174" y="2429"/>
                        <a:pt x="9041" y="2429"/>
                      </a:cubicBezTo>
                      <a:lnTo>
                        <a:pt x="7971" y="2429"/>
                      </a:lnTo>
                      <a:cubicBezTo>
                        <a:pt x="7838" y="2429"/>
                        <a:pt x="7729" y="2463"/>
                        <a:pt x="7718" y="2515"/>
                      </a:cubicBezTo>
                      <a:lnTo>
                        <a:pt x="7620" y="2912"/>
                      </a:lnTo>
                      <a:cubicBezTo>
                        <a:pt x="7602" y="2964"/>
                        <a:pt x="7706" y="2998"/>
                        <a:pt x="7833" y="2998"/>
                      </a:cubicBezTo>
                      <a:close/>
                      <a:moveTo>
                        <a:pt x="5583" y="2998"/>
                      </a:moveTo>
                      <a:lnTo>
                        <a:pt x="6676" y="2998"/>
                      </a:lnTo>
                      <a:cubicBezTo>
                        <a:pt x="6808" y="2998"/>
                        <a:pt x="6923" y="2964"/>
                        <a:pt x="6935" y="2912"/>
                      </a:cubicBezTo>
                      <a:lnTo>
                        <a:pt x="7044" y="2515"/>
                      </a:lnTo>
                      <a:cubicBezTo>
                        <a:pt x="7056" y="2463"/>
                        <a:pt x="6964" y="2429"/>
                        <a:pt x="6831" y="2429"/>
                      </a:cubicBezTo>
                      <a:lnTo>
                        <a:pt x="5761" y="2429"/>
                      </a:lnTo>
                      <a:cubicBezTo>
                        <a:pt x="5634" y="2429"/>
                        <a:pt x="5519" y="2463"/>
                        <a:pt x="5502" y="2515"/>
                      </a:cubicBezTo>
                      <a:lnTo>
                        <a:pt x="5381" y="2912"/>
                      </a:lnTo>
                      <a:cubicBezTo>
                        <a:pt x="5358" y="2964"/>
                        <a:pt x="5456" y="2998"/>
                        <a:pt x="5583" y="2998"/>
                      </a:cubicBezTo>
                      <a:close/>
                      <a:moveTo>
                        <a:pt x="570" y="2998"/>
                      </a:moveTo>
                      <a:lnTo>
                        <a:pt x="4426" y="2998"/>
                      </a:lnTo>
                      <a:cubicBezTo>
                        <a:pt x="4552" y="2998"/>
                        <a:pt x="4673" y="2964"/>
                        <a:pt x="4691" y="2912"/>
                      </a:cubicBezTo>
                      <a:lnTo>
                        <a:pt x="4817" y="2515"/>
                      </a:lnTo>
                      <a:cubicBezTo>
                        <a:pt x="4834" y="2463"/>
                        <a:pt x="4742" y="2429"/>
                        <a:pt x="4616" y="2429"/>
                      </a:cubicBezTo>
                      <a:lnTo>
                        <a:pt x="829" y="2429"/>
                      </a:lnTo>
                      <a:cubicBezTo>
                        <a:pt x="697" y="2429"/>
                        <a:pt x="576" y="2463"/>
                        <a:pt x="553" y="2515"/>
                      </a:cubicBezTo>
                      <a:lnTo>
                        <a:pt x="374" y="2912"/>
                      </a:lnTo>
                      <a:cubicBezTo>
                        <a:pt x="346" y="2964"/>
                        <a:pt x="432" y="2998"/>
                        <a:pt x="570" y="2998"/>
                      </a:cubicBezTo>
                      <a:close/>
                      <a:moveTo>
                        <a:pt x="28090" y="2998"/>
                      </a:moveTo>
                      <a:lnTo>
                        <a:pt x="31945" y="2998"/>
                      </a:lnTo>
                      <a:cubicBezTo>
                        <a:pt x="32078" y="2998"/>
                        <a:pt x="32164" y="2964"/>
                        <a:pt x="32141" y="2912"/>
                      </a:cubicBezTo>
                      <a:lnTo>
                        <a:pt x="31963" y="2515"/>
                      </a:lnTo>
                      <a:cubicBezTo>
                        <a:pt x="31940" y="2463"/>
                        <a:pt x="31819" y="2429"/>
                        <a:pt x="31686" y="2429"/>
                      </a:cubicBezTo>
                      <a:lnTo>
                        <a:pt x="27900" y="2429"/>
                      </a:lnTo>
                      <a:cubicBezTo>
                        <a:pt x="27767" y="2429"/>
                        <a:pt x="27675" y="2463"/>
                        <a:pt x="27698" y="2515"/>
                      </a:cubicBezTo>
                      <a:lnTo>
                        <a:pt x="27825" y="2912"/>
                      </a:lnTo>
                      <a:cubicBezTo>
                        <a:pt x="27842" y="2964"/>
                        <a:pt x="27963" y="2998"/>
                        <a:pt x="28090" y="2998"/>
                      </a:cubicBezTo>
                      <a:close/>
                      <a:moveTo>
                        <a:pt x="26576" y="3769"/>
                      </a:moveTo>
                      <a:lnTo>
                        <a:pt x="27744" y="3769"/>
                      </a:lnTo>
                      <a:cubicBezTo>
                        <a:pt x="27882" y="3769"/>
                        <a:pt x="27975" y="3723"/>
                        <a:pt x="27957" y="3672"/>
                      </a:cubicBezTo>
                      <a:lnTo>
                        <a:pt x="27917" y="3551"/>
                      </a:lnTo>
                      <a:cubicBezTo>
                        <a:pt x="27905" y="3499"/>
                        <a:pt x="27785" y="3459"/>
                        <a:pt x="27652" y="3459"/>
                      </a:cubicBezTo>
                      <a:lnTo>
                        <a:pt x="26496" y="3459"/>
                      </a:lnTo>
                      <a:cubicBezTo>
                        <a:pt x="26363" y="3459"/>
                        <a:pt x="26265" y="3499"/>
                        <a:pt x="26277" y="3551"/>
                      </a:cubicBezTo>
                      <a:lnTo>
                        <a:pt x="26317" y="3672"/>
                      </a:lnTo>
                      <a:cubicBezTo>
                        <a:pt x="26323" y="3723"/>
                        <a:pt x="26444" y="3769"/>
                        <a:pt x="26576" y="3769"/>
                      </a:cubicBezTo>
                      <a:close/>
                      <a:moveTo>
                        <a:pt x="28849" y="3769"/>
                      </a:moveTo>
                      <a:lnTo>
                        <a:pt x="30018" y="3769"/>
                      </a:lnTo>
                      <a:cubicBezTo>
                        <a:pt x="30156" y="3769"/>
                        <a:pt x="30242" y="3723"/>
                        <a:pt x="30230" y="3672"/>
                      </a:cubicBezTo>
                      <a:lnTo>
                        <a:pt x="30064" y="3257"/>
                      </a:lnTo>
                      <a:cubicBezTo>
                        <a:pt x="30041" y="3205"/>
                        <a:pt x="29920" y="3171"/>
                        <a:pt x="29787" y="3171"/>
                      </a:cubicBezTo>
                      <a:lnTo>
                        <a:pt x="28636" y="3171"/>
                      </a:lnTo>
                      <a:cubicBezTo>
                        <a:pt x="28510" y="3171"/>
                        <a:pt x="28418" y="3211"/>
                        <a:pt x="28429" y="3257"/>
                      </a:cubicBezTo>
                      <a:lnTo>
                        <a:pt x="28573" y="3672"/>
                      </a:lnTo>
                      <a:cubicBezTo>
                        <a:pt x="28596" y="3723"/>
                        <a:pt x="28717" y="3769"/>
                        <a:pt x="28849" y="3769"/>
                      </a:cubicBezTo>
                      <a:close/>
                      <a:moveTo>
                        <a:pt x="31122" y="3769"/>
                      </a:moveTo>
                      <a:lnTo>
                        <a:pt x="32291" y="3769"/>
                      </a:lnTo>
                      <a:cubicBezTo>
                        <a:pt x="32429" y="3769"/>
                        <a:pt x="32515" y="3723"/>
                        <a:pt x="32492" y="3672"/>
                      </a:cubicBezTo>
                      <a:lnTo>
                        <a:pt x="32435" y="3551"/>
                      </a:lnTo>
                      <a:cubicBezTo>
                        <a:pt x="32417" y="3499"/>
                        <a:pt x="32285" y="3459"/>
                        <a:pt x="32158" y="3459"/>
                      </a:cubicBezTo>
                      <a:lnTo>
                        <a:pt x="30996" y="3459"/>
                      </a:lnTo>
                      <a:cubicBezTo>
                        <a:pt x="30869" y="3459"/>
                        <a:pt x="30777" y="3499"/>
                        <a:pt x="30794" y="3551"/>
                      </a:cubicBezTo>
                      <a:lnTo>
                        <a:pt x="30846" y="3672"/>
                      </a:lnTo>
                      <a:cubicBezTo>
                        <a:pt x="30863" y="3723"/>
                        <a:pt x="30990" y="3769"/>
                        <a:pt x="31122" y="3769"/>
                      </a:cubicBezTo>
                      <a:close/>
                      <a:moveTo>
                        <a:pt x="24274" y="3769"/>
                      </a:moveTo>
                      <a:lnTo>
                        <a:pt x="25385" y="3769"/>
                      </a:lnTo>
                      <a:cubicBezTo>
                        <a:pt x="25523" y="3769"/>
                        <a:pt x="25615" y="3723"/>
                        <a:pt x="25604" y="3672"/>
                      </a:cubicBezTo>
                      <a:lnTo>
                        <a:pt x="25494" y="3257"/>
                      </a:lnTo>
                      <a:cubicBezTo>
                        <a:pt x="25483" y="3205"/>
                        <a:pt x="25368" y="3171"/>
                        <a:pt x="25235" y="3171"/>
                      </a:cubicBezTo>
                      <a:lnTo>
                        <a:pt x="24136" y="3171"/>
                      </a:lnTo>
                      <a:cubicBezTo>
                        <a:pt x="24004" y="3171"/>
                        <a:pt x="23906" y="3211"/>
                        <a:pt x="23917" y="3257"/>
                      </a:cubicBezTo>
                      <a:lnTo>
                        <a:pt x="24015" y="3672"/>
                      </a:lnTo>
                      <a:cubicBezTo>
                        <a:pt x="24027" y="3723"/>
                        <a:pt x="24142" y="3769"/>
                        <a:pt x="24274" y="3769"/>
                      </a:cubicBezTo>
                      <a:close/>
                      <a:moveTo>
                        <a:pt x="9801" y="3257"/>
                      </a:moveTo>
                      <a:lnTo>
                        <a:pt x="9720" y="3672"/>
                      </a:lnTo>
                      <a:cubicBezTo>
                        <a:pt x="9715" y="3723"/>
                        <a:pt x="9812" y="3764"/>
                        <a:pt x="9945" y="3764"/>
                      </a:cubicBezTo>
                      <a:lnTo>
                        <a:pt x="20257" y="3764"/>
                      </a:lnTo>
                      <a:cubicBezTo>
                        <a:pt x="20395" y="3764"/>
                        <a:pt x="20493" y="3723"/>
                        <a:pt x="20488" y="3672"/>
                      </a:cubicBezTo>
                      <a:lnTo>
                        <a:pt x="20436" y="3257"/>
                      </a:lnTo>
                      <a:cubicBezTo>
                        <a:pt x="20430" y="3205"/>
                        <a:pt x="20321" y="3171"/>
                        <a:pt x="20194" y="3171"/>
                      </a:cubicBezTo>
                      <a:lnTo>
                        <a:pt x="10048" y="3171"/>
                      </a:lnTo>
                      <a:cubicBezTo>
                        <a:pt x="9922" y="3171"/>
                        <a:pt x="9807" y="3205"/>
                        <a:pt x="9801" y="3257"/>
                      </a:cubicBezTo>
                      <a:close/>
                      <a:moveTo>
                        <a:pt x="7119" y="3769"/>
                      </a:moveTo>
                      <a:lnTo>
                        <a:pt x="8765" y="3769"/>
                      </a:lnTo>
                      <a:cubicBezTo>
                        <a:pt x="8897" y="3769"/>
                        <a:pt x="9012" y="3723"/>
                        <a:pt x="9024" y="3672"/>
                      </a:cubicBezTo>
                      <a:lnTo>
                        <a:pt x="9104" y="3257"/>
                      </a:lnTo>
                      <a:cubicBezTo>
                        <a:pt x="9116" y="3205"/>
                        <a:pt x="9024" y="3171"/>
                        <a:pt x="8892" y="3171"/>
                      </a:cubicBezTo>
                      <a:lnTo>
                        <a:pt x="7280" y="3171"/>
                      </a:lnTo>
                      <a:cubicBezTo>
                        <a:pt x="7148" y="3171"/>
                        <a:pt x="7033" y="3211"/>
                        <a:pt x="7021" y="3257"/>
                      </a:cubicBezTo>
                      <a:lnTo>
                        <a:pt x="6912" y="3672"/>
                      </a:lnTo>
                      <a:cubicBezTo>
                        <a:pt x="6895" y="3723"/>
                        <a:pt x="6992" y="3769"/>
                        <a:pt x="7119" y="3769"/>
                      </a:cubicBezTo>
                      <a:close/>
                      <a:moveTo>
                        <a:pt x="4817" y="3769"/>
                      </a:moveTo>
                      <a:lnTo>
                        <a:pt x="5934" y="3769"/>
                      </a:lnTo>
                      <a:cubicBezTo>
                        <a:pt x="6072" y="3769"/>
                        <a:pt x="6187" y="3723"/>
                        <a:pt x="6198" y="3672"/>
                      </a:cubicBezTo>
                      <a:lnTo>
                        <a:pt x="6313" y="3257"/>
                      </a:lnTo>
                      <a:cubicBezTo>
                        <a:pt x="6331" y="3205"/>
                        <a:pt x="6239" y="3171"/>
                        <a:pt x="6100" y="3171"/>
                      </a:cubicBezTo>
                      <a:lnTo>
                        <a:pt x="5001" y="3171"/>
                      </a:lnTo>
                      <a:cubicBezTo>
                        <a:pt x="4869" y="3171"/>
                        <a:pt x="4748" y="3211"/>
                        <a:pt x="4731" y="3257"/>
                      </a:cubicBezTo>
                      <a:lnTo>
                        <a:pt x="4598" y="3672"/>
                      </a:lnTo>
                      <a:cubicBezTo>
                        <a:pt x="4598" y="3723"/>
                        <a:pt x="4691" y="3769"/>
                        <a:pt x="4817" y="3769"/>
                      </a:cubicBezTo>
                      <a:close/>
                      <a:moveTo>
                        <a:pt x="21454" y="3769"/>
                      </a:moveTo>
                      <a:lnTo>
                        <a:pt x="23094" y="3769"/>
                      </a:lnTo>
                      <a:cubicBezTo>
                        <a:pt x="23227" y="3769"/>
                        <a:pt x="23325" y="3723"/>
                        <a:pt x="23313" y="3672"/>
                      </a:cubicBezTo>
                      <a:lnTo>
                        <a:pt x="23238" y="3257"/>
                      </a:lnTo>
                      <a:cubicBezTo>
                        <a:pt x="23227" y="3205"/>
                        <a:pt x="23112" y="3171"/>
                        <a:pt x="22985" y="3171"/>
                      </a:cubicBezTo>
                      <a:lnTo>
                        <a:pt x="21374" y="3171"/>
                      </a:lnTo>
                      <a:cubicBezTo>
                        <a:pt x="21241" y="3171"/>
                        <a:pt x="21144" y="3211"/>
                        <a:pt x="21149" y="3257"/>
                      </a:cubicBezTo>
                      <a:lnTo>
                        <a:pt x="21207" y="3672"/>
                      </a:lnTo>
                      <a:cubicBezTo>
                        <a:pt x="21201" y="3723"/>
                        <a:pt x="21316" y="3769"/>
                        <a:pt x="21454" y="3769"/>
                      </a:cubicBezTo>
                      <a:close/>
                      <a:moveTo>
                        <a:pt x="2527" y="3769"/>
                      </a:moveTo>
                      <a:lnTo>
                        <a:pt x="3643" y="3769"/>
                      </a:lnTo>
                      <a:cubicBezTo>
                        <a:pt x="3776" y="3769"/>
                        <a:pt x="3902" y="3723"/>
                        <a:pt x="3914" y="3672"/>
                      </a:cubicBezTo>
                      <a:lnTo>
                        <a:pt x="4058" y="3257"/>
                      </a:lnTo>
                      <a:cubicBezTo>
                        <a:pt x="4075" y="3205"/>
                        <a:pt x="3977" y="3171"/>
                        <a:pt x="3850" y="3171"/>
                      </a:cubicBezTo>
                      <a:lnTo>
                        <a:pt x="2751" y="3171"/>
                      </a:lnTo>
                      <a:cubicBezTo>
                        <a:pt x="2619" y="3171"/>
                        <a:pt x="2498" y="3211"/>
                        <a:pt x="2475" y="3257"/>
                      </a:cubicBezTo>
                      <a:lnTo>
                        <a:pt x="2308" y="3672"/>
                      </a:lnTo>
                      <a:cubicBezTo>
                        <a:pt x="2297" y="3723"/>
                        <a:pt x="2389" y="3769"/>
                        <a:pt x="2527" y="3769"/>
                      </a:cubicBezTo>
                      <a:close/>
                      <a:moveTo>
                        <a:pt x="225" y="3769"/>
                      </a:moveTo>
                      <a:lnTo>
                        <a:pt x="1341" y="3769"/>
                      </a:lnTo>
                      <a:cubicBezTo>
                        <a:pt x="1474" y="3769"/>
                        <a:pt x="1600" y="3723"/>
                        <a:pt x="1617" y="3672"/>
                      </a:cubicBezTo>
                      <a:lnTo>
                        <a:pt x="1790" y="3257"/>
                      </a:lnTo>
                      <a:cubicBezTo>
                        <a:pt x="1813" y="3205"/>
                        <a:pt x="1721" y="3171"/>
                        <a:pt x="1589" y="3171"/>
                      </a:cubicBezTo>
                      <a:lnTo>
                        <a:pt x="490" y="3171"/>
                      </a:lnTo>
                      <a:cubicBezTo>
                        <a:pt x="357" y="3171"/>
                        <a:pt x="236" y="3211"/>
                        <a:pt x="208" y="3257"/>
                      </a:cubicBezTo>
                      <a:lnTo>
                        <a:pt x="23" y="3672"/>
                      </a:lnTo>
                      <a:cubicBezTo>
                        <a:pt x="0" y="3723"/>
                        <a:pt x="87" y="3769"/>
                        <a:pt x="225" y="376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38" name="Google Shape;838;p47"/>
              <p:cNvSpPr/>
              <p:nvPr/>
            </p:nvSpPr>
            <p:spPr>
              <a:xfrm>
                <a:off x="6822274" y="3695850"/>
                <a:ext cx="723633" cy="189396"/>
              </a:xfrm>
              <a:custGeom>
                <a:avLst/>
                <a:gdLst/>
                <a:ahLst/>
                <a:cxnLst/>
                <a:rect l="l" t="t" r="r" b="b"/>
                <a:pathLst>
                  <a:path w="12448" h="3258" extrusionOk="0">
                    <a:moveTo>
                      <a:pt x="12074" y="3258"/>
                    </a:moveTo>
                    <a:lnTo>
                      <a:pt x="374" y="3258"/>
                    </a:lnTo>
                    <a:cubicBezTo>
                      <a:pt x="155" y="3258"/>
                      <a:pt x="0" y="3126"/>
                      <a:pt x="35" y="2959"/>
                    </a:cubicBezTo>
                    <a:lnTo>
                      <a:pt x="529" y="254"/>
                    </a:lnTo>
                    <a:cubicBezTo>
                      <a:pt x="558" y="110"/>
                      <a:pt x="737" y="1"/>
                      <a:pt x="932" y="1"/>
                    </a:cubicBezTo>
                    <a:lnTo>
                      <a:pt x="11515" y="1"/>
                    </a:lnTo>
                    <a:cubicBezTo>
                      <a:pt x="11717" y="1"/>
                      <a:pt x="11895" y="116"/>
                      <a:pt x="11918" y="254"/>
                    </a:cubicBezTo>
                    <a:lnTo>
                      <a:pt x="12413" y="2959"/>
                    </a:lnTo>
                    <a:cubicBezTo>
                      <a:pt x="12448" y="3126"/>
                      <a:pt x="12298" y="3258"/>
                      <a:pt x="12074" y="325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 name="Google Shape;839;p47"/>
              <p:cNvSpPr/>
              <p:nvPr/>
            </p:nvSpPr>
            <p:spPr>
              <a:xfrm>
                <a:off x="5996926" y="1962600"/>
                <a:ext cx="733748" cy="692591"/>
              </a:xfrm>
              <a:custGeom>
                <a:avLst/>
                <a:gdLst/>
                <a:ahLst/>
                <a:cxnLst/>
                <a:rect l="l" t="t" r="r" b="b"/>
                <a:pathLst>
                  <a:path w="12622" h="11914" extrusionOk="0">
                    <a:moveTo>
                      <a:pt x="11361" y="9364"/>
                    </a:moveTo>
                    <a:lnTo>
                      <a:pt x="9583" y="9364"/>
                    </a:lnTo>
                    <a:cubicBezTo>
                      <a:pt x="9393" y="9364"/>
                      <a:pt x="9232" y="9525"/>
                      <a:pt x="9232" y="9721"/>
                    </a:cubicBezTo>
                    <a:lnTo>
                      <a:pt x="9226" y="11534"/>
                    </a:lnTo>
                    <a:cubicBezTo>
                      <a:pt x="9226" y="11781"/>
                      <a:pt x="8915" y="11913"/>
                      <a:pt x="8737" y="11723"/>
                    </a:cubicBezTo>
                    <a:lnTo>
                      <a:pt x="6820" y="9767"/>
                    </a:lnTo>
                    <a:cubicBezTo>
                      <a:pt x="6492" y="9502"/>
                      <a:pt x="6078" y="9358"/>
                      <a:pt x="5658" y="9358"/>
                    </a:cubicBezTo>
                    <a:lnTo>
                      <a:pt x="1261" y="9358"/>
                    </a:lnTo>
                    <a:cubicBezTo>
                      <a:pt x="571" y="9358"/>
                      <a:pt x="1" y="8800"/>
                      <a:pt x="1" y="8098"/>
                    </a:cubicBezTo>
                    <a:lnTo>
                      <a:pt x="1" y="1255"/>
                    </a:lnTo>
                    <a:cubicBezTo>
                      <a:pt x="1" y="565"/>
                      <a:pt x="565" y="1"/>
                      <a:pt x="1261" y="1"/>
                    </a:cubicBezTo>
                    <a:lnTo>
                      <a:pt x="11355" y="1"/>
                    </a:lnTo>
                    <a:cubicBezTo>
                      <a:pt x="12046" y="1"/>
                      <a:pt x="12615" y="559"/>
                      <a:pt x="12615" y="1255"/>
                    </a:cubicBezTo>
                    <a:lnTo>
                      <a:pt x="12615" y="8109"/>
                    </a:lnTo>
                    <a:cubicBezTo>
                      <a:pt x="12621" y="8806"/>
                      <a:pt x="12051" y="9364"/>
                      <a:pt x="11361" y="9364"/>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 name="Google Shape;840;p47"/>
              <p:cNvSpPr/>
              <p:nvPr/>
            </p:nvSpPr>
            <p:spPr>
              <a:xfrm>
                <a:off x="6163240" y="2083048"/>
                <a:ext cx="375362" cy="302812"/>
              </a:xfrm>
              <a:custGeom>
                <a:avLst/>
                <a:gdLst/>
                <a:ahLst/>
                <a:cxnLst/>
                <a:rect l="l" t="t" r="r" b="b"/>
                <a:pathLst>
                  <a:path w="6457" h="5209" extrusionOk="0">
                    <a:moveTo>
                      <a:pt x="2952" y="2964"/>
                    </a:moveTo>
                    <a:lnTo>
                      <a:pt x="1853" y="2964"/>
                    </a:lnTo>
                    <a:cubicBezTo>
                      <a:pt x="1916" y="3523"/>
                      <a:pt x="2164" y="4213"/>
                      <a:pt x="2952" y="4213"/>
                    </a:cubicBezTo>
                    <a:lnTo>
                      <a:pt x="2952" y="5209"/>
                    </a:lnTo>
                    <a:lnTo>
                      <a:pt x="2227" y="5209"/>
                    </a:lnTo>
                    <a:cubicBezTo>
                      <a:pt x="996" y="5209"/>
                      <a:pt x="0" y="4207"/>
                      <a:pt x="0" y="2976"/>
                    </a:cubicBezTo>
                    <a:lnTo>
                      <a:pt x="0" y="2964"/>
                    </a:lnTo>
                    <a:lnTo>
                      <a:pt x="0" y="2257"/>
                    </a:lnTo>
                    <a:lnTo>
                      <a:pt x="0" y="6"/>
                    </a:lnTo>
                    <a:lnTo>
                      <a:pt x="2952" y="6"/>
                    </a:lnTo>
                    <a:close/>
                    <a:moveTo>
                      <a:pt x="6457" y="1"/>
                    </a:moveTo>
                    <a:lnTo>
                      <a:pt x="3499" y="1"/>
                    </a:lnTo>
                    <a:lnTo>
                      <a:pt x="3499" y="2251"/>
                    </a:lnTo>
                    <a:lnTo>
                      <a:pt x="3499" y="2959"/>
                    </a:lnTo>
                    <a:lnTo>
                      <a:pt x="3499" y="2970"/>
                    </a:lnTo>
                    <a:cubicBezTo>
                      <a:pt x="3499" y="4202"/>
                      <a:pt x="4500" y="5203"/>
                      <a:pt x="5732" y="5203"/>
                    </a:cubicBezTo>
                    <a:lnTo>
                      <a:pt x="6457" y="5203"/>
                    </a:lnTo>
                    <a:lnTo>
                      <a:pt x="6457" y="4207"/>
                    </a:lnTo>
                    <a:cubicBezTo>
                      <a:pt x="5674" y="4207"/>
                      <a:pt x="5427" y="3517"/>
                      <a:pt x="5358" y="2959"/>
                    </a:cubicBezTo>
                    <a:lnTo>
                      <a:pt x="6457" y="295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 name="Google Shape;841;p47"/>
              <p:cNvSpPr/>
              <p:nvPr/>
            </p:nvSpPr>
            <p:spPr>
              <a:xfrm>
                <a:off x="6580041" y="2438050"/>
                <a:ext cx="733051" cy="692532"/>
              </a:xfrm>
              <a:custGeom>
                <a:avLst/>
                <a:gdLst/>
                <a:ahLst/>
                <a:cxnLst/>
                <a:rect l="l" t="t" r="r" b="b"/>
                <a:pathLst>
                  <a:path w="12610" h="11913" extrusionOk="0">
                    <a:moveTo>
                      <a:pt x="1249" y="9369"/>
                    </a:moveTo>
                    <a:lnTo>
                      <a:pt x="3028" y="9369"/>
                    </a:lnTo>
                    <a:cubicBezTo>
                      <a:pt x="3223" y="9369"/>
                      <a:pt x="3379" y="9524"/>
                      <a:pt x="3379" y="9720"/>
                    </a:cubicBezTo>
                    <a:lnTo>
                      <a:pt x="3384" y="11533"/>
                    </a:lnTo>
                    <a:cubicBezTo>
                      <a:pt x="3384" y="11786"/>
                      <a:pt x="3695" y="11913"/>
                      <a:pt x="3879" y="11728"/>
                    </a:cubicBezTo>
                    <a:lnTo>
                      <a:pt x="5790" y="9772"/>
                    </a:lnTo>
                    <a:cubicBezTo>
                      <a:pt x="6118" y="9501"/>
                      <a:pt x="6532" y="9357"/>
                      <a:pt x="6952" y="9357"/>
                    </a:cubicBezTo>
                    <a:lnTo>
                      <a:pt x="11349" y="9357"/>
                    </a:lnTo>
                    <a:cubicBezTo>
                      <a:pt x="12040" y="9357"/>
                      <a:pt x="12609" y="8799"/>
                      <a:pt x="12609" y="8103"/>
                    </a:cubicBezTo>
                    <a:lnTo>
                      <a:pt x="12609" y="1260"/>
                    </a:lnTo>
                    <a:cubicBezTo>
                      <a:pt x="12609" y="570"/>
                      <a:pt x="12045" y="0"/>
                      <a:pt x="11349" y="0"/>
                    </a:cubicBezTo>
                    <a:lnTo>
                      <a:pt x="1255" y="0"/>
                    </a:lnTo>
                    <a:cubicBezTo>
                      <a:pt x="564" y="0"/>
                      <a:pt x="1" y="564"/>
                      <a:pt x="1" y="1260"/>
                    </a:cubicBezTo>
                    <a:lnTo>
                      <a:pt x="1" y="8103"/>
                    </a:lnTo>
                    <a:cubicBezTo>
                      <a:pt x="1" y="8805"/>
                      <a:pt x="559" y="9369"/>
                      <a:pt x="1249" y="936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 name="Google Shape;842;p47"/>
              <p:cNvSpPr/>
              <p:nvPr/>
            </p:nvSpPr>
            <p:spPr>
              <a:xfrm>
                <a:off x="6771409" y="2559138"/>
                <a:ext cx="375710" cy="302115"/>
              </a:xfrm>
              <a:custGeom>
                <a:avLst/>
                <a:gdLst/>
                <a:ahLst/>
                <a:cxnLst/>
                <a:rect l="l" t="t" r="r" b="b"/>
                <a:pathLst>
                  <a:path w="6463" h="5197" extrusionOk="0">
                    <a:moveTo>
                      <a:pt x="3505" y="0"/>
                    </a:moveTo>
                    <a:lnTo>
                      <a:pt x="6463" y="0"/>
                    </a:lnTo>
                    <a:lnTo>
                      <a:pt x="6463" y="2250"/>
                    </a:lnTo>
                    <a:lnTo>
                      <a:pt x="6463" y="2953"/>
                    </a:lnTo>
                    <a:lnTo>
                      <a:pt x="6463" y="2970"/>
                    </a:lnTo>
                    <a:cubicBezTo>
                      <a:pt x="6463" y="4201"/>
                      <a:pt x="5462" y="5197"/>
                      <a:pt x="4230" y="5197"/>
                    </a:cubicBezTo>
                    <a:lnTo>
                      <a:pt x="3505" y="5197"/>
                    </a:lnTo>
                    <a:lnTo>
                      <a:pt x="3505" y="4207"/>
                    </a:lnTo>
                    <a:cubicBezTo>
                      <a:pt x="4288" y="4207"/>
                      <a:pt x="4535" y="3516"/>
                      <a:pt x="4604" y="2953"/>
                    </a:cubicBezTo>
                    <a:lnTo>
                      <a:pt x="3505" y="2953"/>
                    </a:lnTo>
                    <a:close/>
                    <a:moveTo>
                      <a:pt x="0" y="2953"/>
                    </a:moveTo>
                    <a:lnTo>
                      <a:pt x="1105" y="2953"/>
                    </a:lnTo>
                    <a:cubicBezTo>
                      <a:pt x="1036" y="3516"/>
                      <a:pt x="794" y="4207"/>
                      <a:pt x="0" y="4207"/>
                    </a:cubicBezTo>
                    <a:lnTo>
                      <a:pt x="0" y="5197"/>
                    </a:lnTo>
                    <a:lnTo>
                      <a:pt x="731" y="5197"/>
                    </a:lnTo>
                    <a:cubicBezTo>
                      <a:pt x="1957" y="5197"/>
                      <a:pt x="2958" y="4201"/>
                      <a:pt x="2958" y="2970"/>
                    </a:cubicBezTo>
                    <a:lnTo>
                      <a:pt x="2958" y="2953"/>
                    </a:lnTo>
                    <a:lnTo>
                      <a:pt x="2958" y="2250"/>
                    </a:lnTo>
                    <a:lnTo>
                      <a:pt x="2958" y="0"/>
                    </a:lnTo>
                    <a:lnTo>
                      <a:pt x="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 name="Google Shape;843;p47"/>
              <p:cNvSpPr/>
              <p:nvPr/>
            </p:nvSpPr>
            <p:spPr>
              <a:xfrm>
                <a:off x="7072122" y="1652817"/>
                <a:ext cx="779557" cy="813332"/>
              </a:xfrm>
              <a:custGeom>
                <a:avLst/>
                <a:gdLst/>
                <a:ahLst/>
                <a:cxnLst/>
                <a:rect l="l" t="t" r="r" b="b"/>
                <a:pathLst>
                  <a:path w="13410" h="13991" extrusionOk="0">
                    <a:moveTo>
                      <a:pt x="12886" y="13991"/>
                    </a:moveTo>
                    <a:lnTo>
                      <a:pt x="525" y="13991"/>
                    </a:lnTo>
                    <a:cubicBezTo>
                      <a:pt x="237" y="13991"/>
                      <a:pt x="1" y="13755"/>
                      <a:pt x="1" y="13467"/>
                    </a:cubicBezTo>
                    <a:lnTo>
                      <a:pt x="1" y="525"/>
                    </a:lnTo>
                    <a:cubicBezTo>
                      <a:pt x="1" y="237"/>
                      <a:pt x="237" y="1"/>
                      <a:pt x="525" y="1"/>
                    </a:cubicBezTo>
                    <a:lnTo>
                      <a:pt x="12886" y="1"/>
                    </a:lnTo>
                    <a:cubicBezTo>
                      <a:pt x="13174" y="1"/>
                      <a:pt x="13410" y="237"/>
                      <a:pt x="13410" y="525"/>
                    </a:cubicBezTo>
                    <a:lnTo>
                      <a:pt x="13410" y="13467"/>
                    </a:lnTo>
                    <a:cubicBezTo>
                      <a:pt x="13410" y="13761"/>
                      <a:pt x="13174" y="13991"/>
                      <a:pt x="12886" y="1399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 name="Google Shape;844;p47"/>
              <p:cNvSpPr/>
              <p:nvPr/>
            </p:nvSpPr>
            <p:spPr>
              <a:xfrm>
                <a:off x="7186234" y="1775939"/>
                <a:ext cx="551387" cy="566792"/>
              </a:xfrm>
              <a:custGeom>
                <a:avLst/>
                <a:gdLst/>
                <a:ahLst/>
                <a:cxnLst/>
                <a:rect l="l" t="t" r="r" b="b"/>
                <a:pathLst>
                  <a:path w="9485" h="9750" extrusionOk="0">
                    <a:moveTo>
                      <a:pt x="9179" y="8167"/>
                    </a:moveTo>
                    <a:lnTo>
                      <a:pt x="8454" y="8167"/>
                    </a:lnTo>
                    <a:lnTo>
                      <a:pt x="8454" y="7131"/>
                    </a:lnTo>
                    <a:lnTo>
                      <a:pt x="7292" y="7131"/>
                    </a:lnTo>
                    <a:lnTo>
                      <a:pt x="7292" y="6561"/>
                    </a:lnTo>
                    <a:lnTo>
                      <a:pt x="7953" y="6561"/>
                    </a:lnTo>
                    <a:cubicBezTo>
                      <a:pt x="8155" y="6561"/>
                      <a:pt x="8316" y="6400"/>
                      <a:pt x="8316" y="6199"/>
                    </a:cubicBezTo>
                    <a:lnTo>
                      <a:pt x="8316" y="4587"/>
                    </a:lnTo>
                    <a:cubicBezTo>
                      <a:pt x="8316" y="4386"/>
                      <a:pt x="8155" y="4219"/>
                      <a:pt x="7953" y="4219"/>
                    </a:cubicBezTo>
                    <a:lnTo>
                      <a:pt x="7292" y="4219"/>
                    </a:lnTo>
                    <a:lnTo>
                      <a:pt x="7292" y="3292"/>
                    </a:lnTo>
                    <a:lnTo>
                      <a:pt x="4892" y="3292"/>
                    </a:lnTo>
                    <a:lnTo>
                      <a:pt x="4892" y="2608"/>
                    </a:lnTo>
                    <a:lnTo>
                      <a:pt x="6814" y="2608"/>
                    </a:lnTo>
                    <a:cubicBezTo>
                      <a:pt x="7004" y="2608"/>
                      <a:pt x="7154" y="2458"/>
                      <a:pt x="7154" y="2268"/>
                    </a:cubicBezTo>
                    <a:lnTo>
                      <a:pt x="7154" y="340"/>
                    </a:lnTo>
                    <a:cubicBezTo>
                      <a:pt x="7154" y="156"/>
                      <a:pt x="7004" y="1"/>
                      <a:pt x="6814" y="1"/>
                    </a:cubicBezTo>
                    <a:lnTo>
                      <a:pt x="2688" y="1"/>
                    </a:lnTo>
                    <a:cubicBezTo>
                      <a:pt x="2498" y="1"/>
                      <a:pt x="2348" y="156"/>
                      <a:pt x="2348" y="340"/>
                    </a:cubicBezTo>
                    <a:lnTo>
                      <a:pt x="2348" y="2268"/>
                    </a:lnTo>
                    <a:cubicBezTo>
                      <a:pt x="2348" y="2458"/>
                      <a:pt x="2498" y="2608"/>
                      <a:pt x="2688" y="2608"/>
                    </a:cubicBezTo>
                    <a:lnTo>
                      <a:pt x="4604" y="2608"/>
                    </a:lnTo>
                    <a:lnTo>
                      <a:pt x="4604" y="3292"/>
                    </a:lnTo>
                    <a:lnTo>
                      <a:pt x="2210" y="3292"/>
                    </a:lnTo>
                    <a:lnTo>
                      <a:pt x="2210" y="4219"/>
                    </a:lnTo>
                    <a:lnTo>
                      <a:pt x="1548" y="4219"/>
                    </a:lnTo>
                    <a:cubicBezTo>
                      <a:pt x="1347" y="4219"/>
                      <a:pt x="1180" y="4386"/>
                      <a:pt x="1180" y="4587"/>
                    </a:cubicBezTo>
                    <a:lnTo>
                      <a:pt x="1180" y="6199"/>
                    </a:lnTo>
                    <a:cubicBezTo>
                      <a:pt x="1180" y="6400"/>
                      <a:pt x="1347" y="6561"/>
                      <a:pt x="1548" y="6561"/>
                    </a:cubicBezTo>
                    <a:lnTo>
                      <a:pt x="2210" y="6561"/>
                    </a:lnTo>
                    <a:lnTo>
                      <a:pt x="2210" y="7131"/>
                    </a:lnTo>
                    <a:lnTo>
                      <a:pt x="1030" y="7131"/>
                    </a:lnTo>
                    <a:lnTo>
                      <a:pt x="1030" y="8167"/>
                    </a:lnTo>
                    <a:lnTo>
                      <a:pt x="305" y="8167"/>
                    </a:lnTo>
                    <a:cubicBezTo>
                      <a:pt x="138" y="8167"/>
                      <a:pt x="0" y="8305"/>
                      <a:pt x="0" y="8472"/>
                    </a:cubicBezTo>
                    <a:lnTo>
                      <a:pt x="0" y="9450"/>
                    </a:lnTo>
                    <a:cubicBezTo>
                      <a:pt x="0" y="9611"/>
                      <a:pt x="138" y="9749"/>
                      <a:pt x="305" y="9749"/>
                    </a:cubicBezTo>
                    <a:lnTo>
                      <a:pt x="2043" y="9749"/>
                    </a:lnTo>
                    <a:cubicBezTo>
                      <a:pt x="2210" y="9749"/>
                      <a:pt x="2348" y="9611"/>
                      <a:pt x="2348" y="9450"/>
                    </a:cubicBezTo>
                    <a:lnTo>
                      <a:pt x="2348" y="8460"/>
                    </a:lnTo>
                    <a:cubicBezTo>
                      <a:pt x="2348" y="8299"/>
                      <a:pt x="2210" y="8161"/>
                      <a:pt x="2043" y="8161"/>
                    </a:cubicBezTo>
                    <a:lnTo>
                      <a:pt x="1318" y="8161"/>
                    </a:lnTo>
                    <a:lnTo>
                      <a:pt x="1318" y="7413"/>
                    </a:lnTo>
                    <a:lnTo>
                      <a:pt x="4598" y="7413"/>
                    </a:lnTo>
                    <a:lnTo>
                      <a:pt x="4598" y="8161"/>
                    </a:lnTo>
                    <a:lnTo>
                      <a:pt x="3873" y="8161"/>
                    </a:lnTo>
                    <a:cubicBezTo>
                      <a:pt x="3706" y="8161"/>
                      <a:pt x="3568" y="8299"/>
                      <a:pt x="3568" y="8460"/>
                    </a:cubicBezTo>
                    <a:lnTo>
                      <a:pt x="3568" y="9450"/>
                    </a:lnTo>
                    <a:cubicBezTo>
                      <a:pt x="3568" y="9611"/>
                      <a:pt x="3706" y="9749"/>
                      <a:pt x="3873" y="9749"/>
                    </a:cubicBezTo>
                    <a:lnTo>
                      <a:pt x="5611" y="9749"/>
                    </a:lnTo>
                    <a:cubicBezTo>
                      <a:pt x="5778" y="9749"/>
                      <a:pt x="5916" y="9611"/>
                      <a:pt x="5916" y="9450"/>
                    </a:cubicBezTo>
                    <a:lnTo>
                      <a:pt x="5916" y="8460"/>
                    </a:lnTo>
                    <a:cubicBezTo>
                      <a:pt x="5916" y="8299"/>
                      <a:pt x="5778" y="8161"/>
                      <a:pt x="5611" y="8161"/>
                    </a:cubicBezTo>
                    <a:lnTo>
                      <a:pt x="4886" y="8161"/>
                    </a:lnTo>
                    <a:lnTo>
                      <a:pt x="4886" y="7413"/>
                    </a:lnTo>
                    <a:lnTo>
                      <a:pt x="8166" y="7413"/>
                    </a:lnTo>
                    <a:lnTo>
                      <a:pt x="8166" y="8161"/>
                    </a:lnTo>
                    <a:lnTo>
                      <a:pt x="7441" y="8161"/>
                    </a:lnTo>
                    <a:cubicBezTo>
                      <a:pt x="7274" y="8161"/>
                      <a:pt x="7136" y="8299"/>
                      <a:pt x="7136" y="8460"/>
                    </a:cubicBezTo>
                    <a:lnTo>
                      <a:pt x="7136" y="9450"/>
                    </a:lnTo>
                    <a:cubicBezTo>
                      <a:pt x="7136" y="9611"/>
                      <a:pt x="7274" y="9749"/>
                      <a:pt x="7441" y="9749"/>
                    </a:cubicBezTo>
                    <a:lnTo>
                      <a:pt x="9179" y="9749"/>
                    </a:lnTo>
                    <a:cubicBezTo>
                      <a:pt x="9346" y="9749"/>
                      <a:pt x="9484" y="9611"/>
                      <a:pt x="9484" y="9450"/>
                    </a:cubicBezTo>
                    <a:lnTo>
                      <a:pt x="9484" y="8460"/>
                    </a:lnTo>
                    <a:cubicBezTo>
                      <a:pt x="9478" y="8299"/>
                      <a:pt x="9346" y="8167"/>
                      <a:pt x="9179" y="8167"/>
                    </a:cubicBezTo>
                    <a:close/>
                    <a:moveTo>
                      <a:pt x="2492" y="7125"/>
                    </a:moveTo>
                    <a:lnTo>
                      <a:pt x="2492" y="6555"/>
                    </a:lnTo>
                    <a:lnTo>
                      <a:pt x="3154" y="6555"/>
                    </a:lnTo>
                    <a:cubicBezTo>
                      <a:pt x="3355" y="6555"/>
                      <a:pt x="3522" y="6389"/>
                      <a:pt x="3522" y="6187"/>
                    </a:cubicBezTo>
                    <a:lnTo>
                      <a:pt x="3522" y="4576"/>
                    </a:lnTo>
                    <a:cubicBezTo>
                      <a:pt x="3522" y="4374"/>
                      <a:pt x="3355" y="4213"/>
                      <a:pt x="3154" y="4213"/>
                    </a:cubicBezTo>
                    <a:lnTo>
                      <a:pt x="2492" y="4213"/>
                    </a:lnTo>
                    <a:lnTo>
                      <a:pt x="2492" y="3569"/>
                    </a:lnTo>
                    <a:lnTo>
                      <a:pt x="7004" y="3569"/>
                    </a:lnTo>
                    <a:lnTo>
                      <a:pt x="7004" y="4213"/>
                    </a:lnTo>
                    <a:lnTo>
                      <a:pt x="6342" y="4213"/>
                    </a:lnTo>
                    <a:cubicBezTo>
                      <a:pt x="6141" y="4213"/>
                      <a:pt x="5974" y="4374"/>
                      <a:pt x="5974" y="4576"/>
                    </a:cubicBezTo>
                    <a:lnTo>
                      <a:pt x="5974" y="6187"/>
                    </a:lnTo>
                    <a:cubicBezTo>
                      <a:pt x="5974" y="6389"/>
                      <a:pt x="6141" y="6555"/>
                      <a:pt x="6342" y="6555"/>
                    </a:cubicBezTo>
                    <a:lnTo>
                      <a:pt x="7004" y="6555"/>
                    </a:lnTo>
                    <a:lnTo>
                      <a:pt x="7004" y="712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 name="Google Shape;845;p47"/>
              <p:cNvSpPr/>
              <p:nvPr/>
            </p:nvSpPr>
            <p:spPr>
              <a:xfrm>
                <a:off x="7606756" y="2424280"/>
                <a:ext cx="734330" cy="766186"/>
              </a:xfrm>
              <a:custGeom>
                <a:avLst/>
                <a:gdLst/>
                <a:ahLst/>
                <a:cxnLst/>
                <a:rect l="l" t="t" r="r" b="b"/>
                <a:pathLst>
                  <a:path w="12632" h="13180" extrusionOk="0">
                    <a:moveTo>
                      <a:pt x="12131" y="13179"/>
                    </a:moveTo>
                    <a:lnTo>
                      <a:pt x="495" y="13179"/>
                    </a:lnTo>
                    <a:cubicBezTo>
                      <a:pt x="219" y="13179"/>
                      <a:pt x="0" y="12955"/>
                      <a:pt x="0" y="12684"/>
                    </a:cubicBezTo>
                    <a:lnTo>
                      <a:pt x="0" y="495"/>
                    </a:lnTo>
                    <a:cubicBezTo>
                      <a:pt x="0" y="225"/>
                      <a:pt x="219" y="1"/>
                      <a:pt x="495" y="1"/>
                    </a:cubicBezTo>
                    <a:lnTo>
                      <a:pt x="12131" y="1"/>
                    </a:lnTo>
                    <a:cubicBezTo>
                      <a:pt x="12407" y="1"/>
                      <a:pt x="12632" y="225"/>
                      <a:pt x="12632" y="495"/>
                    </a:cubicBezTo>
                    <a:lnTo>
                      <a:pt x="12632" y="12684"/>
                    </a:lnTo>
                    <a:cubicBezTo>
                      <a:pt x="12620" y="12960"/>
                      <a:pt x="12407" y="13179"/>
                      <a:pt x="12131" y="1317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 name="Google Shape;846;p47"/>
              <p:cNvSpPr/>
              <p:nvPr/>
            </p:nvSpPr>
            <p:spPr>
              <a:xfrm>
                <a:off x="7737551" y="2539381"/>
                <a:ext cx="472443" cy="578825"/>
              </a:xfrm>
              <a:custGeom>
                <a:avLst/>
                <a:gdLst/>
                <a:ahLst/>
                <a:cxnLst/>
                <a:rect l="l" t="t" r="r" b="b"/>
                <a:pathLst>
                  <a:path w="8127" h="9957" extrusionOk="0">
                    <a:moveTo>
                      <a:pt x="8126" y="662"/>
                    </a:moveTo>
                    <a:cubicBezTo>
                      <a:pt x="8126" y="1025"/>
                      <a:pt x="6308" y="1324"/>
                      <a:pt x="4063" y="1324"/>
                    </a:cubicBezTo>
                    <a:cubicBezTo>
                      <a:pt x="1819" y="1324"/>
                      <a:pt x="0" y="1025"/>
                      <a:pt x="0" y="662"/>
                    </a:cubicBezTo>
                    <a:cubicBezTo>
                      <a:pt x="0" y="294"/>
                      <a:pt x="1819" y="0"/>
                      <a:pt x="4063" y="0"/>
                    </a:cubicBezTo>
                    <a:cubicBezTo>
                      <a:pt x="6308" y="0"/>
                      <a:pt x="8126" y="294"/>
                      <a:pt x="8126" y="662"/>
                    </a:cubicBezTo>
                    <a:close/>
                    <a:moveTo>
                      <a:pt x="8126" y="1387"/>
                    </a:moveTo>
                    <a:lnTo>
                      <a:pt x="8126" y="3539"/>
                    </a:lnTo>
                    <a:cubicBezTo>
                      <a:pt x="8126" y="3902"/>
                      <a:pt x="6308" y="4201"/>
                      <a:pt x="4063" y="4201"/>
                    </a:cubicBezTo>
                    <a:cubicBezTo>
                      <a:pt x="1819" y="4201"/>
                      <a:pt x="0" y="3902"/>
                      <a:pt x="0" y="3539"/>
                    </a:cubicBezTo>
                    <a:lnTo>
                      <a:pt x="0" y="1387"/>
                    </a:lnTo>
                    <a:cubicBezTo>
                      <a:pt x="0" y="1755"/>
                      <a:pt x="1819" y="2049"/>
                      <a:pt x="4063" y="2049"/>
                    </a:cubicBezTo>
                    <a:cubicBezTo>
                      <a:pt x="6308" y="2049"/>
                      <a:pt x="8126" y="1755"/>
                      <a:pt x="8126" y="1387"/>
                    </a:cubicBezTo>
                    <a:close/>
                    <a:moveTo>
                      <a:pt x="7510" y="2941"/>
                    </a:moveTo>
                    <a:cubicBezTo>
                      <a:pt x="7510" y="2768"/>
                      <a:pt x="7366" y="2624"/>
                      <a:pt x="7194" y="2624"/>
                    </a:cubicBezTo>
                    <a:cubicBezTo>
                      <a:pt x="7021" y="2624"/>
                      <a:pt x="6877" y="2768"/>
                      <a:pt x="6877" y="2941"/>
                    </a:cubicBezTo>
                    <a:cubicBezTo>
                      <a:pt x="6877" y="3114"/>
                      <a:pt x="7021" y="3257"/>
                      <a:pt x="7194" y="3257"/>
                    </a:cubicBezTo>
                    <a:cubicBezTo>
                      <a:pt x="7366" y="3257"/>
                      <a:pt x="7510" y="3114"/>
                      <a:pt x="7510" y="2941"/>
                    </a:cubicBezTo>
                    <a:close/>
                    <a:moveTo>
                      <a:pt x="8126" y="4265"/>
                    </a:moveTo>
                    <a:lnTo>
                      <a:pt x="8126" y="6417"/>
                    </a:lnTo>
                    <a:cubicBezTo>
                      <a:pt x="8126" y="6779"/>
                      <a:pt x="6308" y="7079"/>
                      <a:pt x="4063" y="7079"/>
                    </a:cubicBezTo>
                    <a:cubicBezTo>
                      <a:pt x="1819" y="7079"/>
                      <a:pt x="0" y="6779"/>
                      <a:pt x="0" y="6417"/>
                    </a:cubicBezTo>
                    <a:lnTo>
                      <a:pt x="0" y="4265"/>
                    </a:lnTo>
                    <a:cubicBezTo>
                      <a:pt x="0" y="4633"/>
                      <a:pt x="1819" y="4926"/>
                      <a:pt x="4063" y="4926"/>
                    </a:cubicBezTo>
                    <a:cubicBezTo>
                      <a:pt x="6308" y="4926"/>
                      <a:pt x="8126" y="4633"/>
                      <a:pt x="8126" y="4265"/>
                    </a:cubicBezTo>
                    <a:close/>
                    <a:moveTo>
                      <a:pt x="7510" y="5818"/>
                    </a:moveTo>
                    <a:cubicBezTo>
                      <a:pt x="7510" y="5646"/>
                      <a:pt x="7366" y="5502"/>
                      <a:pt x="7194" y="5502"/>
                    </a:cubicBezTo>
                    <a:cubicBezTo>
                      <a:pt x="7021" y="5502"/>
                      <a:pt x="6877" y="5646"/>
                      <a:pt x="6877" y="5818"/>
                    </a:cubicBezTo>
                    <a:cubicBezTo>
                      <a:pt x="6877" y="5991"/>
                      <a:pt x="7021" y="6135"/>
                      <a:pt x="7194" y="6135"/>
                    </a:cubicBezTo>
                    <a:cubicBezTo>
                      <a:pt x="7366" y="6135"/>
                      <a:pt x="7510" y="5991"/>
                      <a:pt x="7510" y="5818"/>
                    </a:cubicBezTo>
                    <a:close/>
                    <a:moveTo>
                      <a:pt x="8126" y="7142"/>
                    </a:moveTo>
                    <a:lnTo>
                      <a:pt x="8126" y="9294"/>
                    </a:lnTo>
                    <a:cubicBezTo>
                      <a:pt x="8126" y="9657"/>
                      <a:pt x="6308" y="9956"/>
                      <a:pt x="4063" y="9956"/>
                    </a:cubicBezTo>
                    <a:cubicBezTo>
                      <a:pt x="1819" y="9956"/>
                      <a:pt x="0" y="9657"/>
                      <a:pt x="0" y="9294"/>
                    </a:cubicBezTo>
                    <a:lnTo>
                      <a:pt x="0" y="7142"/>
                    </a:lnTo>
                    <a:cubicBezTo>
                      <a:pt x="0" y="7510"/>
                      <a:pt x="1819" y="7804"/>
                      <a:pt x="4063" y="7804"/>
                    </a:cubicBezTo>
                    <a:cubicBezTo>
                      <a:pt x="6308" y="7804"/>
                      <a:pt x="8126" y="7510"/>
                      <a:pt x="8126" y="7142"/>
                    </a:cubicBezTo>
                    <a:close/>
                    <a:moveTo>
                      <a:pt x="7510" y="8696"/>
                    </a:moveTo>
                    <a:cubicBezTo>
                      <a:pt x="7510" y="8523"/>
                      <a:pt x="7366" y="8379"/>
                      <a:pt x="7194" y="8379"/>
                    </a:cubicBezTo>
                    <a:cubicBezTo>
                      <a:pt x="7021" y="8379"/>
                      <a:pt x="6877" y="8523"/>
                      <a:pt x="6877" y="8696"/>
                    </a:cubicBezTo>
                    <a:cubicBezTo>
                      <a:pt x="6877" y="8868"/>
                      <a:pt x="7021" y="9012"/>
                      <a:pt x="7194" y="9012"/>
                    </a:cubicBezTo>
                    <a:cubicBezTo>
                      <a:pt x="7366" y="9012"/>
                      <a:pt x="7510" y="8868"/>
                      <a:pt x="7510" y="869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 name="Google Shape;847;p47"/>
              <p:cNvSpPr/>
              <p:nvPr/>
            </p:nvSpPr>
            <p:spPr>
              <a:xfrm>
                <a:off x="7990132" y="1845523"/>
                <a:ext cx="249912" cy="202824"/>
              </a:xfrm>
              <a:custGeom>
                <a:avLst/>
                <a:gdLst/>
                <a:ahLst/>
                <a:cxnLst/>
                <a:rect l="l" t="t" r="r" b="b"/>
                <a:pathLst>
                  <a:path w="4299" h="3489" extrusionOk="0">
                    <a:moveTo>
                      <a:pt x="2331" y="6"/>
                    </a:moveTo>
                    <a:lnTo>
                      <a:pt x="4299" y="6"/>
                    </a:lnTo>
                    <a:lnTo>
                      <a:pt x="4299" y="1508"/>
                    </a:lnTo>
                    <a:lnTo>
                      <a:pt x="4299" y="1986"/>
                    </a:lnTo>
                    <a:lnTo>
                      <a:pt x="4299" y="1998"/>
                    </a:lnTo>
                    <a:cubicBezTo>
                      <a:pt x="4299" y="2821"/>
                      <a:pt x="3631" y="3488"/>
                      <a:pt x="2814" y="3488"/>
                    </a:cubicBezTo>
                    <a:lnTo>
                      <a:pt x="2331" y="3488"/>
                    </a:lnTo>
                    <a:lnTo>
                      <a:pt x="2331" y="2826"/>
                    </a:lnTo>
                    <a:cubicBezTo>
                      <a:pt x="2854" y="2826"/>
                      <a:pt x="3021" y="2366"/>
                      <a:pt x="3062" y="1992"/>
                    </a:cubicBezTo>
                    <a:lnTo>
                      <a:pt x="2331" y="1992"/>
                    </a:lnTo>
                    <a:lnTo>
                      <a:pt x="2331" y="6"/>
                    </a:lnTo>
                    <a:close/>
                    <a:moveTo>
                      <a:pt x="0" y="1986"/>
                    </a:moveTo>
                    <a:lnTo>
                      <a:pt x="731" y="1986"/>
                    </a:lnTo>
                    <a:cubicBezTo>
                      <a:pt x="691" y="2360"/>
                      <a:pt x="524" y="2821"/>
                      <a:pt x="0" y="2821"/>
                    </a:cubicBezTo>
                    <a:lnTo>
                      <a:pt x="0" y="3482"/>
                    </a:lnTo>
                    <a:lnTo>
                      <a:pt x="484" y="3482"/>
                    </a:lnTo>
                    <a:cubicBezTo>
                      <a:pt x="1301" y="3482"/>
                      <a:pt x="1968" y="2815"/>
                      <a:pt x="1968" y="1992"/>
                    </a:cubicBezTo>
                    <a:lnTo>
                      <a:pt x="1968" y="1980"/>
                    </a:lnTo>
                    <a:lnTo>
                      <a:pt x="1968" y="1503"/>
                    </a:lnTo>
                    <a:lnTo>
                      <a:pt x="1968" y="1"/>
                    </a:lnTo>
                    <a:lnTo>
                      <a:pt x="0" y="1"/>
                    </a:lnTo>
                    <a:lnTo>
                      <a:pt x="0" y="198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 name="Google Shape;848;p47"/>
              <p:cNvSpPr/>
              <p:nvPr/>
            </p:nvSpPr>
            <p:spPr>
              <a:xfrm>
                <a:off x="5923042" y="2617975"/>
                <a:ext cx="480407" cy="493836"/>
              </a:xfrm>
              <a:custGeom>
                <a:avLst/>
                <a:gdLst/>
                <a:ahLst/>
                <a:cxnLst/>
                <a:rect l="l" t="t" r="r" b="b"/>
                <a:pathLst>
                  <a:path w="8264" h="8495" extrusionOk="0">
                    <a:moveTo>
                      <a:pt x="7999" y="7119"/>
                    </a:moveTo>
                    <a:lnTo>
                      <a:pt x="7366" y="7119"/>
                    </a:lnTo>
                    <a:lnTo>
                      <a:pt x="7366" y="6216"/>
                    </a:lnTo>
                    <a:lnTo>
                      <a:pt x="6348" y="6216"/>
                    </a:lnTo>
                    <a:lnTo>
                      <a:pt x="6348" y="5715"/>
                    </a:lnTo>
                    <a:lnTo>
                      <a:pt x="6923" y="5715"/>
                    </a:lnTo>
                    <a:cubicBezTo>
                      <a:pt x="7096" y="5715"/>
                      <a:pt x="7240" y="5571"/>
                      <a:pt x="7240" y="5399"/>
                    </a:cubicBezTo>
                    <a:lnTo>
                      <a:pt x="7240" y="4000"/>
                    </a:lnTo>
                    <a:cubicBezTo>
                      <a:pt x="7240" y="3828"/>
                      <a:pt x="7096" y="3684"/>
                      <a:pt x="6923" y="3684"/>
                    </a:cubicBezTo>
                    <a:lnTo>
                      <a:pt x="6348" y="3684"/>
                    </a:lnTo>
                    <a:lnTo>
                      <a:pt x="6348" y="2867"/>
                    </a:lnTo>
                    <a:lnTo>
                      <a:pt x="4253" y="2867"/>
                    </a:lnTo>
                    <a:lnTo>
                      <a:pt x="4253" y="2274"/>
                    </a:lnTo>
                    <a:lnTo>
                      <a:pt x="5928" y="2274"/>
                    </a:lnTo>
                    <a:cubicBezTo>
                      <a:pt x="6089" y="2274"/>
                      <a:pt x="6221" y="2141"/>
                      <a:pt x="6221" y="1975"/>
                    </a:cubicBezTo>
                    <a:lnTo>
                      <a:pt x="6221" y="294"/>
                    </a:lnTo>
                    <a:cubicBezTo>
                      <a:pt x="6221" y="133"/>
                      <a:pt x="6094" y="1"/>
                      <a:pt x="5928" y="1"/>
                    </a:cubicBezTo>
                    <a:lnTo>
                      <a:pt x="2331" y="1"/>
                    </a:lnTo>
                    <a:cubicBezTo>
                      <a:pt x="2175" y="1"/>
                      <a:pt x="2037" y="127"/>
                      <a:pt x="2037" y="294"/>
                    </a:cubicBezTo>
                    <a:lnTo>
                      <a:pt x="2037" y="1975"/>
                    </a:lnTo>
                    <a:cubicBezTo>
                      <a:pt x="2037" y="2136"/>
                      <a:pt x="2164" y="2274"/>
                      <a:pt x="2331" y="2274"/>
                    </a:cubicBezTo>
                    <a:lnTo>
                      <a:pt x="4005" y="2274"/>
                    </a:lnTo>
                    <a:lnTo>
                      <a:pt x="4005" y="2867"/>
                    </a:lnTo>
                    <a:lnTo>
                      <a:pt x="1916" y="2867"/>
                    </a:lnTo>
                    <a:lnTo>
                      <a:pt x="1916" y="3684"/>
                    </a:lnTo>
                    <a:lnTo>
                      <a:pt x="1341" y="3684"/>
                    </a:lnTo>
                    <a:cubicBezTo>
                      <a:pt x="1168" y="3684"/>
                      <a:pt x="1024" y="3828"/>
                      <a:pt x="1024" y="4000"/>
                    </a:cubicBezTo>
                    <a:lnTo>
                      <a:pt x="1024" y="5399"/>
                    </a:lnTo>
                    <a:cubicBezTo>
                      <a:pt x="1024" y="5571"/>
                      <a:pt x="1168" y="5715"/>
                      <a:pt x="1341" y="5715"/>
                    </a:cubicBezTo>
                    <a:lnTo>
                      <a:pt x="1916" y="5715"/>
                    </a:lnTo>
                    <a:lnTo>
                      <a:pt x="1916" y="6216"/>
                    </a:lnTo>
                    <a:lnTo>
                      <a:pt x="892" y="6216"/>
                    </a:lnTo>
                    <a:lnTo>
                      <a:pt x="892" y="7119"/>
                    </a:lnTo>
                    <a:lnTo>
                      <a:pt x="259" y="7119"/>
                    </a:lnTo>
                    <a:cubicBezTo>
                      <a:pt x="115" y="7119"/>
                      <a:pt x="0" y="7234"/>
                      <a:pt x="0" y="7378"/>
                    </a:cubicBezTo>
                    <a:lnTo>
                      <a:pt x="0" y="8236"/>
                    </a:lnTo>
                    <a:cubicBezTo>
                      <a:pt x="0" y="8380"/>
                      <a:pt x="115" y="8495"/>
                      <a:pt x="259" y="8495"/>
                    </a:cubicBezTo>
                    <a:lnTo>
                      <a:pt x="1778" y="8495"/>
                    </a:lnTo>
                    <a:cubicBezTo>
                      <a:pt x="1922" y="8495"/>
                      <a:pt x="2037" y="8380"/>
                      <a:pt x="2037" y="8236"/>
                    </a:cubicBezTo>
                    <a:lnTo>
                      <a:pt x="2037" y="7378"/>
                    </a:lnTo>
                    <a:cubicBezTo>
                      <a:pt x="2037" y="7234"/>
                      <a:pt x="1922" y="7119"/>
                      <a:pt x="1778" y="7119"/>
                    </a:cubicBezTo>
                    <a:lnTo>
                      <a:pt x="1145" y="7119"/>
                    </a:lnTo>
                    <a:lnTo>
                      <a:pt x="1145" y="6463"/>
                    </a:lnTo>
                    <a:lnTo>
                      <a:pt x="4005" y="6463"/>
                    </a:lnTo>
                    <a:lnTo>
                      <a:pt x="4005" y="7119"/>
                    </a:lnTo>
                    <a:lnTo>
                      <a:pt x="3372" y="7119"/>
                    </a:lnTo>
                    <a:cubicBezTo>
                      <a:pt x="3229" y="7119"/>
                      <a:pt x="3113" y="7234"/>
                      <a:pt x="3113" y="7378"/>
                    </a:cubicBezTo>
                    <a:lnTo>
                      <a:pt x="3113" y="8236"/>
                    </a:lnTo>
                    <a:cubicBezTo>
                      <a:pt x="3113" y="8380"/>
                      <a:pt x="3229" y="8495"/>
                      <a:pt x="3372" y="8495"/>
                    </a:cubicBezTo>
                    <a:lnTo>
                      <a:pt x="4892" y="8495"/>
                    </a:lnTo>
                    <a:cubicBezTo>
                      <a:pt x="5036" y="8495"/>
                      <a:pt x="5151" y="8380"/>
                      <a:pt x="5151" y="8236"/>
                    </a:cubicBezTo>
                    <a:lnTo>
                      <a:pt x="5151" y="7378"/>
                    </a:lnTo>
                    <a:cubicBezTo>
                      <a:pt x="5151" y="7234"/>
                      <a:pt x="5036" y="7119"/>
                      <a:pt x="4892" y="7119"/>
                    </a:cubicBezTo>
                    <a:lnTo>
                      <a:pt x="4259" y="7119"/>
                    </a:lnTo>
                    <a:lnTo>
                      <a:pt x="4259" y="6463"/>
                    </a:lnTo>
                    <a:lnTo>
                      <a:pt x="7119" y="6463"/>
                    </a:lnTo>
                    <a:lnTo>
                      <a:pt x="7119" y="7119"/>
                    </a:lnTo>
                    <a:lnTo>
                      <a:pt x="6486" y="7119"/>
                    </a:lnTo>
                    <a:cubicBezTo>
                      <a:pt x="6342" y="7119"/>
                      <a:pt x="6227" y="7234"/>
                      <a:pt x="6227" y="7378"/>
                    </a:cubicBezTo>
                    <a:lnTo>
                      <a:pt x="6227" y="8236"/>
                    </a:lnTo>
                    <a:cubicBezTo>
                      <a:pt x="6227" y="8380"/>
                      <a:pt x="6342" y="8495"/>
                      <a:pt x="6486" y="8495"/>
                    </a:cubicBezTo>
                    <a:lnTo>
                      <a:pt x="8005" y="8495"/>
                    </a:lnTo>
                    <a:cubicBezTo>
                      <a:pt x="8149" y="8495"/>
                      <a:pt x="8264" y="8380"/>
                      <a:pt x="8264" y="8236"/>
                    </a:cubicBezTo>
                    <a:lnTo>
                      <a:pt x="8264" y="7378"/>
                    </a:lnTo>
                    <a:cubicBezTo>
                      <a:pt x="8264" y="7234"/>
                      <a:pt x="8143" y="7119"/>
                      <a:pt x="7999" y="7119"/>
                    </a:cubicBezTo>
                    <a:close/>
                    <a:moveTo>
                      <a:pt x="2164" y="6216"/>
                    </a:moveTo>
                    <a:lnTo>
                      <a:pt x="2164" y="5715"/>
                    </a:lnTo>
                    <a:lnTo>
                      <a:pt x="2739" y="5715"/>
                    </a:lnTo>
                    <a:cubicBezTo>
                      <a:pt x="2912" y="5715"/>
                      <a:pt x="3056" y="5571"/>
                      <a:pt x="3056" y="5399"/>
                    </a:cubicBezTo>
                    <a:lnTo>
                      <a:pt x="3056" y="4000"/>
                    </a:lnTo>
                    <a:cubicBezTo>
                      <a:pt x="3056" y="3828"/>
                      <a:pt x="2912" y="3684"/>
                      <a:pt x="2739" y="3684"/>
                    </a:cubicBezTo>
                    <a:lnTo>
                      <a:pt x="2164" y="3684"/>
                    </a:lnTo>
                    <a:lnTo>
                      <a:pt x="2164" y="3120"/>
                    </a:lnTo>
                    <a:lnTo>
                      <a:pt x="6100" y="3120"/>
                    </a:lnTo>
                    <a:lnTo>
                      <a:pt x="6100" y="3684"/>
                    </a:lnTo>
                    <a:lnTo>
                      <a:pt x="5525" y="3684"/>
                    </a:lnTo>
                    <a:cubicBezTo>
                      <a:pt x="5352" y="3684"/>
                      <a:pt x="5208" y="3828"/>
                      <a:pt x="5208" y="4000"/>
                    </a:cubicBezTo>
                    <a:lnTo>
                      <a:pt x="5208" y="5399"/>
                    </a:lnTo>
                    <a:cubicBezTo>
                      <a:pt x="5208" y="5571"/>
                      <a:pt x="5352" y="5715"/>
                      <a:pt x="5525" y="5715"/>
                    </a:cubicBezTo>
                    <a:lnTo>
                      <a:pt x="6100" y="5715"/>
                    </a:lnTo>
                    <a:lnTo>
                      <a:pt x="6100" y="621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 name="Google Shape;849;p47"/>
              <p:cNvSpPr/>
              <p:nvPr/>
            </p:nvSpPr>
            <p:spPr>
              <a:xfrm>
                <a:off x="6583703" y="1728446"/>
                <a:ext cx="289442" cy="354318"/>
              </a:xfrm>
              <a:custGeom>
                <a:avLst/>
                <a:gdLst/>
                <a:ahLst/>
                <a:cxnLst/>
                <a:rect l="l" t="t" r="r" b="b"/>
                <a:pathLst>
                  <a:path w="4979" h="6095" extrusionOk="0">
                    <a:moveTo>
                      <a:pt x="4979" y="403"/>
                    </a:moveTo>
                    <a:cubicBezTo>
                      <a:pt x="4979" y="628"/>
                      <a:pt x="3862" y="806"/>
                      <a:pt x="2493" y="806"/>
                    </a:cubicBezTo>
                    <a:cubicBezTo>
                      <a:pt x="1117" y="806"/>
                      <a:pt x="1" y="628"/>
                      <a:pt x="1" y="403"/>
                    </a:cubicBezTo>
                    <a:cubicBezTo>
                      <a:pt x="1" y="179"/>
                      <a:pt x="1117" y="1"/>
                      <a:pt x="2493" y="1"/>
                    </a:cubicBezTo>
                    <a:cubicBezTo>
                      <a:pt x="3862" y="1"/>
                      <a:pt x="4979" y="179"/>
                      <a:pt x="4979" y="403"/>
                    </a:cubicBezTo>
                    <a:close/>
                    <a:moveTo>
                      <a:pt x="4979" y="847"/>
                    </a:moveTo>
                    <a:lnTo>
                      <a:pt x="4979" y="2164"/>
                    </a:lnTo>
                    <a:cubicBezTo>
                      <a:pt x="4979" y="2389"/>
                      <a:pt x="3862" y="2567"/>
                      <a:pt x="2493" y="2567"/>
                    </a:cubicBezTo>
                    <a:cubicBezTo>
                      <a:pt x="1117" y="2567"/>
                      <a:pt x="1" y="2389"/>
                      <a:pt x="1" y="2164"/>
                    </a:cubicBezTo>
                    <a:lnTo>
                      <a:pt x="1" y="847"/>
                    </a:lnTo>
                    <a:cubicBezTo>
                      <a:pt x="1" y="1071"/>
                      <a:pt x="1117" y="1249"/>
                      <a:pt x="2493" y="1249"/>
                    </a:cubicBezTo>
                    <a:cubicBezTo>
                      <a:pt x="3862" y="1249"/>
                      <a:pt x="4979" y="1071"/>
                      <a:pt x="4979" y="847"/>
                    </a:cubicBezTo>
                    <a:close/>
                    <a:moveTo>
                      <a:pt x="4599" y="1796"/>
                    </a:moveTo>
                    <a:cubicBezTo>
                      <a:pt x="4599" y="1692"/>
                      <a:pt x="4513" y="1606"/>
                      <a:pt x="4403" y="1606"/>
                    </a:cubicBezTo>
                    <a:cubicBezTo>
                      <a:pt x="4294" y="1606"/>
                      <a:pt x="4208" y="1692"/>
                      <a:pt x="4208" y="1796"/>
                    </a:cubicBezTo>
                    <a:cubicBezTo>
                      <a:pt x="4208" y="1905"/>
                      <a:pt x="4294" y="1992"/>
                      <a:pt x="4403" y="1992"/>
                    </a:cubicBezTo>
                    <a:cubicBezTo>
                      <a:pt x="4513" y="1992"/>
                      <a:pt x="4599" y="1905"/>
                      <a:pt x="4599" y="1796"/>
                    </a:cubicBezTo>
                    <a:close/>
                    <a:moveTo>
                      <a:pt x="4979" y="2613"/>
                    </a:moveTo>
                    <a:lnTo>
                      <a:pt x="4979" y="3925"/>
                    </a:lnTo>
                    <a:cubicBezTo>
                      <a:pt x="4979" y="4150"/>
                      <a:pt x="3862" y="4328"/>
                      <a:pt x="2493" y="4328"/>
                    </a:cubicBezTo>
                    <a:cubicBezTo>
                      <a:pt x="1117" y="4328"/>
                      <a:pt x="1" y="4150"/>
                      <a:pt x="1" y="3925"/>
                    </a:cubicBezTo>
                    <a:lnTo>
                      <a:pt x="1" y="2613"/>
                    </a:lnTo>
                    <a:cubicBezTo>
                      <a:pt x="1" y="2832"/>
                      <a:pt x="1117" y="3016"/>
                      <a:pt x="2493" y="3016"/>
                    </a:cubicBezTo>
                    <a:cubicBezTo>
                      <a:pt x="3862" y="3016"/>
                      <a:pt x="4979" y="2832"/>
                      <a:pt x="4979" y="2613"/>
                    </a:cubicBezTo>
                    <a:close/>
                    <a:moveTo>
                      <a:pt x="4599" y="3563"/>
                    </a:moveTo>
                    <a:cubicBezTo>
                      <a:pt x="4599" y="3453"/>
                      <a:pt x="4513" y="3367"/>
                      <a:pt x="4403" y="3367"/>
                    </a:cubicBezTo>
                    <a:cubicBezTo>
                      <a:pt x="4294" y="3367"/>
                      <a:pt x="4208" y="3453"/>
                      <a:pt x="4208" y="3563"/>
                    </a:cubicBezTo>
                    <a:cubicBezTo>
                      <a:pt x="4208" y="3666"/>
                      <a:pt x="4294" y="3753"/>
                      <a:pt x="4403" y="3753"/>
                    </a:cubicBezTo>
                    <a:cubicBezTo>
                      <a:pt x="4513" y="3753"/>
                      <a:pt x="4599" y="3666"/>
                      <a:pt x="4599" y="3563"/>
                    </a:cubicBezTo>
                    <a:close/>
                    <a:moveTo>
                      <a:pt x="4979" y="4374"/>
                    </a:moveTo>
                    <a:lnTo>
                      <a:pt x="4979" y="5692"/>
                    </a:lnTo>
                    <a:cubicBezTo>
                      <a:pt x="4979" y="5911"/>
                      <a:pt x="3862" y="6095"/>
                      <a:pt x="2493" y="6095"/>
                    </a:cubicBezTo>
                    <a:cubicBezTo>
                      <a:pt x="1117" y="6095"/>
                      <a:pt x="1" y="5911"/>
                      <a:pt x="1" y="5692"/>
                    </a:cubicBezTo>
                    <a:lnTo>
                      <a:pt x="1" y="4374"/>
                    </a:lnTo>
                    <a:cubicBezTo>
                      <a:pt x="1" y="4599"/>
                      <a:pt x="1117" y="4777"/>
                      <a:pt x="2493" y="4777"/>
                    </a:cubicBezTo>
                    <a:cubicBezTo>
                      <a:pt x="3862" y="4777"/>
                      <a:pt x="4979" y="4599"/>
                      <a:pt x="4979" y="4374"/>
                    </a:cubicBezTo>
                    <a:close/>
                    <a:moveTo>
                      <a:pt x="4599" y="5324"/>
                    </a:moveTo>
                    <a:cubicBezTo>
                      <a:pt x="4599" y="5214"/>
                      <a:pt x="4513" y="5128"/>
                      <a:pt x="4403" y="5128"/>
                    </a:cubicBezTo>
                    <a:cubicBezTo>
                      <a:pt x="4294" y="5128"/>
                      <a:pt x="4208" y="5214"/>
                      <a:pt x="4208" y="5324"/>
                    </a:cubicBezTo>
                    <a:cubicBezTo>
                      <a:pt x="4208" y="5433"/>
                      <a:pt x="4294" y="5519"/>
                      <a:pt x="4403" y="5519"/>
                    </a:cubicBezTo>
                    <a:cubicBezTo>
                      <a:pt x="4513" y="5519"/>
                      <a:pt x="4599" y="5433"/>
                      <a:pt x="4599" y="532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0" name="Google Shape;850;p47"/>
            <p:cNvGrpSpPr/>
            <p:nvPr/>
          </p:nvGrpSpPr>
          <p:grpSpPr>
            <a:xfrm>
              <a:off x="6440272" y="769535"/>
              <a:ext cx="1749455" cy="858630"/>
              <a:chOff x="6440272" y="769535"/>
              <a:chExt cx="1749455" cy="858630"/>
            </a:xfrm>
          </p:grpSpPr>
          <p:sp>
            <p:nvSpPr>
              <p:cNvPr id="851" name="Google Shape;851;p47"/>
              <p:cNvSpPr/>
              <p:nvPr/>
            </p:nvSpPr>
            <p:spPr>
              <a:xfrm rot="-5400000">
                <a:off x="7670622" y="76953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 name="Google Shape;852;p47"/>
              <p:cNvSpPr/>
              <p:nvPr/>
            </p:nvSpPr>
            <p:spPr>
              <a:xfrm rot="-5400000">
                <a:off x="6440272" y="128222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 name="Google Shape;853;p47"/>
              <p:cNvSpPr/>
              <p:nvPr/>
            </p:nvSpPr>
            <p:spPr>
              <a:xfrm rot="-5400000">
                <a:off x="7176684" y="923603"/>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 name="Google Shape;854;p47"/>
              <p:cNvSpPr/>
              <p:nvPr/>
            </p:nvSpPr>
            <p:spPr>
              <a:xfrm rot="-5400000">
                <a:off x="7983672" y="142211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 name="Google Shape;855;p47"/>
              <p:cNvSpPr/>
              <p:nvPr/>
            </p:nvSpPr>
            <p:spPr>
              <a:xfrm rot="-5400000">
                <a:off x="7703709" y="124427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56" name="Google Shape;856;p47"/>
            <p:cNvSpPr/>
            <p:nvPr/>
          </p:nvSpPr>
          <p:spPr>
            <a:xfrm>
              <a:off x="8189731" y="2120047"/>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 name="Google Shape;857;p47"/>
            <p:cNvSpPr/>
            <p:nvPr/>
          </p:nvSpPr>
          <p:spPr>
            <a:xfrm>
              <a:off x="7235030" y="2898432"/>
              <a:ext cx="259947" cy="259667"/>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861"/>
        <p:cNvGrpSpPr/>
        <p:nvPr/>
      </p:nvGrpSpPr>
      <p:grpSpPr>
        <a:xfrm>
          <a:off x="0" y="0"/>
          <a:ext cx="0" cy="0"/>
          <a:chOff x="0" y="0"/>
          <a:chExt cx="0" cy="0"/>
        </a:xfrm>
      </p:grpSpPr>
      <p:pic>
        <p:nvPicPr>
          <p:cNvPr id="862" name="Google Shape;862;p48"/>
          <p:cNvPicPr preferRelativeResize="0">
            <a:picLocks noGrp="1"/>
          </p:cNvPicPr>
          <p:nvPr>
            <p:ph type="pic" idx="2"/>
          </p:nvPr>
        </p:nvPicPr>
        <p:blipFill rotWithShape="1">
          <a:blip r:embed="rId3">
            <a:alphaModFix/>
          </a:blip>
          <a:srcRect l="7218" t="10742" b="11016"/>
          <a:stretch/>
        </p:blipFill>
        <p:spPr>
          <a:xfrm>
            <a:off x="0" y="0"/>
            <a:ext cx="9143995" cy="5143500"/>
          </a:xfrm>
          <a:prstGeom prst="rect">
            <a:avLst/>
          </a:prstGeom>
        </p:spPr>
      </p:pic>
      <p:sp>
        <p:nvSpPr>
          <p:cNvPr id="863" name="Google Shape;863;p48"/>
          <p:cNvSpPr txBox="1">
            <a:spLocks noGrp="1"/>
          </p:cNvSpPr>
          <p:nvPr>
            <p:ph type="title"/>
          </p:nvPr>
        </p:nvSpPr>
        <p:spPr>
          <a:xfrm>
            <a:off x="5403175" y="3859175"/>
            <a:ext cx="3027600" cy="749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A picture is worth a thousand words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867"/>
        <p:cNvGrpSpPr/>
        <p:nvPr/>
      </p:nvGrpSpPr>
      <p:grpSpPr>
        <a:xfrm>
          <a:off x="0" y="0"/>
          <a:ext cx="0" cy="0"/>
          <a:chOff x="0" y="0"/>
          <a:chExt cx="0" cy="0"/>
        </a:xfrm>
      </p:grpSpPr>
      <p:sp>
        <p:nvSpPr>
          <p:cNvPr id="868" name="Google Shape;868;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Improve your cybersecurity for AI</a:t>
            </a:r>
          </a:p>
        </p:txBody>
      </p:sp>
      <p:sp>
        <p:nvSpPr>
          <p:cNvPr id="869" name="Google Shape;869;p49"/>
          <p:cNvSpPr txBox="1">
            <a:spLocks noGrp="1"/>
          </p:cNvSpPr>
          <p:nvPr>
            <p:ph type="subTitle" idx="1"/>
          </p:nvPr>
        </p:nvSpPr>
        <p:spPr>
          <a:xfrm>
            <a:off x="664900" y="2322742"/>
            <a:ext cx="3247500" cy="11727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AutoNum type="arabicPeriod"/>
            </a:pPr>
            <a:r>
              <a:rPr lang="en-US" noProof="0" dirty="0"/>
              <a:t>Mercury is the closest planet</a:t>
            </a:r>
          </a:p>
          <a:p>
            <a:pPr marL="457200" lvl="0" indent="-317500" algn="l" rtl="0">
              <a:spcBef>
                <a:spcPts val="0"/>
              </a:spcBef>
              <a:spcAft>
                <a:spcPts val="0"/>
              </a:spcAft>
              <a:buSzPts val="1400"/>
              <a:buAutoNum type="arabicPeriod"/>
            </a:pPr>
            <a:r>
              <a:rPr lang="en-US" noProof="0" dirty="0"/>
              <a:t>Mercury is very small</a:t>
            </a:r>
          </a:p>
          <a:p>
            <a:pPr marL="457200" lvl="0" indent="-317500" algn="l" rtl="0">
              <a:spcBef>
                <a:spcPts val="0"/>
              </a:spcBef>
              <a:spcAft>
                <a:spcPts val="0"/>
              </a:spcAft>
              <a:buSzPts val="1400"/>
              <a:buAutoNum type="arabicPeriod"/>
            </a:pPr>
            <a:r>
              <a:rPr lang="en-US" noProof="0" dirty="0"/>
              <a:t>Mercury has a thin atmosphere</a:t>
            </a:r>
          </a:p>
          <a:p>
            <a:pPr marL="457200" lvl="0" indent="-317500" algn="l" rtl="0">
              <a:spcBef>
                <a:spcPts val="0"/>
              </a:spcBef>
              <a:spcAft>
                <a:spcPts val="0"/>
              </a:spcAft>
              <a:buSzPts val="1400"/>
              <a:buAutoNum type="arabicPeriod"/>
            </a:pPr>
            <a:r>
              <a:rPr lang="en-US" noProof="0" dirty="0"/>
              <a:t>Mercury takes 59 Earth days</a:t>
            </a:r>
          </a:p>
        </p:txBody>
      </p:sp>
      <p:sp>
        <p:nvSpPr>
          <p:cNvPr id="870" name="Google Shape;870;p49"/>
          <p:cNvSpPr/>
          <p:nvPr/>
        </p:nvSpPr>
        <p:spPr>
          <a:xfrm>
            <a:off x="4745263" y="162187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cxnSp>
        <p:nvCxnSpPr>
          <p:cNvPr id="871" name="Google Shape;871;p49"/>
          <p:cNvCxnSpPr>
            <a:stCxn id="872" idx="3"/>
            <a:endCxn id="873" idx="3"/>
          </p:cNvCxnSpPr>
          <p:nvPr/>
        </p:nvCxnSpPr>
        <p:spPr>
          <a:xfrm>
            <a:off x="7133913" y="1980075"/>
            <a:ext cx="600" cy="1936500"/>
          </a:xfrm>
          <a:prstGeom prst="bentConnector3">
            <a:avLst>
              <a:gd name="adj1" fmla="val 81947917"/>
            </a:avLst>
          </a:prstGeom>
          <a:noFill/>
          <a:ln w="19050" cap="flat" cmpd="sng">
            <a:solidFill>
              <a:schemeClr val="lt2"/>
            </a:solidFill>
            <a:prstDash val="solid"/>
            <a:round/>
            <a:headEnd type="none" w="med" len="med"/>
            <a:tailEnd type="oval" w="med" len="med"/>
          </a:ln>
        </p:spPr>
      </p:cxnSp>
      <p:cxnSp>
        <p:nvCxnSpPr>
          <p:cNvPr id="874" name="Google Shape;874;p49"/>
          <p:cNvCxnSpPr>
            <a:stCxn id="873" idx="1"/>
            <a:endCxn id="875" idx="3"/>
          </p:cNvCxnSpPr>
          <p:nvPr/>
        </p:nvCxnSpPr>
        <p:spPr>
          <a:xfrm flipH="1">
            <a:off x="5461713" y="3916450"/>
            <a:ext cx="955800" cy="600"/>
          </a:xfrm>
          <a:prstGeom prst="bentConnector3">
            <a:avLst>
              <a:gd name="adj1" fmla="val 50003"/>
            </a:avLst>
          </a:prstGeom>
          <a:noFill/>
          <a:ln w="19050" cap="flat" cmpd="sng">
            <a:solidFill>
              <a:schemeClr val="lt2"/>
            </a:solidFill>
            <a:prstDash val="solid"/>
            <a:round/>
            <a:headEnd type="none" w="med" len="med"/>
            <a:tailEnd type="oval" w="med" len="med"/>
          </a:ln>
        </p:spPr>
      </p:cxnSp>
      <p:sp>
        <p:nvSpPr>
          <p:cNvPr id="873" name="Google Shape;873;p49"/>
          <p:cNvSpPr/>
          <p:nvPr/>
        </p:nvSpPr>
        <p:spPr>
          <a:xfrm>
            <a:off x="6417513" y="355825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875" name="Google Shape;875;p49"/>
          <p:cNvSpPr/>
          <p:nvPr/>
        </p:nvSpPr>
        <p:spPr>
          <a:xfrm>
            <a:off x="4745263" y="355825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872" name="Google Shape;872;p49"/>
          <p:cNvSpPr/>
          <p:nvPr/>
        </p:nvSpPr>
        <p:spPr>
          <a:xfrm>
            <a:off x="6417513" y="162187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cxnSp>
        <p:nvCxnSpPr>
          <p:cNvPr id="876" name="Google Shape;876;p49"/>
          <p:cNvCxnSpPr>
            <a:stCxn id="870" idx="3"/>
            <a:endCxn id="872" idx="1"/>
          </p:cNvCxnSpPr>
          <p:nvPr/>
        </p:nvCxnSpPr>
        <p:spPr>
          <a:xfrm>
            <a:off x="5461663" y="1980075"/>
            <a:ext cx="955800" cy="600"/>
          </a:xfrm>
          <a:prstGeom prst="bentConnector3">
            <a:avLst>
              <a:gd name="adj1" fmla="val 50003"/>
            </a:avLst>
          </a:prstGeom>
          <a:noFill/>
          <a:ln w="19050" cap="flat" cmpd="sng">
            <a:solidFill>
              <a:schemeClr val="lt2"/>
            </a:solidFill>
            <a:prstDash val="solid"/>
            <a:round/>
            <a:headEnd type="none" w="med" len="med"/>
            <a:tailEnd type="oval" w="med" len="med"/>
          </a:ln>
        </p:spPr>
      </p:cxnSp>
      <p:grpSp>
        <p:nvGrpSpPr>
          <p:cNvPr id="877" name="Google Shape;877;p49"/>
          <p:cNvGrpSpPr/>
          <p:nvPr/>
        </p:nvGrpSpPr>
        <p:grpSpPr>
          <a:xfrm>
            <a:off x="4955208" y="1730202"/>
            <a:ext cx="337199" cy="500353"/>
            <a:chOff x="4003063" y="4027752"/>
            <a:chExt cx="337199" cy="500353"/>
          </a:xfrm>
        </p:grpSpPr>
        <p:sp>
          <p:nvSpPr>
            <p:cNvPr id="878" name="Google Shape;878;p49"/>
            <p:cNvSpPr/>
            <p:nvPr/>
          </p:nvSpPr>
          <p:spPr>
            <a:xfrm>
              <a:off x="4091081" y="4351250"/>
              <a:ext cx="88046" cy="176855"/>
            </a:xfrm>
            <a:custGeom>
              <a:avLst/>
              <a:gdLst/>
              <a:ahLst/>
              <a:cxnLst/>
              <a:rect l="l" t="t" r="r" b="b"/>
              <a:pathLst>
                <a:path w="3226" h="6480" extrusionOk="0">
                  <a:moveTo>
                    <a:pt x="2149" y="1610"/>
                  </a:moveTo>
                  <a:lnTo>
                    <a:pt x="2149" y="2686"/>
                  </a:lnTo>
                  <a:lnTo>
                    <a:pt x="1073" y="2686"/>
                  </a:lnTo>
                  <a:lnTo>
                    <a:pt x="1073" y="1610"/>
                  </a:lnTo>
                  <a:close/>
                  <a:moveTo>
                    <a:pt x="2149" y="3759"/>
                  </a:moveTo>
                  <a:lnTo>
                    <a:pt x="2149" y="4835"/>
                  </a:lnTo>
                  <a:lnTo>
                    <a:pt x="1073" y="4835"/>
                  </a:lnTo>
                  <a:lnTo>
                    <a:pt x="1073" y="3759"/>
                  </a:lnTo>
                  <a:close/>
                  <a:moveTo>
                    <a:pt x="0" y="0"/>
                  </a:moveTo>
                  <a:lnTo>
                    <a:pt x="0" y="6479"/>
                  </a:lnTo>
                  <a:lnTo>
                    <a:pt x="3226" y="6479"/>
                  </a:lnTo>
                  <a:lnTo>
                    <a:pt x="32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 name="Google Shape;879;p49"/>
            <p:cNvSpPr/>
            <p:nvPr/>
          </p:nvSpPr>
          <p:spPr>
            <a:xfrm>
              <a:off x="4003145" y="4086404"/>
              <a:ext cx="43941" cy="58679"/>
            </a:xfrm>
            <a:custGeom>
              <a:avLst/>
              <a:gdLst/>
              <a:ahLst/>
              <a:cxnLst/>
              <a:rect l="l" t="t" r="r" b="b"/>
              <a:pathLst>
                <a:path w="1610" h="2150" extrusionOk="0">
                  <a:moveTo>
                    <a:pt x="1" y="1"/>
                  </a:moveTo>
                  <a:lnTo>
                    <a:pt x="1" y="2149"/>
                  </a:lnTo>
                  <a:lnTo>
                    <a:pt x="1610" y="2149"/>
                  </a:ln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 name="Google Shape;880;p49"/>
            <p:cNvSpPr/>
            <p:nvPr/>
          </p:nvSpPr>
          <p:spPr>
            <a:xfrm>
              <a:off x="4076343" y="4057037"/>
              <a:ext cx="43941" cy="58570"/>
            </a:xfrm>
            <a:custGeom>
              <a:avLst/>
              <a:gdLst/>
              <a:ahLst/>
              <a:cxnLst/>
              <a:rect l="l" t="t" r="r" b="b"/>
              <a:pathLst>
                <a:path w="1610" h="2146" extrusionOk="0">
                  <a:moveTo>
                    <a:pt x="0" y="0"/>
                  </a:moveTo>
                  <a:lnTo>
                    <a:pt x="0"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 name="Google Shape;881;p49"/>
            <p:cNvSpPr/>
            <p:nvPr/>
          </p:nvSpPr>
          <p:spPr>
            <a:xfrm>
              <a:off x="4149733" y="4027752"/>
              <a:ext cx="43941" cy="58679"/>
            </a:xfrm>
            <a:custGeom>
              <a:avLst/>
              <a:gdLst/>
              <a:ahLst/>
              <a:cxnLst/>
              <a:rect l="l" t="t" r="r" b="b"/>
              <a:pathLst>
                <a:path w="1610" h="2150" extrusionOk="0">
                  <a:moveTo>
                    <a:pt x="0" y="1"/>
                  </a:moveTo>
                  <a:lnTo>
                    <a:pt x="0" y="2150"/>
                  </a:lnTo>
                  <a:lnTo>
                    <a:pt x="1609" y="2150"/>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 name="Google Shape;882;p49"/>
            <p:cNvSpPr/>
            <p:nvPr/>
          </p:nvSpPr>
          <p:spPr>
            <a:xfrm>
              <a:off x="4223013" y="4057037"/>
              <a:ext cx="43941" cy="58570"/>
            </a:xfrm>
            <a:custGeom>
              <a:avLst/>
              <a:gdLst/>
              <a:ahLst/>
              <a:cxnLst/>
              <a:rect l="l" t="t" r="r" b="b"/>
              <a:pathLst>
                <a:path w="1610" h="2146" extrusionOk="0">
                  <a:moveTo>
                    <a:pt x="1" y="0"/>
                  </a:moveTo>
                  <a:lnTo>
                    <a:pt x="1"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 name="Google Shape;883;p49"/>
            <p:cNvSpPr/>
            <p:nvPr/>
          </p:nvSpPr>
          <p:spPr>
            <a:xfrm>
              <a:off x="4003145" y="4174340"/>
              <a:ext cx="44050" cy="61381"/>
            </a:xfrm>
            <a:custGeom>
              <a:avLst/>
              <a:gdLst/>
              <a:ahLst/>
              <a:cxnLst/>
              <a:rect l="l" t="t" r="r" b="b"/>
              <a:pathLst>
                <a:path w="1614" h="2249" extrusionOk="0">
                  <a:moveTo>
                    <a:pt x="1" y="0"/>
                  </a:moveTo>
                  <a:lnTo>
                    <a:pt x="1" y="2248"/>
                  </a:lnTo>
                  <a:cubicBezTo>
                    <a:pt x="442" y="1796"/>
                    <a:pt x="996" y="1472"/>
                    <a:pt x="1613" y="1285"/>
                  </a:cubicBezTo>
                  <a:lnTo>
                    <a:pt x="161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 name="Google Shape;884;p49"/>
            <p:cNvSpPr/>
            <p:nvPr/>
          </p:nvSpPr>
          <p:spPr>
            <a:xfrm>
              <a:off x="4076343" y="4145055"/>
              <a:ext cx="43941" cy="59552"/>
            </a:xfrm>
            <a:custGeom>
              <a:avLst/>
              <a:gdLst/>
              <a:ahLst/>
              <a:cxnLst/>
              <a:rect l="l" t="t" r="r" b="b"/>
              <a:pathLst>
                <a:path w="1610" h="2182" extrusionOk="0">
                  <a:moveTo>
                    <a:pt x="0" y="0"/>
                  </a:moveTo>
                  <a:lnTo>
                    <a:pt x="0" y="2181"/>
                  </a:lnTo>
                  <a:lnTo>
                    <a:pt x="1610" y="2181"/>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 name="Google Shape;885;p49"/>
            <p:cNvSpPr/>
            <p:nvPr/>
          </p:nvSpPr>
          <p:spPr>
            <a:xfrm>
              <a:off x="4149733" y="4115579"/>
              <a:ext cx="43941" cy="89028"/>
            </a:xfrm>
            <a:custGeom>
              <a:avLst/>
              <a:gdLst/>
              <a:ahLst/>
              <a:cxnLst/>
              <a:rect l="l" t="t" r="r" b="b"/>
              <a:pathLst>
                <a:path w="1610" h="3262" extrusionOk="0">
                  <a:moveTo>
                    <a:pt x="0" y="1"/>
                  </a:moveTo>
                  <a:lnTo>
                    <a:pt x="0" y="3261"/>
                  </a:lnTo>
                  <a:lnTo>
                    <a:pt x="1609" y="3261"/>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 name="Google Shape;886;p49"/>
            <p:cNvSpPr/>
            <p:nvPr/>
          </p:nvSpPr>
          <p:spPr>
            <a:xfrm>
              <a:off x="4223013" y="4144946"/>
              <a:ext cx="43941" cy="91048"/>
            </a:xfrm>
            <a:custGeom>
              <a:avLst/>
              <a:gdLst/>
              <a:ahLst/>
              <a:cxnLst/>
              <a:rect l="l" t="t" r="r" b="b"/>
              <a:pathLst>
                <a:path w="1610" h="3336" extrusionOk="0">
                  <a:moveTo>
                    <a:pt x="1" y="1"/>
                  </a:moveTo>
                  <a:lnTo>
                    <a:pt x="1" y="2358"/>
                  </a:lnTo>
                  <a:cubicBezTo>
                    <a:pt x="622" y="2542"/>
                    <a:pt x="1169" y="2884"/>
                    <a:pt x="1610" y="3336"/>
                  </a:cubicBez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 name="Google Shape;887;p49"/>
            <p:cNvSpPr/>
            <p:nvPr/>
          </p:nvSpPr>
          <p:spPr>
            <a:xfrm>
              <a:off x="4296321" y="4204580"/>
              <a:ext cx="43941" cy="88046"/>
            </a:xfrm>
            <a:custGeom>
              <a:avLst/>
              <a:gdLst/>
              <a:ahLst/>
              <a:cxnLst/>
              <a:rect l="l" t="t" r="r" b="b"/>
              <a:pathLst>
                <a:path w="1610" h="3226" extrusionOk="0">
                  <a:moveTo>
                    <a:pt x="0" y="0"/>
                  </a:moveTo>
                  <a:lnTo>
                    <a:pt x="0" y="3225"/>
                  </a:lnTo>
                  <a:lnTo>
                    <a:pt x="1609" y="3225"/>
                  </a:lnTo>
                  <a:lnTo>
                    <a:pt x="160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 name="Google Shape;888;p49"/>
            <p:cNvSpPr/>
            <p:nvPr/>
          </p:nvSpPr>
          <p:spPr>
            <a:xfrm>
              <a:off x="4003063" y="4233838"/>
              <a:ext cx="337199" cy="258433"/>
            </a:xfrm>
            <a:custGeom>
              <a:avLst/>
              <a:gdLst/>
              <a:ahLst/>
              <a:cxnLst/>
              <a:rect l="l" t="t" r="r" b="b"/>
              <a:pathLst>
                <a:path w="12355" h="9469" extrusionOk="0">
                  <a:moveTo>
                    <a:pt x="2685" y="1"/>
                  </a:moveTo>
                  <a:cubicBezTo>
                    <a:pt x="1203" y="1"/>
                    <a:pt x="0" y="1204"/>
                    <a:pt x="0" y="2686"/>
                  </a:cubicBezTo>
                  <a:lnTo>
                    <a:pt x="0" y="8392"/>
                  </a:lnTo>
                  <a:lnTo>
                    <a:pt x="2149" y="9469"/>
                  </a:lnTo>
                  <a:lnTo>
                    <a:pt x="2149" y="3226"/>
                  </a:lnTo>
                  <a:lnTo>
                    <a:pt x="7520" y="3226"/>
                  </a:lnTo>
                  <a:lnTo>
                    <a:pt x="7520" y="9469"/>
                  </a:lnTo>
                  <a:lnTo>
                    <a:pt x="9669" y="8392"/>
                  </a:lnTo>
                  <a:lnTo>
                    <a:pt x="9669" y="6444"/>
                  </a:lnTo>
                  <a:lnTo>
                    <a:pt x="10745" y="6444"/>
                  </a:lnTo>
                  <a:cubicBezTo>
                    <a:pt x="11631" y="6444"/>
                    <a:pt x="12354" y="5721"/>
                    <a:pt x="12354" y="4835"/>
                  </a:cubicBezTo>
                  <a:lnTo>
                    <a:pt x="12354" y="3226"/>
                  </a:lnTo>
                  <a:lnTo>
                    <a:pt x="9669" y="3226"/>
                  </a:lnTo>
                  <a:lnTo>
                    <a:pt x="9669" y="2686"/>
                  </a:lnTo>
                  <a:cubicBezTo>
                    <a:pt x="9669" y="1204"/>
                    <a:pt x="8465" y="1"/>
                    <a:pt x="69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9" name="Google Shape;889;p49"/>
          <p:cNvGrpSpPr/>
          <p:nvPr/>
        </p:nvGrpSpPr>
        <p:grpSpPr>
          <a:xfrm>
            <a:off x="6525547" y="3666229"/>
            <a:ext cx="500353" cy="500435"/>
            <a:chOff x="7791235" y="1480816"/>
            <a:chExt cx="500353" cy="500435"/>
          </a:xfrm>
        </p:grpSpPr>
        <p:sp>
          <p:nvSpPr>
            <p:cNvPr id="890" name="Google Shape;890;p49"/>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 name="Google Shape;891;p49"/>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 name="Google Shape;892;p49"/>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3" name="Google Shape;893;p49"/>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4" name="Google Shape;894;p49"/>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5" name="Google Shape;895;p49"/>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6" name="Google Shape;896;p49"/>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7" name="Google Shape;897;p49"/>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8" name="Google Shape;898;p49"/>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9" name="Google Shape;899;p49"/>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0" name="Google Shape;900;p49"/>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1" name="Google Shape;901;p49"/>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2" name="Google Shape;902;p49"/>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3" name="Google Shape;903;p49"/>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4" name="Google Shape;904;p49"/>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5" name="Google Shape;905;p49"/>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906" name="Google Shape;906;p49"/>
          <p:cNvGrpSpPr/>
          <p:nvPr/>
        </p:nvGrpSpPr>
        <p:grpSpPr>
          <a:xfrm>
            <a:off x="6525501" y="1730140"/>
            <a:ext cx="500326" cy="500463"/>
            <a:chOff x="4697439" y="2734715"/>
            <a:chExt cx="500326" cy="500463"/>
          </a:xfrm>
        </p:grpSpPr>
        <p:sp>
          <p:nvSpPr>
            <p:cNvPr id="907" name="Google Shape;907;p49"/>
            <p:cNvSpPr/>
            <p:nvPr/>
          </p:nvSpPr>
          <p:spPr>
            <a:xfrm>
              <a:off x="4844982"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8" name="Google Shape;908;p49"/>
            <p:cNvSpPr/>
            <p:nvPr/>
          </p:nvSpPr>
          <p:spPr>
            <a:xfrm>
              <a:off x="5020937"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9" name="Google Shape;909;p49"/>
            <p:cNvSpPr/>
            <p:nvPr/>
          </p:nvSpPr>
          <p:spPr>
            <a:xfrm>
              <a:off x="4727761" y="2734715"/>
              <a:ext cx="439982" cy="412608"/>
            </a:xfrm>
            <a:custGeom>
              <a:avLst/>
              <a:gdLst/>
              <a:ahLst/>
              <a:cxnLst/>
              <a:rect l="l" t="t" r="r" b="b"/>
              <a:pathLst>
                <a:path w="16121" h="15118" extrusionOk="0">
                  <a:moveTo>
                    <a:pt x="8057" y="8099"/>
                  </a:moveTo>
                  <a:cubicBezTo>
                    <a:pt x="9684" y="8099"/>
                    <a:pt x="11028" y="9924"/>
                    <a:pt x="11727" y="10785"/>
                  </a:cubicBezTo>
                  <a:cubicBezTo>
                    <a:pt x="10845" y="11872"/>
                    <a:pt x="9634" y="13470"/>
                    <a:pt x="8057" y="13470"/>
                  </a:cubicBezTo>
                  <a:cubicBezTo>
                    <a:pt x="6427" y="13470"/>
                    <a:pt x="5082" y="11646"/>
                    <a:pt x="4387" y="10785"/>
                  </a:cubicBezTo>
                  <a:cubicBezTo>
                    <a:pt x="5269" y="9694"/>
                    <a:pt x="6476" y="8099"/>
                    <a:pt x="8057" y="8099"/>
                  </a:cubicBezTo>
                  <a:close/>
                  <a:moveTo>
                    <a:pt x="12891" y="1"/>
                  </a:moveTo>
                  <a:lnTo>
                    <a:pt x="12891" y="3230"/>
                  </a:lnTo>
                  <a:lnTo>
                    <a:pt x="13968" y="3230"/>
                  </a:lnTo>
                  <a:lnTo>
                    <a:pt x="13968" y="4306"/>
                  </a:lnTo>
                  <a:lnTo>
                    <a:pt x="11819" y="4306"/>
                  </a:lnTo>
                  <a:lnTo>
                    <a:pt x="11819" y="2157"/>
                  </a:lnTo>
                  <a:lnTo>
                    <a:pt x="10742" y="2157"/>
                  </a:lnTo>
                  <a:lnTo>
                    <a:pt x="10742" y="6455"/>
                  </a:lnTo>
                  <a:lnTo>
                    <a:pt x="8593" y="6455"/>
                  </a:lnTo>
                  <a:lnTo>
                    <a:pt x="8593" y="4306"/>
                  </a:lnTo>
                  <a:lnTo>
                    <a:pt x="9670" y="4306"/>
                  </a:lnTo>
                  <a:lnTo>
                    <a:pt x="9670" y="1081"/>
                  </a:lnTo>
                  <a:lnTo>
                    <a:pt x="6444" y="1081"/>
                  </a:lnTo>
                  <a:lnTo>
                    <a:pt x="6444" y="4306"/>
                  </a:lnTo>
                  <a:lnTo>
                    <a:pt x="7521" y="4306"/>
                  </a:lnTo>
                  <a:lnTo>
                    <a:pt x="7521" y="6455"/>
                  </a:lnTo>
                  <a:lnTo>
                    <a:pt x="5375" y="6455"/>
                  </a:lnTo>
                  <a:lnTo>
                    <a:pt x="5375" y="2157"/>
                  </a:lnTo>
                  <a:lnTo>
                    <a:pt x="4299" y="2157"/>
                  </a:lnTo>
                  <a:lnTo>
                    <a:pt x="4299" y="4306"/>
                  </a:lnTo>
                  <a:lnTo>
                    <a:pt x="2150" y="4306"/>
                  </a:lnTo>
                  <a:lnTo>
                    <a:pt x="2150" y="3230"/>
                  </a:lnTo>
                  <a:lnTo>
                    <a:pt x="3226" y="3230"/>
                  </a:lnTo>
                  <a:lnTo>
                    <a:pt x="3226" y="4"/>
                  </a:lnTo>
                  <a:lnTo>
                    <a:pt x="1" y="4"/>
                  </a:lnTo>
                  <a:lnTo>
                    <a:pt x="1" y="3230"/>
                  </a:lnTo>
                  <a:lnTo>
                    <a:pt x="1077" y="3230"/>
                  </a:lnTo>
                  <a:lnTo>
                    <a:pt x="1077" y="5379"/>
                  </a:lnTo>
                  <a:lnTo>
                    <a:pt x="4302" y="5379"/>
                  </a:lnTo>
                  <a:lnTo>
                    <a:pt x="4302" y="6455"/>
                  </a:lnTo>
                  <a:lnTo>
                    <a:pt x="1077" y="6455"/>
                  </a:lnTo>
                  <a:lnTo>
                    <a:pt x="1077" y="15118"/>
                  </a:lnTo>
                  <a:lnTo>
                    <a:pt x="15044" y="15118"/>
                  </a:lnTo>
                  <a:lnTo>
                    <a:pt x="15044" y="6448"/>
                  </a:lnTo>
                  <a:lnTo>
                    <a:pt x="11819" y="6448"/>
                  </a:lnTo>
                  <a:lnTo>
                    <a:pt x="11819" y="5372"/>
                  </a:lnTo>
                  <a:lnTo>
                    <a:pt x="15044" y="5372"/>
                  </a:lnTo>
                  <a:lnTo>
                    <a:pt x="15044" y="3223"/>
                  </a:lnTo>
                  <a:lnTo>
                    <a:pt x="16120" y="3223"/>
                  </a:lnTo>
                  <a:lnTo>
                    <a:pt x="1612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0" name="Google Shape;910;p49"/>
            <p:cNvSpPr/>
            <p:nvPr/>
          </p:nvSpPr>
          <p:spPr>
            <a:xfrm>
              <a:off x="4697439" y="3176499"/>
              <a:ext cx="500326" cy="58679"/>
            </a:xfrm>
            <a:custGeom>
              <a:avLst/>
              <a:gdLst/>
              <a:ahLst/>
              <a:cxnLst/>
              <a:rect l="l" t="t" r="r" b="b"/>
              <a:pathLst>
                <a:path w="18332" h="2150" extrusionOk="0">
                  <a:moveTo>
                    <a:pt x="0" y="0"/>
                  </a:moveTo>
                  <a:lnTo>
                    <a:pt x="0" y="540"/>
                  </a:lnTo>
                  <a:cubicBezTo>
                    <a:pt x="0" y="1429"/>
                    <a:pt x="724" y="2149"/>
                    <a:pt x="1609" y="2149"/>
                  </a:cubicBezTo>
                  <a:lnTo>
                    <a:pt x="16723" y="2149"/>
                  </a:lnTo>
                  <a:cubicBezTo>
                    <a:pt x="17612" y="2149"/>
                    <a:pt x="18332" y="1426"/>
                    <a:pt x="18332" y="540"/>
                  </a:cubicBezTo>
                  <a:lnTo>
                    <a:pt x="1833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1" name="Google Shape;911;p49"/>
            <p:cNvSpPr/>
            <p:nvPr/>
          </p:nvSpPr>
          <p:spPr>
            <a:xfrm>
              <a:off x="4884365" y="2985042"/>
              <a:ext cx="126473" cy="87855"/>
            </a:xfrm>
            <a:custGeom>
              <a:avLst/>
              <a:gdLst/>
              <a:ahLst/>
              <a:cxnLst/>
              <a:rect l="l" t="t" r="r" b="b"/>
              <a:pathLst>
                <a:path w="4634" h="3219" extrusionOk="0">
                  <a:moveTo>
                    <a:pt x="2855" y="1069"/>
                  </a:moveTo>
                  <a:lnTo>
                    <a:pt x="2855" y="2146"/>
                  </a:lnTo>
                  <a:lnTo>
                    <a:pt x="1779" y="2146"/>
                  </a:lnTo>
                  <a:lnTo>
                    <a:pt x="1779" y="1069"/>
                  </a:lnTo>
                  <a:close/>
                  <a:moveTo>
                    <a:pt x="2319" y="0"/>
                  </a:moveTo>
                  <a:cubicBezTo>
                    <a:pt x="1585" y="0"/>
                    <a:pt x="685" y="783"/>
                    <a:pt x="1" y="1609"/>
                  </a:cubicBezTo>
                  <a:cubicBezTo>
                    <a:pt x="685" y="2438"/>
                    <a:pt x="1585" y="3218"/>
                    <a:pt x="2319" y="3218"/>
                  </a:cubicBezTo>
                  <a:cubicBezTo>
                    <a:pt x="3049" y="3218"/>
                    <a:pt x="3949" y="2435"/>
                    <a:pt x="4634" y="1609"/>
                  </a:cubicBezTo>
                  <a:cubicBezTo>
                    <a:pt x="3949" y="783"/>
                    <a:pt x="3049" y="0"/>
                    <a:pt x="23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912" name="Google Shape;912;p49"/>
          <p:cNvGrpSpPr/>
          <p:nvPr/>
        </p:nvGrpSpPr>
        <p:grpSpPr>
          <a:xfrm>
            <a:off x="4877544" y="3666759"/>
            <a:ext cx="452592" cy="499398"/>
            <a:chOff x="744557" y="4028134"/>
            <a:chExt cx="452592" cy="499398"/>
          </a:xfrm>
        </p:grpSpPr>
        <p:sp>
          <p:nvSpPr>
            <p:cNvPr id="913" name="Google Shape;913;p49"/>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4" name="Google Shape;914;p49"/>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5" name="Google Shape;915;p49"/>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6" name="Google Shape;916;p49"/>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7" name="Google Shape;917;p49"/>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918" name="Google Shape;918;p49"/>
          <p:cNvCxnSpPr>
            <a:stCxn id="870" idx="1"/>
            <a:endCxn id="875" idx="1"/>
          </p:cNvCxnSpPr>
          <p:nvPr/>
        </p:nvCxnSpPr>
        <p:spPr>
          <a:xfrm>
            <a:off x="4745263" y="1980075"/>
            <a:ext cx="600" cy="1936500"/>
          </a:xfrm>
          <a:prstGeom prst="bentConnector3">
            <a:avLst>
              <a:gd name="adj1" fmla="val -85543750"/>
            </a:avLst>
          </a:prstGeom>
          <a:noFill/>
          <a:ln w="19050" cap="flat" cmpd="sng">
            <a:solidFill>
              <a:schemeClr val="lt2"/>
            </a:solidFill>
            <a:prstDash val="solid"/>
            <a:round/>
            <a:headEnd type="oval" w="med" len="med"/>
            <a:tailEnd type="none" w="med" len="med"/>
          </a:ln>
        </p:spPr>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922"/>
        <p:cNvGrpSpPr/>
        <p:nvPr/>
      </p:nvGrpSpPr>
      <p:grpSpPr>
        <a:xfrm>
          <a:off x="0" y="0"/>
          <a:ext cx="0" cy="0"/>
          <a:chOff x="0" y="0"/>
          <a:chExt cx="0" cy="0"/>
        </a:xfrm>
      </p:grpSpPr>
      <p:sp>
        <p:nvSpPr>
          <p:cNvPr id="923" name="Google Shape;923;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KWL (brainstorming)</a:t>
            </a:r>
          </a:p>
        </p:txBody>
      </p:sp>
      <p:graphicFrame>
        <p:nvGraphicFramePr>
          <p:cNvPr id="924" name="Google Shape;924;p50"/>
          <p:cNvGraphicFramePr/>
          <p:nvPr>
            <p:extLst>
              <p:ext uri="{D42A27DB-BD31-4B8C-83A1-F6EECF244321}">
                <p14:modId xmlns:p14="http://schemas.microsoft.com/office/powerpoint/2010/main" val="1776203010"/>
              </p:ext>
            </p:extLst>
          </p:nvPr>
        </p:nvGraphicFramePr>
        <p:xfrm>
          <a:off x="720000" y="1708750"/>
          <a:ext cx="3000000" cy="3000000"/>
        </p:xfrm>
        <a:graphic>
          <a:graphicData uri="http://schemas.openxmlformats.org/drawingml/2006/table">
            <a:tbl>
              <a:tblPr>
                <a:noFill/>
                <a:tableStyleId>{567CD55D-D7E3-497B-A4DD-779DD35D2360}</a:tableStyleId>
              </a:tblPr>
              <a:tblGrid>
                <a:gridCol w="3015475">
                  <a:extLst>
                    <a:ext uri="{9D8B030D-6E8A-4147-A177-3AD203B41FA5}">
                      <a16:colId xmlns:a16="http://schemas.microsoft.com/office/drawing/2014/main" val="20000"/>
                    </a:ext>
                  </a:extLst>
                </a:gridCol>
                <a:gridCol w="4688525">
                  <a:extLst>
                    <a:ext uri="{9D8B030D-6E8A-4147-A177-3AD203B41FA5}">
                      <a16:colId xmlns:a16="http://schemas.microsoft.com/office/drawing/2014/main" val="20001"/>
                    </a:ext>
                  </a:extLst>
                </a:gridCol>
              </a:tblGrid>
              <a:tr h="342625">
                <a:tc rowSpan="2">
                  <a:txBody>
                    <a:bodyPr/>
                    <a:lstStyle/>
                    <a:p>
                      <a:pPr marL="0" lvl="0" indent="0" algn="l" rtl="0">
                        <a:lnSpc>
                          <a:spcPct val="115000"/>
                        </a:lnSpc>
                        <a:spcBef>
                          <a:spcPts val="0"/>
                        </a:spcBef>
                        <a:spcAft>
                          <a:spcPts val="0"/>
                        </a:spcAft>
                        <a:buNone/>
                      </a:pPr>
                      <a:r>
                        <a:rPr lang="en-US" sz="2000" b="1" noProof="0" dirty="0">
                          <a:solidFill>
                            <a:schemeClr val="accent5"/>
                          </a:solidFill>
                          <a:latin typeface="Sora"/>
                          <a:ea typeface="Sora"/>
                          <a:cs typeface="Sora"/>
                          <a:sym typeface="Sora"/>
                        </a:rPr>
                        <a:t>What I know</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0"/>
                  </a:ext>
                </a:extLst>
              </a:tr>
              <a:tr h="342625">
                <a:tc vMerge="1">
                  <a:txBody>
                    <a:bodyPr/>
                    <a:lstStyle/>
                    <a:p>
                      <a:endParaRPr lang="de-DE"/>
                    </a:p>
                  </a:txBody>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 very cold planet</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42625">
                <a:tc rowSpan="2">
                  <a:txBody>
                    <a:bodyPr/>
                    <a:lstStyle/>
                    <a:p>
                      <a:pPr marL="0" lvl="0" indent="0" algn="l" rtl="0">
                        <a:lnSpc>
                          <a:spcPct val="115000"/>
                        </a:lnSpc>
                        <a:spcBef>
                          <a:spcPts val="0"/>
                        </a:spcBef>
                        <a:spcAft>
                          <a:spcPts val="0"/>
                        </a:spcAft>
                        <a:buNone/>
                      </a:pPr>
                      <a:r>
                        <a:rPr lang="en-US" sz="2000" b="1" noProof="0" dirty="0">
                          <a:solidFill>
                            <a:schemeClr val="accent5"/>
                          </a:solidFill>
                          <a:latin typeface="Sora"/>
                          <a:ea typeface="Sora"/>
                          <a:cs typeface="Sora"/>
                          <a:sym typeface="Sora"/>
                        </a:rPr>
                        <a:t>What I want to know</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42625">
                <a:tc vMerge="1">
                  <a:txBody>
                    <a:bodyPr/>
                    <a:lstStyle/>
                    <a:p>
                      <a:endParaRPr lang="de-DE"/>
                    </a:p>
                  </a:txBody>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42625">
                <a:tc rowSpan="2">
                  <a:txBody>
                    <a:bodyPr/>
                    <a:lstStyle/>
                    <a:p>
                      <a:pPr marL="0" lvl="0" indent="0" algn="l" rtl="0">
                        <a:lnSpc>
                          <a:spcPct val="115000"/>
                        </a:lnSpc>
                        <a:spcBef>
                          <a:spcPts val="0"/>
                        </a:spcBef>
                        <a:spcAft>
                          <a:spcPts val="0"/>
                        </a:spcAft>
                        <a:buNone/>
                      </a:pPr>
                      <a:r>
                        <a:rPr lang="en-US" sz="2000" b="1" noProof="0" dirty="0">
                          <a:solidFill>
                            <a:schemeClr val="accent5"/>
                          </a:solidFill>
                          <a:latin typeface="Sora"/>
                          <a:ea typeface="Sora"/>
                          <a:cs typeface="Sora"/>
                          <a:sym typeface="Sora"/>
                        </a:rPr>
                        <a:t>What I learned</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Saturn is composed of hydrogen and helium</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42625">
                <a:tc vMerge="1">
                  <a:txBody>
                    <a:bodyPr/>
                    <a:lstStyle/>
                    <a:p>
                      <a:endParaRPr lang="de-DE"/>
                    </a:p>
                  </a:txBody>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Shape 928"/>
        <p:cNvGrpSpPr/>
        <p:nvPr/>
      </p:nvGrpSpPr>
      <p:grpSpPr>
        <a:xfrm>
          <a:off x="0" y="0"/>
          <a:ext cx="0" cy="0"/>
          <a:chOff x="0" y="0"/>
          <a:chExt cx="0" cy="0"/>
        </a:xfrm>
      </p:grpSpPr>
      <p:sp>
        <p:nvSpPr>
          <p:cNvPr id="929" name="Google Shape;92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Advanced threat detection</a:t>
            </a:r>
          </a:p>
        </p:txBody>
      </p:sp>
      <p:sp>
        <p:nvSpPr>
          <p:cNvPr id="930" name="Google Shape;930;p51"/>
          <p:cNvSpPr/>
          <p:nvPr/>
        </p:nvSpPr>
        <p:spPr>
          <a:xfrm>
            <a:off x="720000" y="2557675"/>
            <a:ext cx="1489200" cy="873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Threat detection</a:t>
            </a:r>
          </a:p>
        </p:txBody>
      </p:sp>
      <p:sp>
        <p:nvSpPr>
          <p:cNvPr id="931" name="Google Shape;931;p51"/>
          <p:cNvSpPr/>
          <p:nvPr/>
        </p:nvSpPr>
        <p:spPr>
          <a:xfrm>
            <a:off x="4837600" y="2705575"/>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cold place. It’s full of iron oxide dust</a:t>
            </a:r>
          </a:p>
        </p:txBody>
      </p:sp>
      <p:sp>
        <p:nvSpPr>
          <p:cNvPr id="932" name="Google Shape;932;p51"/>
          <p:cNvSpPr/>
          <p:nvPr/>
        </p:nvSpPr>
        <p:spPr>
          <a:xfrm>
            <a:off x="4837600" y="158145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 and the smallest one in the Solar System</a:t>
            </a:r>
          </a:p>
        </p:txBody>
      </p:sp>
      <p:sp>
        <p:nvSpPr>
          <p:cNvPr id="933" name="Google Shape;933;p51"/>
          <p:cNvSpPr/>
          <p:nvPr/>
        </p:nvSpPr>
        <p:spPr>
          <a:xfrm>
            <a:off x="4837600" y="382970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has a very beautiful name and is the second planet from the Sun</a:t>
            </a:r>
          </a:p>
        </p:txBody>
      </p:sp>
      <p:cxnSp>
        <p:nvCxnSpPr>
          <p:cNvPr id="934" name="Google Shape;934;p51"/>
          <p:cNvCxnSpPr>
            <a:stCxn id="930" idx="3"/>
            <a:endCxn id="935" idx="1"/>
          </p:cNvCxnSpPr>
          <p:nvPr/>
        </p:nvCxnSpPr>
        <p:spPr>
          <a:xfrm rot="10800000" flipH="1">
            <a:off x="2209200" y="18678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6" name="Google Shape;936;p51"/>
          <p:cNvCxnSpPr>
            <a:stCxn id="930" idx="3"/>
            <a:endCxn id="937" idx="1"/>
          </p:cNvCxnSpPr>
          <p:nvPr/>
        </p:nvCxnSpPr>
        <p:spPr>
          <a:xfrm>
            <a:off x="2209200" y="2994325"/>
            <a:ext cx="686400" cy="6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8" name="Google Shape;938;p51"/>
          <p:cNvCxnSpPr>
            <a:stCxn id="930" idx="3"/>
            <a:endCxn id="939" idx="1"/>
          </p:cNvCxnSpPr>
          <p:nvPr/>
        </p:nvCxnSpPr>
        <p:spPr>
          <a:xfrm>
            <a:off x="2209200" y="29943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sp>
        <p:nvSpPr>
          <p:cNvPr id="935" name="Google Shape;935;p51"/>
          <p:cNvSpPr txBox="1"/>
          <p:nvPr/>
        </p:nvSpPr>
        <p:spPr>
          <a:xfrm>
            <a:off x="2895725" y="1581450"/>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Risk</a:t>
            </a:r>
          </a:p>
        </p:txBody>
      </p:sp>
      <p:sp>
        <p:nvSpPr>
          <p:cNvPr id="937" name="Google Shape;937;p51"/>
          <p:cNvSpPr txBox="1"/>
          <p:nvPr/>
        </p:nvSpPr>
        <p:spPr>
          <a:xfrm>
            <a:off x="2895725" y="2707978"/>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Anomaly</a:t>
            </a:r>
          </a:p>
        </p:txBody>
      </p:sp>
      <p:sp>
        <p:nvSpPr>
          <p:cNvPr id="939" name="Google Shape;939;p51"/>
          <p:cNvSpPr txBox="1"/>
          <p:nvPr/>
        </p:nvSpPr>
        <p:spPr>
          <a:xfrm>
            <a:off x="2895725" y="3834475"/>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Troubles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Shape 943"/>
        <p:cNvGrpSpPr/>
        <p:nvPr/>
      </p:nvGrpSpPr>
      <p:grpSpPr>
        <a:xfrm>
          <a:off x="0" y="0"/>
          <a:ext cx="0" cy="0"/>
          <a:chOff x="0" y="0"/>
          <a:chExt cx="0" cy="0"/>
        </a:xfrm>
      </p:grpSpPr>
      <p:sp>
        <p:nvSpPr>
          <p:cNvPr id="944" name="Google Shape;944;p5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transportation</a:t>
            </a:r>
          </a:p>
        </p:txBody>
      </p:sp>
      <p:sp>
        <p:nvSpPr>
          <p:cNvPr id="945" name="Google Shape;945;p52"/>
          <p:cNvSpPr/>
          <p:nvPr/>
        </p:nvSpPr>
        <p:spPr>
          <a:xfrm>
            <a:off x="4188850" y="1339442"/>
            <a:ext cx="796800" cy="796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46" name="Google Shape;946;p52"/>
          <p:cNvSpPr txBox="1"/>
          <p:nvPr/>
        </p:nvSpPr>
        <p:spPr>
          <a:xfrm>
            <a:off x="5971350" y="2001854"/>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p:txBody>
      </p:sp>
      <p:sp>
        <p:nvSpPr>
          <p:cNvPr id="947" name="Google Shape;947;p52"/>
          <p:cNvSpPr txBox="1"/>
          <p:nvPr/>
        </p:nvSpPr>
        <p:spPr>
          <a:xfrm>
            <a:off x="733525" y="200185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very cold place</a:t>
            </a:r>
          </a:p>
        </p:txBody>
      </p:sp>
      <p:sp>
        <p:nvSpPr>
          <p:cNvPr id="948" name="Google Shape;948;p52"/>
          <p:cNvSpPr txBox="1"/>
          <p:nvPr/>
        </p:nvSpPr>
        <p:spPr>
          <a:xfrm>
            <a:off x="733525" y="396042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949" name="Google Shape;949;p52"/>
          <p:cNvSpPr txBox="1"/>
          <p:nvPr/>
        </p:nvSpPr>
        <p:spPr>
          <a:xfrm>
            <a:off x="3352438" y="396042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Saturn is a gas giant and has several rings</a:t>
            </a:r>
          </a:p>
        </p:txBody>
      </p:sp>
      <p:sp>
        <p:nvSpPr>
          <p:cNvPr id="950" name="Google Shape;950;p52"/>
          <p:cNvSpPr txBox="1"/>
          <p:nvPr/>
        </p:nvSpPr>
        <p:spPr>
          <a:xfrm>
            <a:off x="5971350" y="396042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sp>
        <p:nvSpPr>
          <p:cNvPr id="951" name="Google Shape;951;p52"/>
          <p:cNvSpPr txBox="1"/>
          <p:nvPr/>
        </p:nvSpPr>
        <p:spPr>
          <a:xfrm>
            <a:off x="738365" y="1509254"/>
            <a:ext cx="24549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Monitoring</a:t>
            </a:r>
          </a:p>
        </p:txBody>
      </p:sp>
      <p:sp>
        <p:nvSpPr>
          <p:cNvPr id="952" name="Google Shape;952;p52"/>
          <p:cNvSpPr txBox="1"/>
          <p:nvPr/>
        </p:nvSpPr>
        <p:spPr>
          <a:xfrm>
            <a:off x="5976190" y="1509254"/>
            <a:ext cx="24552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Predictive</a:t>
            </a:r>
          </a:p>
        </p:txBody>
      </p:sp>
      <p:sp>
        <p:nvSpPr>
          <p:cNvPr id="953" name="Google Shape;953;p52"/>
          <p:cNvSpPr txBox="1"/>
          <p:nvPr/>
        </p:nvSpPr>
        <p:spPr>
          <a:xfrm>
            <a:off x="738375" y="3467800"/>
            <a:ext cx="2464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Reduce waste</a:t>
            </a:r>
          </a:p>
        </p:txBody>
      </p:sp>
      <p:sp>
        <p:nvSpPr>
          <p:cNvPr id="954" name="Google Shape;954;p52"/>
          <p:cNvSpPr txBox="1"/>
          <p:nvPr/>
        </p:nvSpPr>
        <p:spPr>
          <a:xfrm>
            <a:off x="3357266" y="3467800"/>
            <a:ext cx="24552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Advantages</a:t>
            </a:r>
          </a:p>
        </p:txBody>
      </p:sp>
      <p:sp>
        <p:nvSpPr>
          <p:cNvPr id="955" name="Google Shape;955;p52"/>
          <p:cNvSpPr txBox="1"/>
          <p:nvPr/>
        </p:nvSpPr>
        <p:spPr>
          <a:xfrm>
            <a:off x="5976190" y="3467800"/>
            <a:ext cx="24552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Future</a:t>
            </a:r>
          </a:p>
        </p:txBody>
      </p:sp>
      <p:cxnSp>
        <p:nvCxnSpPr>
          <p:cNvPr id="956" name="Google Shape;956;p52"/>
          <p:cNvCxnSpPr>
            <a:stCxn id="945" idx="1"/>
            <a:endCxn id="951" idx="3"/>
          </p:cNvCxnSpPr>
          <p:nvPr/>
        </p:nvCxnSpPr>
        <p:spPr>
          <a:xfrm rot="10800000">
            <a:off x="3193150" y="1737842"/>
            <a:ext cx="995700" cy="0"/>
          </a:xfrm>
          <a:prstGeom prst="straightConnector1">
            <a:avLst/>
          </a:prstGeom>
          <a:noFill/>
          <a:ln w="19050" cap="flat" cmpd="sng">
            <a:solidFill>
              <a:schemeClr val="lt2"/>
            </a:solidFill>
            <a:prstDash val="solid"/>
            <a:round/>
            <a:headEnd type="none" w="med" len="med"/>
            <a:tailEnd type="oval" w="med" len="med"/>
          </a:ln>
        </p:spPr>
      </p:cxnSp>
      <p:cxnSp>
        <p:nvCxnSpPr>
          <p:cNvPr id="957" name="Google Shape;957;p52"/>
          <p:cNvCxnSpPr>
            <a:stCxn id="945" idx="3"/>
            <a:endCxn id="952" idx="1"/>
          </p:cNvCxnSpPr>
          <p:nvPr/>
        </p:nvCxnSpPr>
        <p:spPr>
          <a:xfrm>
            <a:off x="4985650" y="1737842"/>
            <a:ext cx="990600" cy="0"/>
          </a:xfrm>
          <a:prstGeom prst="straightConnector1">
            <a:avLst/>
          </a:prstGeom>
          <a:noFill/>
          <a:ln w="19050" cap="flat" cmpd="sng">
            <a:solidFill>
              <a:schemeClr val="lt2"/>
            </a:solidFill>
            <a:prstDash val="solid"/>
            <a:round/>
            <a:headEnd type="none" w="med" len="med"/>
            <a:tailEnd type="oval" w="med" len="med"/>
          </a:ln>
        </p:spPr>
      </p:cxnSp>
      <p:cxnSp>
        <p:nvCxnSpPr>
          <p:cNvPr id="958" name="Google Shape;958;p52"/>
          <p:cNvCxnSpPr>
            <a:stCxn id="945" idx="2"/>
            <a:endCxn id="954" idx="0"/>
          </p:cNvCxnSpPr>
          <p:nvPr/>
        </p:nvCxnSpPr>
        <p:spPr>
          <a:xfrm rot="5400000">
            <a:off x="3920200" y="2800892"/>
            <a:ext cx="1331700" cy="2400"/>
          </a:xfrm>
          <a:prstGeom prst="bentConnector3">
            <a:avLst>
              <a:gd name="adj1" fmla="val 49995"/>
            </a:avLst>
          </a:prstGeom>
          <a:noFill/>
          <a:ln w="19050" cap="flat" cmpd="sng">
            <a:solidFill>
              <a:schemeClr val="lt2"/>
            </a:solidFill>
            <a:prstDash val="solid"/>
            <a:round/>
            <a:headEnd type="none" w="med" len="med"/>
            <a:tailEnd type="oval" w="med" len="med"/>
          </a:ln>
        </p:spPr>
      </p:cxnSp>
      <p:cxnSp>
        <p:nvCxnSpPr>
          <p:cNvPr id="959" name="Google Shape;959;p52"/>
          <p:cNvCxnSpPr>
            <a:stCxn id="945" idx="2"/>
            <a:endCxn id="955" idx="0"/>
          </p:cNvCxnSpPr>
          <p:nvPr/>
        </p:nvCxnSpPr>
        <p:spPr>
          <a:xfrm rot="-5400000" flipH="1">
            <a:off x="5229700" y="1493792"/>
            <a:ext cx="1331700" cy="2616600"/>
          </a:xfrm>
          <a:prstGeom prst="bentConnector3">
            <a:avLst>
              <a:gd name="adj1" fmla="val 49995"/>
            </a:avLst>
          </a:prstGeom>
          <a:noFill/>
          <a:ln w="19050" cap="flat" cmpd="sng">
            <a:solidFill>
              <a:schemeClr val="lt2"/>
            </a:solidFill>
            <a:prstDash val="solid"/>
            <a:round/>
            <a:headEnd type="none" w="med" len="med"/>
            <a:tailEnd type="oval" w="med" len="med"/>
          </a:ln>
        </p:spPr>
      </p:cxnSp>
      <p:cxnSp>
        <p:nvCxnSpPr>
          <p:cNvPr id="960" name="Google Shape;960;p52"/>
          <p:cNvCxnSpPr>
            <a:stCxn id="945" idx="2"/>
            <a:endCxn id="953" idx="0"/>
          </p:cNvCxnSpPr>
          <p:nvPr/>
        </p:nvCxnSpPr>
        <p:spPr>
          <a:xfrm rot="5400000">
            <a:off x="2613100" y="1493792"/>
            <a:ext cx="1331700" cy="2616600"/>
          </a:xfrm>
          <a:prstGeom prst="bentConnector3">
            <a:avLst>
              <a:gd name="adj1" fmla="val 49995"/>
            </a:avLst>
          </a:prstGeom>
          <a:noFill/>
          <a:ln w="19050" cap="flat" cmpd="sng">
            <a:solidFill>
              <a:schemeClr val="lt2"/>
            </a:solidFill>
            <a:prstDash val="solid"/>
            <a:round/>
            <a:headEnd type="none" w="med" len="med"/>
            <a:tailEnd type="oval" w="med" len="med"/>
          </a:ln>
        </p:spPr>
      </p:cxnSp>
      <p:grpSp>
        <p:nvGrpSpPr>
          <p:cNvPr id="961" name="Google Shape;961;p52"/>
          <p:cNvGrpSpPr/>
          <p:nvPr/>
        </p:nvGrpSpPr>
        <p:grpSpPr>
          <a:xfrm>
            <a:off x="4337068" y="1504371"/>
            <a:ext cx="500353" cy="466947"/>
            <a:chOff x="4721893" y="4044291"/>
            <a:chExt cx="500353" cy="466947"/>
          </a:xfrm>
        </p:grpSpPr>
        <p:sp>
          <p:nvSpPr>
            <p:cNvPr id="962" name="Google Shape;962;p52"/>
            <p:cNvSpPr/>
            <p:nvPr/>
          </p:nvSpPr>
          <p:spPr>
            <a:xfrm>
              <a:off x="4751068" y="4306954"/>
              <a:ext cx="441811" cy="145633"/>
            </a:xfrm>
            <a:custGeom>
              <a:avLst/>
              <a:gdLst/>
              <a:ahLst/>
              <a:cxnLst/>
              <a:rect l="l" t="t" r="r" b="b"/>
              <a:pathLst>
                <a:path w="16188" h="5336" extrusionOk="0">
                  <a:moveTo>
                    <a:pt x="9708" y="2110"/>
                  </a:moveTo>
                  <a:lnTo>
                    <a:pt x="9708" y="3190"/>
                  </a:lnTo>
                  <a:lnTo>
                    <a:pt x="6483" y="3190"/>
                  </a:lnTo>
                  <a:lnTo>
                    <a:pt x="6483" y="2110"/>
                  </a:lnTo>
                  <a:close/>
                  <a:moveTo>
                    <a:pt x="4334" y="0"/>
                  </a:moveTo>
                  <a:lnTo>
                    <a:pt x="4334" y="501"/>
                  </a:lnTo>
                  <a:cubicBezTo>
                    <a:pt x="4334" y="1983"/>
                    <a:pt x="3131" y="3190"/>
                    <a:pt x="1649" y="3190"/>
                  </a:cubicBezTo>
                  <a:lnTo>
                    <a:pt x="1" y="3190"/>
                  </a:lnTo>
                  <a:lnTo>
                    <a:pt x="1" y="5336"/>
                  </a:lnTo>
                  <a:lnTo>
                    <a:pt x="16187" y="5336"/>
                  </a:lnTo>
                  <a:lnTo>
                    <a:pt x="16187" y="3190"/>
                  </a:lnTo>
                  <a:lnTo>
                    <a:pt x="14543" y="3190"/>
                  </a:lnTo>
                  <a:cubicBezTo>
                    <a:pt x="13061" y="3190"/>
                    <a:pt x="11854" y="1983"/>
                    <a:pt x="11854" y="501"/>
                  </a:cubicBezTo>
                  <a:lnTo>
                    <a:pt x="118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3" name="Google Shape;963;p52"/>
            <p:cNvSpPr/>
            <p:nvPr/>
          </p:nvSpPr>
          <p:spPr>
            <a:xfrm>
              <a:off x="4869436" y="4044291"/>
              <a:ext cx="206522" cy="59197"/>
            </a:xfrm>
            <a:custGeom>
              <a:avLst/>
              <a:gdLst/>
              <a:ahLst/>
              <a:cxnLst/>
              <a:rect l="l" t="t" r="r" b="b"/>
              <a:pathLst>
                <a:path w="7567" h="2169" extrusionOk="0">
                  <a:moveTo>
                    <a:pt x="3756" y="0"/>
                  </a:moveTo>
                  <a:cubicBezTo>
                    <a:pt x="2406" y="0"/>
                    <a:pt x="1057" y="435"/>
                    <a:pt x="1" y="1304"/>
                  </a:cubicBezTo>
                  <a:lnTo>
                    <a:pt x="685" y="2133"/>
                  </a:lnTo>
                  <a:cubicBezTo>
                    <a:pt x="1549" y="1421"/>
                    <a:pt x="2651" y="1067"/>
                    <a:pt x="3754" y="1067"/>
                  </a:cubicBezTo>
                  <a:cubicBezTo>
                    <a:pt x="4877" y="1067"/>
                    <a:pt x="6000" y="1435"/>
                    <a:pt x="6871" y="2168"/>
                  </a:cubicBezTo>
                  <a:lnTo>
                    <a:pt x="7566" y="1349"/>
                  </a:lnTo>
                  <a:cubicBezTo>
                    <a:pt x="6503" y="450"/>
                    <a:pt x="5130" y="0"/>
                    <a:pt x="375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4" name="Google Shape;964;p52"/>
            <p:cNvSpPr/>
            <p:nvPr/>
          </p:nvSpPr>
          <p:spPr>
            <a:xfrm>
              <a:off x="4907673" y="4102424"/>
              <a:ext cx="131304" cy="46506"/>
            </a:xfrm>
            <a:custGeom>
              <a:avLst/>
              <a:gdLst/>
              <a:ahLst/>
              <a:cxnLst/>
              <a:rect l="l" t="t" r="r" b="b"/>
              <a:pathLst>
                <a:path w="4811" h="1704" extrusionOk="0">
                  <a:moveTo>
                    <a:pt x="2354" y="0"/>
                  </a:moveTo>
                  <a:cubicBezTo>
                    <a:pt x="1509" y="0"/>
                    <a:pt x="665" y="269"/>
                    <a:pt x="0" y="807"/>
                  </a:cubicBezTo>
                  <a:lnTo>
                    <a:pt x="674" y="1644"/>
                  </a:lnTo>
                  <a:cubicBezTo>
                    <a:pt x="1148" y="1259"/>
                    <a:pt x="1749" y="1068"/>
                    <a:pt x="2351" y="1068"/>
                  </a:cubicBezTo>
                  <a:cubicBezTo>
                    <a:pt x="2987" y="1068"/>
                    <a:pt x="3624" y="1281"/>
                    <a:pt x="4111" y="1704"/>
                  </a:cubicBezTo>
                  <a:lnTo>
                    <a:pt x="4810" y="885"/>
                  </a:lnTo>
                  <a:cubicBezTo>
                    <a:pt x="4129" y="296"/>
                    <a:pt x="3241" y="0"/>
                    <a:pt x="23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5" name="Google Shape;965;p52"/>
            <p:cNvSpPr/>
            <p:nvPr/>
          </p:nvSpPr>
          <p:spPr>
            <a:xfrm>
              <a:off x="4780544" y="4481845"/>
              <a:ext cx="88919" cy="29394"/>
            </a:xfrm>
            <a:custGeom>
              <a:avLst/>
              <a:gdLst/>
              <a:ahLst/>
              <a:cxnLst/>
              <a:rect l="l" t="t" r="r" b="b"/>
              <a:pathLst>
                <a:path w="3258" h="1077" extrusionOk="0">
                  <a:moveTo>
                    <a:pt x="1" y="0"/>
                  </a:moveTo>
                  <a:lnTo>
                    <a:pt x="1" y="1077"/>
                  </a:lnTo>
                  <a:lnTo>
                    <a:pt x="3258" y="1077"/>
                  </a:lnTo>
                  <a:lnTo>
                    <a:pt x="325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6" name="Google Shape;966;p52"/>
            <p:cNvSpPr/>
            <p:nvPr/>
          </p:nvSpPr>
          <p:spPr>
            <a:xfrm>
              <a:off x="5074566" y="4481845"/>
              <a:ext cx="89028" cy="29394"/>
            </a:xfrm>
            <a:custGeom>
              <a:avLst/>
              <a:gdLst/>
              <a:ahLst/>
              <a:cxnLst/>
              <a:rect l="l" t="t" r="r" b="b"/>
              <a:pathLst>
                <a:path w="3262" h="1077" extrusionOk="0">
                  <a:moveTo>
                    <a:pt x="1" y="0"/>
                  </a:moveTo>
                  <a:lnTo>
                    <a:pt x="1" y="1077"/>
                  </a:lnTo>
                  <a:lnTo>
                    <a:pt x="3261" y="1077"/>
                  </a:lnTo>
                  <a:lnTo>
                    <a:pt x="32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7" name="Google Shape;967;p52"/>
            <p:cNvSpPr/>
            <p:nvPr/>
          </p:nvSpPr>
          <p:spPr>
            <a:xfrm>
              <a:off x="4806636" y="4189651"/>
              <a:ext cx="330867" cy="88046"/>
            </a:xfrm>
            <a:custGeom>
              <a:avLst/>
              <a:gdLst/>
              <a:ahLst/>
              <a:cxnLst/>
              <a:rect l="l" t="t" r="r" b="b"/>
              <a:pathLst>
                <a:path w="12123" h="3226" extrusionOk="0">
                  <a:moveTo>
                    <a:pt x="805" y="0"/>
                  </a:moveTo>
                  <a:lnTo>
                    <a:pt x="1" y="3226"/>
                  </a:lnTo>
                  <a:lnTo>
                    <a:pt x="12122" y="3226"/>
                  </a:lnTo>
                  <a:lnTo>
                    <a:pt x="11314" y="0"/>
                  </a:lnTo>
                  <a:lnTo>
                    <a:pt x="7573" y="0"/>
                  </a:lnTo>
                  <a:cubicBezTo>
                    <a:pt x="7355" y="625"/>
                    <a:pt x="6762" y="1077"/>
                    <a:pt x="6060" y="1077"/>
                  </a:cubicBezTo>
                  <a:cubicBezTo>
                    <a:pt x="5361" y="1077"/>
                    <a:pt x="4772" y="628"/>
                    <a:pt x="45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8" name="Google Shape;968;p52"/>
            <p:cNvSpPr/>
            <p:nvPr/>
          </p:nvSpPr>
          <p:spPr>
            <a:xfrm>
              <a:off x="4957372" y="4160285"/>
              <a:ext cx="29394" cy="29394"/>
            </a:xfrm>
            <a:custGeom>
              <a:avLst/>
              <a:gdLst/>
              <a:ahLst/>
              <a:cxnLst/>
              <a:rect l="l" t="t" r="r" b="b"/>
              <a:pathLst>
                <a:path w="1077" h="1077" extrusionOk="0">
                  <a:moveTo>
                    <a:pt x="537" y="0"/>
                  </a:moveTo>
                  <a:cubicBezTo>
                    <a:pt x="244" y="0"/>
                    <a:pt x="0" y="244"/>
                    <a:pt x="0" y="540"/>
                  </a:cubicBezTo>
                  <a:cubicBezTo>
                    <a:pt x="0" y="833"/>
                    <a:pt x="244" y="1076"/>
                    <a:pt x="537" y="1076"/>
                  </a:cubicBezTo>
                  <a:cubicBezTo>
                    <a:pt x="833" y="1076"/>
                    <a:pt x="1077" y="833"/>
                    <a:pt x="1077" y="540"/>
                  </a:cubicBezTo>
                  <a:cubicBezTo>
                    <a:pt x="1077" y="244"/>
                    <a:pt x="833" y="7"/>
                    <a:pt x="5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9" name="Google Shape;969;p52"/>
            <p:cNvSpPr/>
            <p:nvPr/>
          </p:nvSpPr>
          <p:spPr>
            <a:xfrm>
              <a:off x="4721893" y="4306954"/>
              <a:ext cx="118204" cy="57696"/>
            </a:xfrm>
            <a:custGeom>
              <a:avLst/>
              <a:gdLst/>
              <a:ahLst/>
              <a:cxnLst/>
              <a:rect l="l" t="t" r="r" b="b"/>
              <a:pathLst>
                <a:path w="4331" h="2114" extrusionOk="0">
                  <a:moveTo>
                    <a:pt x="1" y="0"/>
                  </a:moveTo>
                  <a:lnTo>
                    <a:pt x="1" y="1077"/>
                  </a:lnTo>
                  <a:lnTo>
                    <a:pt x="1077" y="1077"/>
                  </a:lnTo>
                  <a:lnTo>
                    <a:pt x="1077" y="2114"/>
                  </a:lnTo>
                  <a:lnTo>
                    <a:pt x="2721" y="2114"/>
                  </a:lnTo>
                  <a:cubicBezTo>
                    <a:pt x="3607" y="2114"/>
                    <a:pt x="4330" y="1391"/>
                    <a:pt x="4330" y="501"/>
                  </a:cubicBezTo>
                  <a:lnTo>
                    <a:pt x="43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70" name="Google Shape;970;p52"/>
            <p:cNvSpPr/>
            <p:nvPr/>
          </p:nvSpPr>
          <p:spPr>
            <a:xfrm>
              <a:off x="5103960" y="4306954"/>
              <a:ext cx="118286" cy="57696"/>
            </a:xfrm>
            <a:custGeom>
              <a:avLst/>
              <a:gdLst/>
              <a:ahLst/>
              <a:cxnLst/>
              <a:rect l="l" t="t" r="r" b="b"/>
              <a:pathLst>
                <a:path w="4334" h="2114" extrusionOk="0">
                  <a:moveTo>
                    <a:pt x="0" y="0"/>
                  </a:moveTo>
                  <a:lnTo>
                    <a:pt x="0" y="501"/>
                  </a:lnTo>
                  <a:cubicBezTo>
                    <a:pt x="0" y="1391"/>
                    <a:pt x="723" y="2114"/>
                    <a:pt x="1613" y="2114"/>
                  </a:cubicBezTo>
                  <a:lnTo>
                    <a:pt x="3257" y="2114"/>
                  </a:lnTo>
                  <a:lnTo>
                    <a:pt x="3257" y="1077"/>
                  </a:lnTo>
                  <a:lnTo>
                    <a:pt x="4333" y="1077"/>
                  </a:lnTo>
                  <a:lnTo>
                    <a:pt x="43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974"/>
        <p:cNvGrpSpPr/>
        <p:nvPr/>
      </p:nvGrpSpPr>
      <p:grpSpPr>
        <a:xfrm>
          <a:off x="0" y="0"/>
          <a:ext cx="0" cy="0"/>
          <a:chOff x="0" y="0"/>
          <a:chExt cx="0" cy="0"/>
        </a:xfrm>
      </p:grpSpPr>
      <p:sp>
        <p:nvSpPr>
          <p:cNvPr id="975" name="Google Shape;975;p5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Steps to apply AI in schools</a:t>
            </a:r>
          </a:p>
        </p:txBody>
      </p:sp>
      <p:sp>
        <p:nvSpPr>
          <p:cNvPr id="976" name="Google Shape;976;p53"/>
          <p:cNvSpPr txBox="1"/>
          <p:nvPr/>
        </p:nvSpPr>
        <p:spPr>
          <a:xfrm>
            <a:off x="7200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977" name="Google Shape;977;p53"/>
          <p:cNvSpPr txBox="1"/>
          <p:nvPr/>
        </p:nvSpPr>
        <p:spPr>
          <a:xfrm>
            <a:off x="720000" y="1412400"/>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Identify</a:t>
            </a:r>
          </a:p>
        </p:txBody>
      </p:sp>
      <p:sp>
        <p:nvSpPr>
          <p:cNvPr id="978" name="Google Shape;978;p53"/>
          <p:cNvSpPr txBox="1"/>
          <p:nvPr/>
        </p:nvSpPr>
        <p:spPr>
          <a:xfrm>
            <a:off x="34026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sp>
        <p:nvSpPr>
          <p:cNvPr id="979" name="Google Shape;979;p53"/>
          <p:cNvSpPr txBox="1"/>
          <p:nvPr/>
        </p:nvSpPr>
        <p:spPr>
          <a:xfrm>
            <a:off x="3402600" y="1412400"/>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Collect data</a:t>
            </a:r>
          </a:p>
        </p:txBody>
      </p:sp>
      <p:sp>
        <p:nvSpPr>
          <p:cNvPr id="980" name="Google Shape;980;p53"/>
          <p:cNvSpPr txBox="1"/>
          <p:nvPr/>
        </p:nvSpPr>
        <p:spPr>
          <a:xfrm>
            <a:off x="60852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cold place</a:t>
            </a:r>
          </a:p>
        </p:txBody>
      </p:sp>
      <p:sp>
        <p:nvSpPr>
          <p:cNvPr id="981" name="Google Shape;981;p53"/>
          <p:cNvSpPr txBox="1"/>
          <p:nvPr/>
        </p:nvSpPr>
        <p:spPr>
          <a:xfrm>
            <a:off x="6085200" y="1412400"/>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Choose AI tool</a:t>
            </a:r>
          </a:p>
        </p:txBody>
      </p:sp>
      <p:sp>
        <p:nvSpPr>
          <p:cNvPr id="982" name="Google Shape;982;p53"/>
          <p:cNvSpPr txBox="1"/>
          <p:nvPr/>
        </p:nvSpPr>
        <p:spPr>
          <a:xfrm>
            <a:off x="7200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sp>
        <p:nvSpPr>
          <p:cNvPr id="983" name="Google Shape;983;p53"/>
          <p:cNvSpPr txBox="1"/>
          <p:nvPr/>
        </p:nvSpPr>
        <p:spPr>
          <a:xfrm>
            <a:off x="720000" y="3243543"/>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Train the tool</a:t>
            </a:r>
          </a:p>
        </p:txBody>
      </p:sp>
      <p:sp>
        <p:nvSpPr>
          <p:cNvPr id="984" name="Google Shape;984;p53"/>
          <p:cNvSpPr txBox="1"/>
          <p:nvPr/>
        </p:nvSpPr>
        <p:spPr>
          <a:xfrm>
            <a:off x="34026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Saturn is composed of hydrogen and helium</a:t>
            </a:r>
          </a:p>
        </p:txBody>
      </p:sp>
      <p:sp>
        <p:nvSpPr>
          <p:cNvPr id="985" name="Google Shape;985;p53"/>
          <p:cNvSpPr txBox="1"/>
          <p:nvPr/>
        </p:nvSpPr>
        <p:spPr>
          <a:xfrm>
            <a:off x="3402600" y="3243543"/>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Evaluate</a:t>
            </a:r>
          </a:p>
        </p:txBody>
      </p:sp>
      <p:sp>
        <p:nvSpPr>
          <p:cNvPr id="986" name="Google Shape;986;p53"/>
          <p:cNvSpPr txBox="1"/>
          <p:nvPr/>
        </p:nvSpPr>
        <p:spPr>
          <a:xfrm>
            <a:off x="60852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p:txBody>
      </p:sp>
      <p:sp>
        <p:nvSpPr>
          <p:cNvPr id="987" name="Google Shape;987;p53"/>
          <p:cNvSpPr txBox="1"/>
          <p:nvPr/>
        </p:nvSpPr>
        <p:spPr>
          <a:xfrm>
            <a:off x="6085200" y="3243543"/>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Refine</a:t>
            </a:r>
          </a:p>
        </p:txBody>
      </p:sp>
      <p:cxnSp>
        <p:nvCxnSpPr>
          <p:cNvPr id="988" name="Google Shape;988;p53"/>
          <p:cNvCxnSpPr>
            <a:stCxn id="977" idx="3"/>
            <a:endCxn id="979" idx="1"/>
          </p:cNvCxnSpPr>
          <p:nvPr/>
        </p:nvCxnSpPr>
        <p:spPr>
          <a:xfrm>
            <a:off x="3058800" y="1641000"/>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89" name="Google Shape;989;p53"/>
          <p:cNvCxnSpPr>
            <a:stCxn id="979" idx="3"/>
            <a:endCxn id="981" idx="1"/>
          </p:cNvCxnSpPr>
          <p:nvPr/>
        </p:nvCxnSpPr>
        <p:spPr>
          <a:xfrm>
            <a:off x="5741400" y="1641000"/>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90" name="Google Shape;990;p53"/>
          <p:cNvCxnSpPr>
            <a:stCxn id="980" idx="2"/>
            <a:endCxn id="983" idx="0"/>
          </p:cNvCxnSpPr>
          <p:nvPr/>
        </p:nvCxnSpPr>
        <p:spPr>
          <a:xfrm rot="5400000">
            <a:off x="4217400" y="206225"/>
            <a:ext cx="709200" cy="5365200"/>
          </a:xfrm>
          <a:prstGeom prst="bentConnector3">
            <a:avLst>
              <a:gd name="adj1" fmla="val 50008"/>
            </a:avLst>
          </a:prstGeom>
          <a:noFill/>
          <a:ln w="19050" cap="flat" cmpd="sng">
            <a:solidFill>
              <a:schemeClr val="lt2"/>
            </a:solidFill>
            <a:prstDash val="solid"/>
            <a:round/>
            <a:headEnd type="none" w="med" len="med"/>
            <a:tailEnd type="oval" w="med" len="med"/>
          </a:ln>
        </p:spPr>
      </p:cxnSp>
      <p:cxnSp>
        <p:nvCxnSpPr>
          <p:cNvPr id="991" name="Google Shape;991;p53"/>
          <p:cNvCxnSpPr>
            <a:stCxn id="983" idx="3"/>
            <a:endCxn id="985" idx="1"/>
          </p:cNvCxnSpPr>
          <p:nvPr/>
        </p:nvCxnSpPr>
        <p:spPr>
          <a:xfrm>
            <a:off x="3058800" y="3472143"/>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92" name="Google Shape;992;p53"/>
          <p:cNvCxnSpPr>
            <a:stCxn id="985" idx="3"/>
            <a:endCxn id="987" idx="1"/>
          </p:cNvCxnSpPr>
          <p:nvPr/>
        </p:nvCxnSpPr>
        <p:spPr>
          <a:xfrm>
            <a:off x="5741400" y="3472143"/>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Shape 996"/>
        <p:cNvGrpSpPr/>
        <p:nvPr/>
      </p:nvGrpSpPr>
      <p:grpSpPr>
        <a:xfrm>
          <a:off x="0" y="0"/>
          <a:ext cx="0" cy="0"/>
          <a:chOff x="0" y="0"/>
          <a:chExt cx="0" cy="0"/>
        </a:xfrm>
      </p:grpSpPr>
      <p:sp>
        <p:nvSpPr>
          <p:cNvPr id="997" name="Google Shape;997;p5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Classification of AI</a:t>
            </a:r>
          </a:p>
        </p:txBody>
      </p:sp>
      <p:graphicFrame>
        <p:nvGraphicFramePr>
          <p:cNvPr id="998" name="Google Shape;998;p54"/>
          <p:cNvGraphicFramePr/>
          <p:nvPr>
            <p:extLst>
              <p:ext uri="{D42A27DB-BD31-4B8C-83A1-F6EECF244321}">
                <p14:modId xmlns:p14="http://schemas.microsoft.com/office/powerpoint/2010/main" val="3868672041"/>
              </p:ext>
            </p:extLst>
          </p:nvPr>
        </p:nvGraphicFramePr>
        <p:xfrm>
          <a:off x="720000" y="1412400"/>
          <a:ext cx="3000000" cy="3000000"/>
        </p:xfrm>
        <a:graphic>
          <a:graphicData uri="http://schemas.openxmlformats.org/drawingml/2006/table">
            <a:tbl>
              <a:tblPr>
                <a:noFill/>
                <a:tableStyleId>{567CD55D-D7E3-497B-A4DD-779DD35D2360}</a:tableStyleId>
              </a:tblPr>
              <a:tblGrid>
                <a:gridCol w="1926000">
                  <a:extLst>
                    <a:ext uri="{9D8B030D-6E8A-4147-A177-3AD203B41FA5}">
                      <a16:colId xmlns:a16="http://schemas.microsoft.com/office/drawing/2014/main" val="20000"/>
                    </a:ext>
                  </a:extLst>
                </a:gridCol>
                <a:gridCol w="1926000">
                  <a:extLst>
                    <a:ext uri="{9D8B030D-6E8A-4147-A177-3AD203B41FA5}">
                      <a16:colId xmlns:a16="http://schemas.microsoft.com/office/drawing/2014/main" val="20001"/>
                    </a:ext>
                  </a:extLst>
                </a:gridCol>
                <a:gridCol w="1926000">
                  <a:extLst>
                    <a:ext uri="{9D8B030D-6E8A-4147-A177-3AD203B41FA5}">
                      <a16:colId xmlns:a16="http://schemas.microsoft.com/office/drawing/2014/main" val="20002"/>
                    </a:ext>
                  </a:extLst>
                </a:gridCol>
                <a:gridCol w="1926000">
                  <a:extLst>
                    <a:ext uri="{9D8B030D-6E8A-4147-A177-3AD203B41FA5}">
                      <a16:colId xmlns:a16="http://schemas.microsoft.com/office/drawing/2014/main" val="20003"/>
                    </a:ext>
                  </a:extLst>
                </a:gridCol>
              </a:tblGrid>
              <a:tr h="573250">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Reactive machines</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Limited memory</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Theory of mind</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Self-aware conscious</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1146900">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Small</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Red</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Cold </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Rocky</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Small</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Hot</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Dry</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Volcanic</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Small</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Hot</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Rocky</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Cratered</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Large</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Cold</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Gassy</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Striped</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996900">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cold place</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is extremely hot, even more than Mercury</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smallest planet of them all</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1002"/>
        <p:cNvGrpSpPr/>
        <p:nvPr/>
      </p:nvGrpSpPr>
      <p:grpSpPr>
        <a:xfrm>
          <a:off x="0" y="0"/>
          <a:ext cx="0" cy="0"/>
          <a:chOff x="0" y="0"/>
          <a:chExt cx="0" cy="0"/>
        </a:xfrm>
      </p:grpSpPr>
      <p:sp>
        <p:nvSpPr>
          <p:cNvPr id="1003" name="Google Shape;1003;p5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Cause and effect </a:t>
            </a:r>
          </a:p>
        </p:txBody>
      </p:sp>
      <p:cxnSp>
        <p:nvCxnSpPr>
          <p:cNvPr id="1004" name="Google Shape;1004;p55"/>
          <p:cNvCxnSpPr>
            <a:stCxn id="1005" idx="1"/>
            <a:endCxn id="1006" idx="1"/>
          </p:cNvCxnSpPr>
          <p:nvPr/>
        </p:nvCxnSpPr>
        <p:spPr>
          <a:xfrm rot="10800000" flipH="1">
            <a:off x="2125049" y="1514400"/>
            <a:ext cx="947700" cy="1365900"/>
          </a:xfrm>
          <a:prstGeom prst="bentConnector3">
            <a:avLst>
              <a:gd name="adj1" fmla="val 50005"/>
            </a:avLst>
          </a:prstGeom>
          <a:noFill/>
          <a:ln w="19050" cap="flat" cmpd="sng">
            <a:solidFill>
              <a:schemeClr val="lt2"/>
            </a:solidFill>
            <a:prstDash val="solid"/>
            <a:round/>
            <a:headEnd type="none" w="med" len="med"/>
            <a:tailEnd type="oval" w="med" len="med"/>
          </a:ln>
        </p:spPr>
      </p:cxnSp>
      <p:cxnSp>
        <p:nvCxnSpPr>
          <p:cNvPr id="1007" name="Google Shape;1007;p55"/>
          <p:cNvCxnSpPr>
            <a:stCxn id="1005" idx="1"/>
            <a:endCxn id="1008" idx="1"/>
          </p:cNvCxnSpPr>
          <p:nvPr/>
        </p:nvCxnSpPr>
        <p:spPr>
          <a:xfrm>
            <a:off x="2125049" y="2880300"/>
            <a:ext cx="947700" cy="1365900"/>
          </a:xfrm>
          <a:prstGeom prst="bentConnector3">
            <a:avLst>
              <a:gd name="adj1" fmla="val 50005"/>
            </a:avLst>
          </a:prstGeom>
          <a:noFill/>
          <a:ln w="19050" cap="flat" cmpd="sng">
            <a:solidFill>
              <a:schemeClr val="lt2"/>
            </a:solidFill>
            <a:prstDash val="solid"/>
            <a:round/>
            <a:headEnd type="none" w="med" len="med"/>
            <a:tailEnd type="oval" w="med" len="med"/>
          </a:ln>
        </p:spPr>
      </p:cxnSp>
      <p:sp>
        <p:nvSpPr>
          <p:cNvPr id="1005" name="Google Shape;1005;p55"/>
          <p:cNvSpPr/>
          <p:nvPr/>
        </p:nvSpPr>
        <p:spPr>
          <a:xfrm flipH="1">
            <a:off x="720149" y="2515950"/>
            <a:ext cx="1404900" cy="728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Problem or goal</a:t>
            </a:r>
          </a:p>
        </p:txBody>
      </p:sp>
      <p:sp>
        <p:nvSpPr>
          <p:cNvPr id="1006" name="Google Shape;1006;p55"/>
          <p:cNvSpPr txBox="1"/>
          <p:nvPr/>
        </p:nvSpPr>
        <p:spPr>
          <a:xfrm>
            <a:off x="3072836" y="1277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Environment</a:t>
            </a:r>
          </a:p>
        </p:txBody>
      </p:sp>
      <p:sp>
        <p:nvSpPr>
          <p:cNvPr id="1008" name="Google Shape;1008;p55"/>
          <p:cNvSpPr txBox="1"/>
          <p:nvPr/>
        </p:nvSpPr>
        <p:spPr>
          <a:xfrm>
            <a:off x="3072836" y="4009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Materials</a:t>
            </a:r>
          </a:p>
        </p:txBody>
      </p:sp>
      <p:sp>
        <p:nvSpPr>
          <p:cNvPr id="1009" name="Google Shape;1009;p55"/>
          <p:cNvSpPr txBox="1"/>
          <p:nvPr/>
        </p:nvSpPr>
        <p:spPr>
          <a:xfrm>
            <a:off x="3072825" y="1810400"/>
            <a:ext cx="1634100" cy="794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1010" name="Google Shape;1010;p55"/>
          <p:cNvSpPr txBox="1"/>
          <p:nvPr/>
        </p:nvSpPr>
        <p:spPr>
          <a:xfrm>
            <a:off x="3072675" y="3155950"/>
            <a:ext cx="1634100" cy="7944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sp>
        <p:nvSpPr>
          <p:cNvPr id="1011" name="Google Shape;1011;p55"/>
          <p:cNvSpPr txBox="1"/>
          <p:nvPr/>
        </p:nvSpPr>
        <p:spPr>
          <a:xfrm>
            <a:off x="4753075" y="1277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People</a:t>
            </a:r>
          </a:p>
        </p:txBody>
      </p:sp>
      <p:sp>
        <p:nvSpPr>
          <p:cNvPr id="1012" name="Google Shape;1012;p55"/>
          <p:cNvSpPr txBox="1"/>
          <p:nvPr/>
        </p:nvSpPr>
        <p:spPr>
          <a:xfrm>
            <a:off x="4753086" y="4009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Methods</a:t>
            </a:r>
          </a:p>
        </p:txBody>
      </p:sp>
      <p:sp>
        <p:nvSpPr>
          <p:cNvPr id="1013" name="Google Shape;1013;p55"/>
          <p:cNvSpPr txBox="1"/>
          <p:nvPr/>
        </p:nvSpPr>
        <p:spPr>
          <a:xfrm>
            <a:off x="4753075" y="1810400"/>
            <a:ext cx="1634100" cy="794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Mars is actually a very cold place</a:t>
            </a:r>
          </a:p>
        </p:txBody>
      </p:sp>
      <p:sp>
        <p:nvSpPr>
          <p:cNvPr id="1014" name="Google Shape;1014;p55"/>
          <p:cNvSpPr txBox="1"/>
          <p:nvPr/>
        </p:nvSpPr>
        <p:spPr>
          <a:xfrm>
            <a:off x="4753075" y="3155950"/>
            <a:ext cx="1634100" cy="7944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sp>
        <p:nvSpPr>
          <p:cNvPr id="1015" name="Google Shape;1015;p55"/>
          <p:cNvSpPr txBox="1"/>
          <p:nvPr/>
        </p:nvSpPr>
        <p:spPr>
          <a:xfrm>
            <a:off x="6433336" y="1277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Measurement</a:t>
            </a:r>
          </a:p>
        </p:txBody>
      </p:sp>
      <p:sp>
        <p:nvSpPr>
          <p:cNvPr id="1016" name="Google Shape;1016;p55"/>
          <p:cNvSpPr txBox="1"/>
          <p:nvPr/>
        </p:nvSpPr>
        <p:spPr>
          <a:xfrm>
            <a:off x="6433336" y="4009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Machines</a:t>
            </a:r>
          </a:p>
        </p:txBody>
      </p:sp>
      <p:sp>
        <p:nvSpPr>
          <p:cNvPr id="1017" name="Google Shape;1017;p55"/>
          <p:cNvSpPr txBox="1"/>
          <p:nvPr/>
        </p:nvSpPr>
        <p:spPr>
          <a:xfrm>
            <a:off x="6433325" y="1810400"/>
            <a:ext cx="1634100" cy="794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Saturn is a gas giant and has several rings</a:t>
            </a:r>
          </a:p>
        </p:txBody>
      </p:sp>
      <p:sp>
        <p:nvSpPr>
          <p:cNvPr id="1018" name="Google Shape;1018;p55"/>
          <p:cNvSpPr txBox="1"/>
          <p:nvPr/>
        </p:nvSpPr>
        <p:spPr>
          <a:xfrm>
            <a:off x="6433325" y="3155950"/>
            <a:ext cx="1634100" cy="7944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1022"/>
        <p:cNvGrpSpPr/>
        <p:nvPr/>
      </p:nvGrpSpPr>
      <p:grpSpPr>
        <a:xfrm>
          <a:off x="0" y="0"/>
          <a:ext cx="0" cy="0"/>
          <a:chOff x="0" y="0"/>
          <a:chExt cx="0" cy="0"/>
        </a:xfrm>
      </p:grpSpPr>
      <p:sp>
        <p:nvSpPr>
          <p:cNvPr id="1023" name="Google Shape;1023;p5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Theory of mind</a:t>
            </a:r>
          </a:p>
        </p:txBody>
      </p:sp>
      <p:sp>
        <p:nvSpPr>
          <p:cNvPr id="1024" name="Google Shape;1024;p56"/>
          <p:cNvSpPr txBox="1">
            <a:spLocks noGrp="1"/>
          </p:cNvSpPr>
          <p:nvPr>
            <p:ph type="subTitle" idx="1"/>
          </p:nvPr>
        </p:nvSpPr>
        <p:spPr>
          <a:xfrm>
            <a:off x="2185575" y="2009825"/>
            <a:ext cx="5249100" cy="60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Is Mercury the closest planet to the Sun and the smallest one in the Solar System? Note that it’s a bit larger than the Moon</a:t>
            </a:r>
          </a:p>
        </p:txBody>
      </p:sp>
      <p:sp>
        <p:nvSpPr>
          <p:cNvPr id="1025" name="Google Shape;1025;p56"/>
          <p:cNvSpPr txBox="1">
            <a:spLocks noGrp="1"/>
          </p:cNvSpPr>
          <p:nvPr>
            <p:ph type="subTitle" idx="2"/>
          </p:nvPr>
        </p:nvSpPr>
        <p:spPr>
          <a:xfrm>
            <a:off x="2185575" y="3459225"/>
            <a:ext cx="5249100" cy="64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 It’s hot and has a poisonous atmosphere</a:t>
            </a:r>
          </a:p>
        </p:txBody>
      </p:sp>
      <p:sp>
        <p:nvSpPr>
          <p:cNvPr id="1026" name="Google Shape;1026;p56"/>
          <p:cNvSpPr txBox="1">
            <a:spLocks noGrp="1"/>
          </p:cNvSpPr>
          <p:nvPr>
            <p:ph type="subTitle" idx="3"/>
          </p:nvPr>
        </p:nvSpPr>
        <p:spPr>
          <a:xfrm>
            <a:off x="2185575" y="1636925"/>
            <a:ext cx="5249100" cy="369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Why is important the theory of mind?</a:t>
            </a:r>
          </a:p>
        </p:txBody>
      </p:sp>
      <p:sp>
        <p:nvSpPr>
          <p:cNvPr id="1027" name="Google Shape;1027;p56"/>
          <p:cNvSpPr/>
          <p:nvPr/>
        </p:nvSpPr>
        <p:spPr>
          <a:xfrm>
            <a:off x="1099413" y="148452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28" name="Google Shape;1028;p56"/>
          <p:cNvSpPr txBox="1">
            <a:spLocks noGrp="1"/>
          </p:cNvSpPr>
          <p:nvPr>
            <p:ph type="subTitle" idx="4"/>
          </p:nvPr>
        </p:nvSpPr>
        <p:spPr>
          <a:xfrm>
            <a:off x="2185575" y="3089325"/>
            <a:ext cx="5249100" cy="369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Understand the mind of humans</a:t>
            </a:r>
          </a:p>
        </p:txBody>
      </p:sp>
      <p:sp>
        <p:nvSpPr>
          <p:cNvPr id="1029" name="Google Shape;1029;p56"/>
          <p:cNvSpPr/>
          <p:nvPr/>
        </p:nvSpPr>
        <p:spPr>
          <a:xfrm>
            <a:off x="1099713" y="293692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1030" name="Google Shape;1030;p56"/>
          <p:cNvGrpSpPr/>
          <p:nvPr/>
        </p:nvGrpSpPr>
        <p:grpSpPr>
          <a:xfrm>
            <a:off x="1289325" y="1592852"/>
            <a:ext cx="337199" cy="500353"/>
            <a:chOff x="4003063" y="4027752"/>
            <a:chExt cx="337199" cy="500353"/>
          </a:xfrm>
        </p:grpSpPr>
        <p:sp>
          <p:nvSpPr>
            <p:cNvPr id="1031" name="Google Shape;1031;p56"/>
            <p:cNvSpPr/>
            <p:nvPr/>
          </p:nvSpPr>
          <p:spPr>
            <a:xfrm>
              <a:off x="4091081" y="4351250"/>
              <a:ext cx="88046" cy="176855"/>
            </a:xfrm>
            <a:custGeom>
              <a:avLst/>
              <a:gdLst/>
              <a:ahLst/>
              <a:cxnLst/>
              <a:rect l="l" t="t" r="r" b="b"/>
              <a:pathLst>
                <a:path w="3226" h="6480" extrusionOk="0">
                  <a:moveTo>
                    <a:pt x="2149" y="1610"/>
                  </a:moveTo>
                  <a:lnTo>
                    <a:pt x="2149" y="2686"/>
                  </a:lnTo>
                  <a:lnTo>
                    <a:pt x="1073" y="2686"/>
                  </a:lnTo>
                  <a:lnTo>
                    <a:pt x="1073" y="1610"/>
                  </a:lnTo>
                  <a:close/>
                  <a:moveTo>
                    <a:pt x="2149" y="3759"/>
                  </a:moveTo>
                  <a:lnTo>
                    <a:pt x="2149" y="4835"/>
                  </a:lnTo>
                  <a:lnTo>
                    <a:pt x="1073" y="4835"/>
                  </a:lnTo>
                  <a:lnTo>
                    <a:pt x="1073" y="3759"/>
                  </a:lnTo>
                  <a:close/>
                  <a:moveTo>
                    <a:pt x="0" y="0"/>
                  </a:moveTo>
                  <a:lnTo>
                    <a:pt x="0" y="6479"/>
                  </a:lnTo>
                  <a:lnTo>
                    <a:pt x="3226" y="6479"/>
                  </a:lnTo>
                  <a:lnTo>
                    <a:pt x="32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2" name="Google Shape;1032;p56"/>
            <p:cNvSpPr/>
            <p:nvPr/>
          </p:nvSpPr>
          <p:spPr>
            <a:xfrm>
              <a:off x="4003145" y="4086404"/>
              <a:ext cx="43941" cy="58679"/>
            </a:xfrm>
            <a:custGeom>
              <a:avLst/>
              <a:gdLst/>
              <a:ahLst/>
              <a:cxnLst/>
              <a:rect l="l" t="t" r="r" b="b"/>
              <a:pathLst>
                <a:path w="1610" h="2150" extrusionOk="0">
                  <a:moveTo>
                    <a:pt x="1" y="1"/>
                  </a:moveTo>
                  <a:lnTo>
                    <a:pt x="1" y="2149"/>
                  </a:lnTo>
                  <a:lnTo>
                    <a:pt x="1610" y="2149"/>
                  </a:ln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3" name="Google Shape;1033;p56"/>
            <p:cNvSpPr/>
            <p:nvPr/>
          </p:nvSpPr>
          <p:spPr>
            <a:xfrm>
              <a:off x="4076343" y="4057037"/>
              <a:ext cx="43941" cy="58570"/>
            </a:xfrm>
            <a:custGeom>
              <a:avLst/>
              <a:gdLst/>
              <a:ahLst/>
              <a:cxnLst/>
              <a:rect l="l" t="t" r="r" b="b"/>
              <a:pathLst>
                <a:path w="1610" h="2146" extrusionOk="0">
                  <a:moveTo>
                    <a:pt x="0" y="0"/>
                  </a:moveTo>
                  <a:lnTo>
                    <a:pt x="0"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4" name="Google Shape;1034;p56"/>
            <p:cNvSpPr/>
            <p:nvPr/>
          </p:nvSpPr>
          <p:spPr>
            <a:xfrm>
              <a:off x="4149733" y="4027752"/>
              <a:ext cx="43941" cy="58679"/>
            </a:xfrm>
            <a:custGeom>
              <a:avLst/>
              <a:gdLst/>
              <a:ahLst/>
              <a:cxnLst/>
              <a:rect l="l" t="t" r="r" b="b"/>
              <a:pathLst>
                <a:path w="1610" h="2150" extrusionOk="0">
                  <a:moveTo>
                    <a:pt x="0" y="1"/>
                  </a:moveTo>
                  <a:lnTo>
                    <a:pt x="0" y="2150"/>
                  </a:lnTo>
                  <a:lnTo>
                    <a:pt x="1609" y="2150"/>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5" name="Google Shape;1035;p56"/>
            <p:cNvSpPr/>
            <p:nvPr/>
          </p:nvSpPr>
          <p:spPr>
            <a:xfrm>
              <a:off x="4223013" y="4057037"/>
              <a:ext cx="43941" cy="58570"/>
            </a:xfrm>
            <a:custGeom>
              <a:avLst/>
              <a:gdLst/>
              <a:ahLst/>
              <a:cxnLst/>
              <a:rect l="l" t="t" r="r" b="b"/>
              <a:pathLst>
                <a:path w="1610" h="2146" extrusionOk="0">
                  <a:moveTo>
                    <a:pt x="1" y="0"/>
                  </a:moveTo>
                  <a:lnTo>
                    <a:pt x="1"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6" name="Google Shape;1036;p56"/>
            <p:cNvSpPr/>
            <p:nvPr/>
          </p:nvSpPr>
          <p:spPr>
            <a:xfrm>
              <a:off x="4003145" y="4174340"/>
              <a:ext cx="44050" cy="61381"/>
            </a:xfrm>
            <a:custGeom>
              <a:avLst/>
              <a:gdLst/>
              <a:ahLst/>
              <a:cxnLst/>
              <a:rect l="l" t="t" r="r" b="b"/>
              <a:pathLst>
                <a:path w="1614" h="2249" extrusionOk="0">
                  <a:moveTo>
                    <a:pt x="1" y="0"/>
                  </a:moveTo>
                  <a:lnTo>
                    <a:pt x="1" y="2248"/>
                  </a:lnTo>
                  <a:cubicBezTo>
                    <a:pt x="442" y="1796"/>
                    <a:pt x="996" y="1472"/>
                    <a:pt x="1613" y="1285"/>
                  </a:cubicBezTo>
                  <a:lnTo>
                    <a:pt x="161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7" name="Google Shape;1037;p56"/>
            <p:cNvSpPr/>
            <p:nvPr/>
          </p:nvSpPr>
          <p:spPr>
            <a:xfrm>
              <a:off x="4076343" y="4145055"/>
              <a:ext cx="43941" cy="59552"/>
            </a:xfrm>
            <a:custGeom>
              <a:avLst/>
              <a:gdLst/>
              <a:ahLst/>
              <a:cxnLst/>
              <a:rect l="l" t="t" r="r" b="b"/>
              <a:pathLst>
                <a:path w="1610" h="2182" extrusionOk="0">
                  <a:moveTo>
                    <a:pt x="0" y="0"/>
                  </a:moveTo>
                  <a:lnTo>
                    <a:pt x="0" y="2181"/>
                  </a:lnTo>
                  <a:lnTo>
                    <a:pt x="1610" y="2181"/>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8" name="Google Shape;1038;p56"/>
            <p:cNvSpPr/>
            <p:nvPr/>
          </p:nvSpPr>
          <p:spPr>
            <a:xfrm>
              <a:off x="4149733" y="4115579"/>
              <a:ext cx="43941" cy="89028"/>
            </a:xfrm>
            <a:custGeom>
              <a:avLst/>
              <a:gdLst/>
              <a:ahLst/>
              <a:cxnLst/>
              <a:rect l="l" t="t" r="r" b="b"/>
              <a:pathLst>
                <a:path w="1610" h="3262" extrusionOk="0">
                  <a:moveTo>
                    <a:pt x="0" y="1"/>
                  </a:moveTo>
                  <a:lnTo>
                    <a:pt x="0" y="3261"/>
                  </a:lnTo>
                  <a:lnTo>
                    <a:pt x="1609" y="3261"/>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9" name="Google Shape;1039;p56"/>
            <p:cNvSpPr/>
            <p:nvPr/>
          </p:nvSpPr>
          <p:spPr>
            <a:xfrm>
              <a:off x="4223013" y="4144946"/>
              <a:ext cx="43941" cy="91048"/>
            </a:xfrm>
            <a:custGeom>
              <a:avLst/>
              <a:gdLst/>
              <a:ahLst/>
              <a:cxnLst/>
              <a:rect l="l" t="t" r="r" b="b"/>
              <a:pathLst>
                <a:path w="1610" h="3336" extrusionOk="0">
                  <a:moveTo>
                    <a:pt x="1" y="1"/>
                  </a:moveTo>
                  <a:lnTo>
                    <a:pt x="1" y="2358"/>
                  </a:lnTo>
                  <a:cubicBezTo>
                    <a:pt x="622" y="2542"/>
                    <a:pt x="1169" y="2884"/>
                    <a:pt x="1610" y="3336"/>
                  </a:cubicBez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0" name="Google Shape;1040;p56"/>
            <p:cNvSpPr/>
            <p:nvPr/>
          </p:nvSpPr>
          <p:spPr>
            <a:xfrm>
              <a:off x="4296321" y="4204580"/>
              <a:ext cx="43941" cy="88046"/>
            </a:xfrm>
            <a:custGeom>
              <a:avLst/>
              <a:gdLst/>
              <a:ahLst/>
              <a:cxnLst/>
              <a:rect l="l" t="t" r="r" b="b"/>
              <a:pathLst>
                <a:path w="1610" h="3226" extrusionOk="0">
                  <a:moveTo>
                    <a:pt x="0" y="0"/>
                  </a:moveTo>
                  <a:lnTo>
                    <a:pt x="0" y="3225"/>
                  </a:lnTo>
                  <a:lnTo>
                    <a:pt x="1609" y="3225"/>
                  </a:lnTo>
                  <a:lnTo>
                    <a:pt x="160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1" name="Google Shape;1041;p56"/>
            <p:cNvSpPr/>
            <p:nvPr/>
          </p:nvSpPr>
          <p:spPr>
            <a:xfrm>
              <a:off x="4003063" y="4233838"/>
              <a:ext cx="337199" cy="258433"/>
            </a:xfrm>
            <a:custGeom>
              <a:avLst/>
              <a:gdLst/>
              <a:ahLst/>
              <a:cxnLst/>
              <a:rect l="l" t="t" r="r" b="b"/>
              <a:pathLst>
                <a:path w="12355" h="9469" extrusionOk="0">
                  <a:moveTo>
                    <a:pt x="2685" y="1"/>
                  </a:moveTo>
                  <a:cubicBezTo>
                    <a:pt x="1203" y="1"/>
                    <a:pt x="0" y="1204"/>
                    <a:pt x="0" y="2686"/>
                  </a:cubicBezTo>
                  <a:lnTo>
                    <a:pt x="0" y="8392"/>
                  </a:lnTo>
                  <a:lnTo>
                    <a:pt x="2149" y="9469"/>
                  </a:lnTo>
                  <a:lnTo>
                    <a:pt x="2149" y="3226"/>
                  </a:lnTo>
                  <a:lnTo>
                    <a:pt x="7520" y="3226"/>
                  </a:lnTo>
                  <a:lnTo>
                    <a:pt x="7520" y="9469"/>
                  </a:lnTo>
                  <a:lnTo>
                    <a:pt x="9669" y="8392"/>
                  </a:lnTo>
                  <a:lnTo>
                    <a:pt x="9669" y="6444"/>
                  </a:lnTo>
                  <a:lnTo>
                    <a:pt x="10745" y="6444"/>
                  </a:lnTo>
                  <a:cubicBezTo>
                    <a:pt x="11631" y="6444"/>
                    <a:pt x="12354" y="5721"/>
                    <a:pt x="12354" y="4835"/>
                  </a:cubicBezTo>
                  <a:lnTo>
                    <a:pt x="12354" y="3226"/>
                  </a:lnTo>
                  <a:lnTo>
                    <a:pt x="9669" y="3226"/>
                  </a:lnTo>
                  <a:lnTo>
                    <a:pt x="9669" y="2686"/>
                  </a:lnTo>
                  <a:cubicBezTo>
                    <a:pt x="9669" y="1204"/>
                    <a:pt x="8465" y="1"/>
                    <a:pt x="69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42" name="Google Shape;1042;p56"/>
          <p:cNvGrpSpPr/>
          <p:nvPr/>
        </p:nvGrpSpPr>
        <p:grpSpPr>
          <a:xfrm>
            <a:off x="1231994" y="3045434"/>
            <a:ext cx="452592" cy="499398"/>
            <a:chOff x="744557" y="4028134"/>
            <a:chExt cx="452592" cy="499398"/>
          </a:xfrm>
        </p:grpSpPr>
        <p:sp>
          <p:nvSpPr>
            <p:cNvPr id="1043" name="Google Shape;1043;p56"/>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4" name="Google Shape;1044;p56"/>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5" name="Google Shape;1045;p56"/>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6" name="Google Shape;1046;p56"/>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7" name="Google Shape;1047;p56"/>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1051"/>
        <p:cNvGrpSpPr/>
        <p:nvPr/>
      </p:nvGrpSpPr>
      <p:grpSpPr>
        <a:xfrm>
          <a:off x="0" y="0"/>
          <a:ext cx="0" cy="0"/>
          <a:chOff x="0" y="0"/>
          <a:chExt cx="0" cy="0"/>
        </a:xfrm>
      </p:grpSpPr>
      <p:sp>
        <p:nvSpPr>
          <p:cNvPr id="1052" name="Google Shape;1052;p57"/>
          <p:cNvSpPr/>
          <p:nvPr/>
        </p:nvSpPr>
        <p:spPr>
          <a:xfrm>
            <a:off x="1297338"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3" name="Google Shape;1053;p57"/>
          <p:cNvSpPr/>
          <p:nvPr/>
        </p:nvSpPr>
        <p:spPr>
          <a:xfrm>
            <a:off x="7097463"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4" name="Google Shape;1054;p57"/>
          <p:cNvSpPr/>
          <p:nvPr/>
        </p:nvSpPr>
        <p:spPr>
          <a:xfrm>
            <a:off x="5164088"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5" name="Google Shape;1055;p57"/>
          <p:cNvSpPr/>
          <p:nvPr/>
        </p:nvSpPr>
        <p:spPr>
          <a:xfrm>
            <a:off x="3230713"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6" name="Google Shape;1056;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Evolution of AI</a:t>
            </a:r>
          </a:p>
        </p:txBody>
      </p:sp>
      <p:sp>
        <p:nvSpPr>
          <p:cNvPr id="1057" name="Google Shape;1057;p57"/>
          <p:cNvSpPr txBox="1"/>
          <p:nvPr/>
        </p:nvSpPr>
        <p:spPr>
          <a:xfrm flipH="1">
            <a:off x="713107" y="3222603"/>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58" name="Google Shape;1058;p57"/>
          <p:cNvSpPr txBox="1"/>
          <p:nvPr/>
        </p:nvSpPr>
        <p:spPr>
          <a:xfrm flipH="1">
            <a:off x="713109" y="3683700"/>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sp>
        <p:nvSpPr>
          <p:cNvPr id="1059" name="Google Shape;1059;p57"/>
          <p:cNvSpPr txBox="1"/>
          <p:nvPr/>
        </p:nvSpPr>
        <p:spPr>
          <a:xfrm flipH="1">
            <a:off x="2648517" y="3222601"/>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60" name="Google Shape;1060;p57"/>
          <p:cNvSpPr txBox="1"/>
          <p:nvPr/>
        </p:nvSpPr>
        <p:spPr>
          <a:xfrm flipH="1">
            <a:off x="2646481" y="3687075"/>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1061" name="Google Shape;1061;p57"/>
          <p:cNvSpPr txBox="1"/>
          <p:nvPr/>
        </p:nvSpPr>
        <p:spPr>
          <a:xfrm flipH="1">
            <a:off x="4579859" y="3222603"/>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62" name="Google Shape;1062;p57"/>
          <p:cNvSpPr txBox="1"/>
          <p:nvPr/>
        </p:nvSpPr>
        <p:spPr>
          <a:xfrm flipH="1">
            <a:off x="4579853" y="3683700"/>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 very cold</a:t>
            </a:r>
          </a:p>
        </p:txBody>
      </p:sp>
      <p:sp>
        <p:nvSpPr>
          <p:cNvPr id="1063" name="Google Shape;1063;p57"/>
          <p:cNvSpPr txBox="1"/>
          <p:nvPr/>
        </p:nvSpPr>
        <p:spPr>
          <a:xfrm flipH="1">
            <a:off x="6513224" y="3222601"/>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64" name="Google Shape;1064;p57"/>
          <p:cNvSpPr txBox="1"/>
          <p:nvPr/>
        </p:nvSpPr>
        <p:spPr>
          <a:xfrm flipH="1">
            <a:off x="6513225" y="3687075"/>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grpSp>
        <p:nvGrpSpPr>
          <p:cNvPr id="1065" name="Google Shape;1065;p57"/>
          <p:cNvGrpSpPr/>
          <p:nvPr/>
        </p:nvGrpSpPr>
        <p:grpSpPr>
          <a:xfrm>
            <a:off x="3338758" y="2148046"/>
            <a:ext cx="500353" cy="500326"/>
            <a:chOff x="3902108" y="2734934"/>
            <a:chExt cx="500353" cy="500326"/>
          </a:xfrm>
        </p:grpSpPr>
        <p:sp>
          <p:nvSpPr>
            <p:cNvPr id="1066" name="Google Shape;1066;p57"/>
            <p:cNvSpPr/>
            <p:nvPr/>
          </p:nvSpPr>
          <p:spPr>
            <a:xfrm>
              <a:off x="4108112" y="2999671"/>
              <a:ext cx="88073" cy="235589"/>
            </a:xfrm>
            <a:custGeom>
              <a:avLst/>
              <a:gdLst/>
              <a:ahLst/>
              <a:cxnLst/>
              <a:rect l="l" t="t" r="r" b="b"/>
              <a:pathLst>
                <a:path w="3227" h="8632" extrusionOk="0">
                  <a:moveTo>
                    <a:pt x="541" y="0"/>
                  </a:moveTo>
                  <a:lnTo>
                    <a:pt x="541" y="4334"/>
                  </a:lnTo>
                  <a:lnTo>
                    <a:pt x="1077" y="4334"/>
                  </a:lnTo>
                  <a:lnTo>
                    <a:pt x="1077" y="5410"/>
                  </a:lnTo>
                  <a:lnTo>
                    <a:pt x="1" y="5410"/>
                  </a:lnTo>
                  <a:lnTo>
                    <a:pt x="1" y="8632"/>
                  </a:lnTo>
                  <a:lnTo>
                    <a:pt x="3226" y="8632"/>
                  </a:lnTo>
                  <a:lnTo>
                    <a:pt x="3226" y="5410"/>
                  </a:lnTo>
                  <a:lnTo>
                    <a:pt x="2150" y="5410"/>
                  </a:lnTo>
                  <a:lnTo>
                    <a:pt x="2150" y="4334"/>
                  </a:lnTo>
                  <a:lnTo>
                    <a:pt x="2686" y="4334"/>
                  </a:lnTo>
                  <a:lnTo>
                    <a:pt x="268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67" name="Google Shape;1067;p57"/>
            <p:cNvSpPr/>
            <p:nvPr/>
          </p:nvSpPr>
          <p:spPr>
            <a:xfrm>
              <a:off x="4137506" y="2882477"/>
              <a:ext cx="29394" cy="29394"/>
            </a:xfrm>
            <a:custGeom>
              <a:avLst/>
              <a:gdLst/>
              <a:ahLst/>
              <a:cxnLst/>
              <a:rect l="l" t="t" r="r" b="b"/>
              <a:pathLst>
                <a:path w="1077" h="1077" extrusionOk="0">
                  <a:moveTo>
                    <a:pt x="540" y="0"/>
                  </a:moveTo>
                  <a:cubicBezTo>
                    <a:pt x="244" y="0"/>
                    <a:pt x="0" y="240"/>
                    <a:pt x="0" y="536"/>
                  </a:cubicBezTo>
                  <a:cubicBezTo>
                    <a:pt x="0" y="833"/>
                    <a:pt x="240" y="1076"/>
                    <a:pt x="540" y="1076"/>
                  </a:cubicBezTo>
                  <a:cubicBezTo>
                    <a:pt x="833" y="1076"/>
                    <a:pt x="1076" y="833"/>
                    <a:pt x="1076" y="536"/>
                  </a:cubicBezTo>
                  <a:cubicBezTo>
                    <a:pt x="1076" y="240"/>
                    <a:pt x="833" y="0"/>
                    <a:pt x="54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68" name="Google Shape;1068;p57"/>
            <p:cNvSpPr/>
            <p:nvPr/>
          </p:nvSpPr>
          <p:spPr>
            <a:xfrm>
              <a:off x="3902108" y="2734934"/>
              <a:ext cx="500353" cy="500326"/>
            </a:xfrm>
            <a:custGeom>
              <a:avLst/>
              <a:gdLst/>
              <a:ahLst/>
              <a:cxnLst/>
              <a:rect l="l" t="t" r="r" b="b"/>
              <a:pathLst>
                <a:path w="18333" h="18332" extrusionOk="0">
                  <a:moveTo>
                    <a:pt x="9165" y="4326"/>
                  </a:moveTo>
                  <a:cubicBezTo>
                    <a:pt x="10051" y="4326"/>
                    <a:pt x="10774" y="5053"/>
                    <a:pt x="10774" y="5939"/>
                  </a:cubicBezTo>
                  <a:cubicBezTo>
                    <a:pt x="10774" y="6825"/>
                    <a:pt x="10051" y="7548"/>
                    <a:pt x="9165" y="7548"/>
                  </a:cubicBezTo>
                  <a:cubicBezTo>
                    <a:pt x="8279" y="7548"/>
                    <a:pt x="7556" y="6825"/>
                    <a:pt x="7556" y="5939"/>
                  </a:cubicBezTo>
                  <a:cubicBezTo>
                    <a:pt x="7549" y="5053"/>
                    <a:pt x="8272" y="4326"/>
                    <a:pt x="9165" y="4326"/>
                  </a:cubicBezTo>
                  <a:close/>
                  <a:moveTo>
                    <a:pt x="9169" y="0"/>
                  </a:moveTo>
                  <a:lnTo>
                    <a:pt x="2185" y="7559"/>
                  </a:lnTo>
                  <a:lnTo>
                    <a:pt x="4334" y="7559"/>
                  </a:lnTo>
                  <a:lnTo>
                    <a:pt x="4334" y="14037"/>
                  </a:lnTo>
                  <a:lnTo>
                    <a:pt x="5410" y="14037"/>
                  </a:lnTo>
                  <a:lnTo>
                    <a:pt x="5410" y="16186"/>
                  </a:lnTo>
                  <a:lnTo>
                    <a:pt x="3261" y="16186"/>
                  </a:lnTo>
                  <a:lnTo>
                    <a:pt x="3261" y="15110"/>
                  </a:lnTo>
                  <a:lnTo>
                    <a:pt x="1" y="15110"/>
                  </a:lnTo>
                  <a:lnTo>
                    <a:pt x="1" y="18332"/>
                  </a:lnTo>
                  <a:lnTo>
                    <a:pt x="3261" y="18332"/>
                  </a:lnTo>
                  <a:lnTo>
                    <a:pt x="3261" y="17255"/>
                  </a:lnTo>
                  <a:lnTo>
                    <a:pt x="6480" y="17255"/>
                  </a:lnTo>
                  <a:lnTo>
                    <a:pt x="6480" y="14034"/>
                  </a:lnTo>
                  <a:lnTo>
                    <a:pt x="7016" y="14034"/>
                  </a:lnTo>
                  <a:lnTo>
                    <a:pt x="7016" y="8624"/>
                  </a:lnTo>
                  <a:lnTo>
                    <a:pt x="11311" y="8624"/>
                  </a:lnTo>
                  <a:lnTo>
                    <a:pt x="11311" y="14034"/>
                  </a:lnTo>
                  <a:lnTo>
                    <a:pt x="11850" y="14034"/>
                  </a:lnTo>
                  <a:lnTo>
                    <a:pt x="11850" y="17255"/>
                  </a:lnTo>
                  <a:lnTo>
                    <a:pt x="15076" y="17255"/>
                  </a:lnTo>
                  <a:lnTo>
                    <a:pt x="15076" y="18332"/>
                  </a:lnTo>
                  <a:lnTo>
                    <a:pt x="18333" y="18332"/>
                  </a:lnTo>
                  <a:lnTo>
                    <a:pt x="18333" y="15110"/>
                  </a:lnTo>
                  <a:lnTo>
                    <a:pt x="15076" y="15110"/>
                  </a:lnTo>
                  <a:lnTo>
                    <a:pt x="15076" y="16186"/>
                  </a:lnTo>
                  <a:lnTo>
                    <a:pt x="12927" y="16186"/>
                  </a:lnTo>
                  <a:lnTo>
                    <a:pt x="12927" y="14037"/>
                  </a:lnTo>
                  <a:lnTo>
                    <a:pt x="14003" y="14037"/>
                  </a:lnTo>
                  <a:lnTo>
                    <a:pt x="14003" y="7559"/>
                  </a:lnTo>
                  <a:lnTo>
                    <a:pt x="16152" y="7559"/>
                  </a:lnTo>
                  <a:lnTo>
                    <a:pt x="14003" y="5240"/>
                  </a:lnTo>
                  <a:lnTo>
                    <a:pt x="14003" y="0"/>
                  </a:lnTo>
                  <a:lnTo>
                    <a:pt x="10778" y="0"/>
                  </a:lnTo>
                  <a:lnTo>
                    <a:pt x="10778" y="1736"/>
                  </a:lnTo>
                  <a:lnTo>
                    <a:pt x="91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69" name="Google Shape;1069;p57"/>
          <p:cNvGrpSpPr/>
          <p:nvPr/>
        </p:nvGrpSpPr>
        <p:grpSpPr>
          <a:xfrm>
            <a:off x="5272122" y="2147991"/>
            <a:ext cx="500353" cy="500435"/>
            <a:chOff x="7791235" y="1480816"/>
            <a:chExt cx="500353" cy="500435"/>
          </a:xfrm>
        </p:grpSpPr>
        <p:sp>
          <p:nvSpPr>
            <p:cNvPr id="1070" name="Google Shape;1070;p57"/>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1" name="Google Shape;1071;p57"/>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2" name="Google Shape;1072;p57"/>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3" name="Google Shape;1073;p57"/>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4" name="Google Shape;1074;p57"/>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5" name="Google Shape;1075;p57"/>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6" name="Google Shape;1076;p57"/>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7" name="Google Shape;1077;p57"/>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8" name="Google Shape;1078;p57"/>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9" name="Google Shape;1079;p57"/>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0" name="Google Shape;1080;p57"/>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1" name="Google Shape;1081;p57"/>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2" name="Google Shape;1082;p57"/>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3" name="Google Shape;1083;p57"/>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4" name="Google Shape;1084;p57"/>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5" name="Google Shape;1085;p57"/>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86" name="Google Shape;1086;p57"/>
          <p:cNvGrpSpPr/>
          <p:nvPr/>
        </p:nvGrpSpPr>
        <p:grpSpPr>
          <a:xfrm>
            <a:off x="7229382" y="2148522"/>
            <a:ext cx="452592" cy="499398"/>
            <a:chOff x="744557" y="4028134"/>
            <a:chExt cx="452592" cy="499398"/>
          </a:xfrm>
        </p:grpSpPr>
        <p:sp>
          <p:nvSpPr>
            <p:cNvPr id="1087" name="Google Shape;1087;p57"/>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8" name="Google Shape;1088;p57"/>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9" name="Google Shape;1089;p57"/>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0" name="Google Shape;1090;p57"/>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1" name="Google Shape;1091;p57"/>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92" name="Google Shape;1092;p57"/>
          <p:cNvGrpSpPr/>
          <p:nvPr/>
        </p:nvGrpSpPr>
        <p:grpSpPr>
          <a:xfrm>
            <a:off x="1405381" y="2147979"/>
            <a:ext cx="500353" cy="500435"/>
            <a:chOff x="1505881" y="1480816"/>
            <a:chExt cx="500353" cy="500435"/>
          </a:xfrm>
        </p:grpSpPr>
        <p:sp>
          <p:nvSpPr>
            <p:cNvPr id="1093" name="Google Shape;1093;p57"/>
            <p:cNvSpPr/>
            <p:nvPr/>
          </p:nvSpPr>
          <p:spPr>
            <a:xfrm>
              <a:off x="1712076"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4" name="Google Shape;1094;p57"/>
            <p:cNvSpPr/>
            <p:nvPr/>
          </p:nvSpPr>
          <p:spPr>
            <a:xfrm>
              <a:off x="1653506" y="1921617"/>
              <a:ext cx="29421" cy="59634"/>
            </a:xfrm>
            <a:custGeom>
              <a:avLst/>
              <a:gdLst/>
              <a:ahLst/>
              <a:cxnLst/>
              <a:rect l="l" t="t" r="r" b="b"/>
              <a:pathLst>
                <a:path w="1078" h="2185" extrusionOk="0">
                  <a:moveTo>
                    <a:pt x="1" y="0"/>
                  </a:moveTo>
                  <a:lnTo>
                    <a:pt x="1"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5" name="Google Shape;1095;p57"/>
            <p:cNvSpPr/>
            <p:nvPr/>
          </p:nvSpPr>
          <p:spPr>
            <a:xfrm>
              <a:off x="1770727"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6" name="Google Shape;1096;p57"/>
            <p:cNvSpPr/>
            <p:nvPr/>
          </p:nvSpPr>
          <p:spPr>
            <a:xfrm>
              <a:off x="1829379"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7" name="Google Shape;1097;p57"/>
            <p:cNvSpPr/>
            <p:nvPr/>
          </p:nvSpPr>
          <p:spPr>
            <a:xfrm>
              <a:off x="1653506" y="1480816"/>
              <a:ext cx="29421" cy="59525"/>
            </a:xfrm>
            <a:custGeom>
              <a:avLst/>
              <a:gdLst/>
              <a:ahLst/>
              <a:cxnLst/>
              <a:rect l="l" t="t" r="r" b="b"/>
              <a:pathLst>
                <a:path w="1078" h="2181" extrusionOk="0">
                  <a:moveTo>
                    <a:pt x="1" y="0"/>
                  </a:moveTo>
                  <a:lnTo>
                    <a:pt x="1"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8" name="Google Shape;1098;p57"/>
            <p:cNvSpPr/>
            <p:nvPr/>
          </p:nvSpPr>
          <p:spPr>
            <a:xfrm>
              <a:off x="1770727"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9" name="Google Shape;1099;p57"/>
            <p:cNvSpPr/>
            <p:nvPr/>
          </p:nvSpPr>
          <p:spPr>
            <a:xfrm>
              <a:off x="1712076"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0" name="Google Shape;1100;p57"/>
            <p:cNvSpPr/>
            <p:nvPr/>
          </p:nvSpPr>
          <p:spPr>
            <a:xfrm>
              <a:off x="1829379"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1" name="Google Shape;1101;p57"/>
            <p:cNvSpPr/>
            <p:nvPr/>
          </p:nvSpPr>
          <p:spPr>
            <a:xfrm>
              <a:off x="1682791" y="1657726"/>
              <a:ext cx="146615" cy="146506"/>
            </a:xfrm>
            <a:custGeom>
              <a:avLst/>
              <a:gdLst/>
              <a:ahLst/>
              <a:cxnLst/>
              <a:rect l="l" t="t" r="r" b="b"/>
              <a:pathLst>
                <a:path w="5372" h="5368" extrusionOk="0">
                  <a:moveTo>
                    <a:pt x="4299" y="1073"/>
                  </a:moveTo>
                  <a:lnTo>
                    <a:pt x="4299" y="4298"/>
                  </a:lnTo>
                  <a:lnTo>
                    <a:pt x="1077" y="4298"/>
                  </a:lnTo>
                  <a:lnTo>
                    <a:pt x="1077" y="1073"/>
                  </a:lnTo>
                  <a:close/>
                  <a:moveTo>
                    <a:pt x="1" y="0"/>
                  </a:moveTo>
                  <a:lnTo>
                    <a:pt x="1" y="5368"/>
                  </a:lnTo>
                  <a:lnTo>
                    <a:pt x="5371" y="5368"/>
                  </a:lnTo>
                  <a:lnTo>
                    <a:pt x="537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2" name="Google Shape;1102;p57"/>
            <p:cNvSpPr/>
            <p:nvPr/>
          </p:nvSpPr>
          <p:spPr>
            <a:xfrm>
              <a:off x="1741361" y="1716378"/>
              <a:ext cx="29394" cy="29394"/>
            </a:xfrm>
            <a:custGeom>
              <a:avLst/>
              <a:gdLst/>
              <a:ahLst/>
              <a:cxnLst/>
              <a:rect l="l" t="t" r="r" b="b"/>
              <a:pathLst>
                <a:path w="1077" h="1077" extrusionOk="0">
                  <a:moveTo>
                    <a:pt x="0" y="0"/>
                  </a:moveTo>
                  <a:lnTo>
                    <a:pt x="0" y="1077"/>
                  </a:lnTo>
                  <a:lnTo>
                    <a:pt x="1076" y="1077"/>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3" name="Google Shape;1103;p57"/>
            <p:cNvSpPr/>
            <p:nvPr/>
          </p:nvSpPr>
          <p:spPr>
            <a:xfrm>
              <a:off x="1505881" y="1480816"/>
              <a:ext cx="500353" cy="500435"/>
            </a:xfrm>
            <a:custGeom>
              <a:avLst/>
              <a:gdLst/>
              <a:ahLst/>
              <a:cxnLst/>
              <a:rect l="l" t="t" r="r" b="b"/>
              <a:pathLst>
                <a:path w="18333" h="18336" extrusionOk="0">
                  <a:moveTo>
                    <a:pt x="3261" y="2184"/>
                  </a:moveTo>
                  <a:lnTo>
                    <a:pt x="3261" y="3261"/>
                  </a:lnTo>
                  <a:lnTo>
                    <a:pt x="2185" y="3261"/>
                  </a:lnTo>
                  <a:lnTo>
                    <a:pt x="2185" y="2184"/>
                  </a:lnTo>
                  <a:close/>
                  <a:moveTo>
                    <a:pt x="16151" y="2184"/>
                  </a:moveTo>
                  <a:lnTo>
                    <a:pt x="16151" y="3261"/>
                  </a:lnTo>
                  <a:lnTo>
                    <a:pt x="15075" y="3261"/>
                  </a:lnTo>
                  <a:lnTo>
                    <a:pt x="15075" y="2184"/>
                  </a:lnTo>
                  <a:close/>
                  <a:moveTo>
                    <a:pt x="11850" y="4337"/>
                  </a:moveTo>
                  <a:lnTo>
                    <a:pt x="11850" y="5413"/>
                  </a:lnTo>
                  <a:lnTo>
                    <a:pt x="12926" y="5413"/>
                  </a:lnTo>
                  <a:lnTo>
                    <a:pt x="12926" y="6489"/>
                  </a:lnTo>
                  <a:lnTo>
                    <a:pt x="14002" y="6489"/>
                  </a:lnTo>
                  <a:lnTo>
                    <a:pt x="14002" y="7555"/>
                  </a:lnTo>
                  <a:lnTo>
                    <a:pt x="12926" y="7555"/>
                  </a:lnTo>
                  <a:lnTo>
                    <a:pt x="12926" y="8631"/>
                  </a:lnTo>
                  <a:lnTo>
                    <a:pt x="14002" y="8631"/>
                  </a:lnTo>
                  <a:lnTo>
                    <a:pt x="14002" y="9708"/>
                  </a:lnTo>
                  <a:lnTo>
                    <a:pt x="12926" y="9708"/>
                  </a:lnTo>
                  <a:lnTo>
                    <a:pt x="12926" y="10784"/>
                  </a:lnTo>
                  <a:lnTo>
                    <a:pt x="14002" y="10784"/>
                  </a:lnTo>
                  <a:lnTo>
                    <a:pt x="14002" y="11860"/>
                  </a:lnTo>
                  <a:lnTo>
                    <a:pt x="12926" y="11860"/>
                  </a:lnTo>
                  <a:lnTo>
                    <a:pt x="12926" y="12936"/>
                  </a:lnTo>
                  <a:lnTo>
                    <a:pt x="11850" y="12936"/>
                  </a:lnTo>
                  <a:lnTo>
                    <a:pt x="11850" y="14013"/>
                  </a:lnTo>
                  <a:lnTo>
                    <a:pt x="10774" y="14013"/>
                  </a:lnTo>
                  <a:lnTo>
                    <a:pt x="10774" y="12936"/>
                  </a:lnTo>
                  <a:lnTo>
                    <a:pt x="9697" y="12936"/>
                  </a:lnTo>
                  <a:lnTo>
                    <a:pt x="9697" y="14013"/>
                  </a:lnTo>
                  <a:lnTo>
                    <a:pt x="8621" y="14013"/>
                  </a:lnTo>
                  <a:lnTo>
                    <a:pt x="8621" y="12936"/>
                  </a:lnTo>
                  <a:lnTo>
                    <a:pt x="7545" y="12936"/>
                  </a:lnTo>
                  <a:lnTo>
                    <a:pt x="7545" y="14013"/>
                  </a:lnTo>
                  <a:lnTo>
                    <a:pt x="6469" y="14013"/>
                  </a:lnTo>
                  <a:lnTo>
                    <a:pt x="6469" y="12936"/>
                  </a:lnTo>
                  <a:lnTo>
                    <a:pt x="5392" y="12936"/>
                  </a:lnTo>
                  <a:lnTo>
                    <a:pt x="5392" y="11860"/>
                  </a:lnTo>
                  <a:lnTo>
                    <a:pt x="4316" y="11860"/>
                  </a:lnTo>
                  <a:lnTo>
                    <a:pt x="4316" y="10784"/>
                  </a:lnTo>
                  <a:lnTo>
                    <a:pt x="5392" y="10784"/>
                  </a:lnTo>
                  <a:lnTo>
                    <a:pt x="5392" y="9708"/>
                  </a:lnTo>
                  <a:lnTo>
                    <a:pt x="4316" y="9708"/>
                  </a:lnTo>
                  <a:lnTo>
                    <a:pt x="4316" y="8631"/>
                  </a:lnTo>
                  <a:lnTo>
                    <a:pt x="5392" y="8631"/>
                  </a:lnTo>
                  <a:lnTo>
                    <a:pt x="5392" y="7555"/>
                  </a:lnTo>
                  <a:lnTo>
                    <a:pt x="4316" y="7555"/>
                  </a:lnTo>
                  <a:lnTo>
                    <a:pt x="4316" y="6479"/>
                  </a:lnTo>
                  <a:lnTo>
                    <a:pt x="5392" y="6479"/>
                  </a:lnTo>
                  <a:lnTo>
                    <a:pt x="5392" y="5403"/>
                  </a:lnTo>
                  <a:lnTo>
                    <a:pt x="6469" y="5403"/>
                  </a:lnTo>
                  <a:lnTo>
                    <a:pt x="6469" y="4337"/>
                  </a:lnTo>
                  <a:lnTo>
                    <a:pt x="7545" y="4337"/>
                  </a:lnTo>
                  <a:lnTo>
                    <a:pt x="7545" y="5413"/>
                  </a:lnTo>
                  <a:lnTo>
                    <a:pt x="8621" y="5413"/>
                  </a:lnTo>
                  <a:lnTo>
                    <a:pt x="8621" y="4337"/>
                  </a:lnTo>
                  <a:lnTo>
                    <a:pt x="9697" y="4337"/>
                  </a:lnTo>
                  <a:lnTo>
                    <a:pt x="9697" y="5413"/>
                  </a:lnTo>
                  <a:lnTo>
                    <a:pt x="10774" y="5413"/>
                  </a:lnTo>
                  <a:lnTo>
                    <a:pt x="10774" y="4337"/>
                  </a:lnTo>
                  <a:close/>
                  <a:moveTo>
                    <a:pt x="3261" y="15075"/>
                  </a:moveTo>
                  <a:lnTo>
                    <a:pt x="3261" y="16151"/>
                  </a:lnTo>
                  <a:lnTo>
                    <a:pt x="2185" y="16151"/>
                  </a:lnTo>
                  <a:lnTo>
                    <a:pt x="2185" y="15075"/>
                  </a:lnTo>
                  <a:close/>
                  <a:moveTo>
                    <a:pt x="16151" y="15075"/>
                  </a:moveTo>
                  <a:lnTo>
                    <a:pt x="16151" y="16151"/>
                  </a:lnTo>
                  <a:lnTo>
                    <a:pt x="15075" y="16151"/>
                  </a:lnTo>
                  <a:lnTo>
                    <a:pt x="15075" y="15075"/>
                  </a:lnTo>
                  <a:close/>
                  <a:moveTo>
                    <a:pt x="0" y="0"/>
                  </a:moveTo>
                  <a:lnTo>
                    <a:pt x="0" y="5406"/>
                  </a:lnTo>
                  <a:lnTo>
                    <a:pt x="2185" y="5406"/>
                  </a:lnTo>
                  <a:lnTo>
                    <a:pt x="2185" y="7555"/>
                  </a:lnTo>
                  <a:lnTo>
                    <a:pt x="0" y="7555"/>
                  </a:lnTo>
                  <a:lnTo>
                    <a:pt x="0" y="10780"/>
                  </a:lnTo>
                  <a:lnTo>
                    <a:pt x="2185" y="10780"/>
                  </a:lnTo>
                  <a:lnTo>
                    <a:pt x="2185" y="12929"/>
                  </a:lnTo>
                  <a:lnTo>
                    <a:pt x="0" y="12929"/>
                  </a:lnTo>
                  <a:lnTo>
                    <a:pt x="0" y="18335"/>
                  </a:lnTo>
                  <a:lnTo>
                    <a:pt x="4334" y="18335"/>
                  </a:lnTo>
                  <a:lnTo>
                    <a:pt x="4334" y="15075"/>
                  </a:lnTo>
                  <a:lnTo>
                    <a:pt x="14002" y="15075"/>
                  </a:lnTo>
                  <a:lnTo>
                    <a:pt x="14002" y="18335"/>
                  </a:lnTo>
                  <a:lnTo>
                    <a:pt x="18332" y="18335"/>
                  </a:lnTo>
                  <a:lnTo>
                    <a:pt x="18332" y="12929"/>
                  </a:lnTo>
                  <a:lnTo>
                    <a:pt x="16151" y="12929"/>
                  </a:lnTo>
                  <a:lnTo>
                    <a:pt x="16151" y="10780"/>
                  </a:lnTo>
                  <a:lnTo>
                    <a:pt x="18332" y="10780"/>
                  </a:lnTo>
                  <a:lnTo>
                    <a:pt x="18332" y="7555"/>
                  </a:lnTo>
                  <a:lnTo>
                    <a:pt x="16151" y="7555"/>
                  </a:lnTo>
                  <a:lnTo>
                    <a:pt x="16151" y="5406"/>
                  </a:lnTo>
                  <a:lnTo>
                    <a:pt x="18332" y="5406"/>
                  </a:lnTo>
                  <a:lnTo>
                    <a:pt x="18332" y="0"/>
                  </a:lnTo>
                  <a:lnTo>
                    <a:pt x="14002" y="0"/>
                  </a:lnTo>
                  <a:lnTo>
                    <a:pt x="14002" y="3261"/>
                  </a:lnTo>
                  <a:lnTo>
                    <a:pt x="4334" y="3261"/>
                  </a:lnTo>
                  <a:lnTo>
                    <a:pt x="43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1104" name="Google Shape;1104;p57"/>
          <p:cNvCxnSpPr>
            <a:stCxn id="1052" idx="2"/>
            <a:endCxn id="1055" idx="1"/>
          </p:cNvCxnSpPr>
          <p:nvPr/>
        </p:nvCxnSpPr>
        <p:spPr>
          <a:xfrm rot="-5400000">
            <a:off x="2264088" y="1789650"/>
            <a:ext cx="358200" cy="1575300"/>
          </a:xfrm>
          <a:prstGeom prst="bentConnector4">
            <a:avLst>
              <a:gd name="adj1" fmla="val -66478"/>
              <a:gd name="adj2" fmla="val 61365"/>
            </a:avLst>
          </a:prstGeom>
          <a:noFill/>
          <a:ln w="19050" cap="flat" cmpd="sng">
            <a:solidFill>
              <a:schemeClr val="lt2"/>
            </a:solidFill>
            <a:prstDash val="solid"/>
            <a:round/>
            <a:headEnd type="none" w="med" len="med"/>
            <a:tailEnd type="oval" w="med" len="med"/>
          </a:ln>
        </p:spPr>
      </p:cxnSp>
      <p:cxnSp>
        <p:nvCxnSpPr>
          <p:cNvPr id="1105" name="Google Shape;1105;p57"/>
          <p:cNvCxnSpPr>
            <a:stCxn id="1055" idx="0"/>
            <a:endCxn id="1054" idx="1"/>
          </p:cNvCxnSpPr>
          <p:nvPr/>
        </p:nvCxnSpPr>
        <p:spPr>
          <a:xfrm rot="-5400000" flipH="1">
            <a:off x="4197463" y="1431450"/>
            <a:ext cx="358200" cy="1575300"/>
          </a:xfrm>
          <a:prstGeom prst="bentConnector4">
            <a:avLst>
              <a:gd name="adj1" fmla="val -66478"/>
              <a:gd name="adj2" fmla="val 61365"/>
            </a:avLst>
          </a:prstGeom>
          <a:noFill/>
          <a:ln w="19050" cap="flat" cmpd="sng">
            <a:solidFill>
              <a:schemeClr val="lt2"/>
            </a:solidFill>
            <a:prstDash val="solid"/>
            <a:round/>
            <a:headEnd type="none" w="med" len="med"/>
            <a:tailEnd type="oval" w="med" len="med"/>
          </a:ln>
        </p:spPr>
      </p:cxnSp>
      <p:cxnSp>
        <p:nvCxnSpPr>
          <p:cNvPr id="1106" name="Google Shape;1106;p57"/>
          <p:cNvCxnSpPr>
            <a:stCxn id="1054" idx="2"/>
            <a:endCxn id="1053" idx="1"/>
          </p:cNvCxnSpPr>
          <p:nvPr/>
        </p:nvCxnSpPr>
        <p:spPr>
          <a:xfrm rot="-5400000">
            <a:off x="6130838" y="1789650"/>
            <a:ext cx="358200" cy="1575300"/>
          </a:xfrm>
          <a:prstGeom prst="bentConnector4">
            <a:avLst>
              <a:gd name="adj1" fmla="val -66478"/>
              <a:gd name="adj2" fmla="val 61365"/>
            </a:avLst>
          </a:prstGeom>
          <a:noFill/>
          <a:ln w="19050" cap="flat" cmpd="sng">
            <a:solidFill>
              <a:schemeClr val="lt2"/>
            </a:solidFill>
            <a:prstDash val="solid"/>
            <a:round/>
            <a:headEnd type="none" w="med" len="med"/>
            <a:tailEnd type="oval" w="med" len="med"/>
          </a:ln>
        </p:spPr>
      </p:cxnSp>
      <p:cxnSp>
        <p:nvCxnSpPr>
          <p:cNvPr id="1107" name="Google Shape;1107;p57"/>
          <p:cNvCxnSpPr>
            <a:stCxn id="1053" idx="0"/>
          </p:cNvCxnSpPr>
          <p:nvPr/>
        </p:nvCxnSpPr>
        <p:spPr>
          <a:xfrm rot="-5400000" flipH="1">
            <a:off x="8167713" y="1327950"/>
            <a:ext cx="390600" cy="1814700"/>
          </a:xfrm>
          <a:prstGeom prst="bentConnector4">
            <a:avLst>
              <a:gd name="adj1" fmla="val -60964"/>
              <a:gd name="adj2" fmla="val 59869"/>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Shape 1111"/>
        <p:cNvGrpSpPr/>
        <p:nvPr/>
      </p:nvGrpSpPr>
      <p:grpSpPr>
        <a:xfrm>
          <a:off x="0" y="0"/>
          <a:ext cx="0" cy="0"/>
          <a:chOff x="0" y="0"/>
          <a:chExt cx="0" cy="0"/>
        </a:xfrm>
      </p:grpSpPr>
      <p:sp>
        <p:nvSpPr>
          <p:cNvPr id="1112" name="Google Shape;1112;p5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Parts and whole</a:t>
            </a:r>
          </a:p>
        </p:txBody>
      </p:sp>
      <p:sp>
        <p:nvSpPr>
          <p:cNvPr id="1113" name="Google Shape;1113;p58"/>
          <p:cNvSpPr/>
          <p:nvPr/>
        </p:nvSpPr>
        <p:spPr>
          <a:xfrm>
            <a:off x="720025" y="2037324"/>
            <a:ext cx="1875300" cy="2205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 and the smallest one in the entire Solar System. This planet’s name has nothing to do with the liquid metal</a:t>
            </a:r>
          </a:p>
        </p:txBody>
      </p:sp>
      <p:sp>
        <p:nvSpPr>
          <p:cNvPr id="1114" name="Google Shape;1114;p58"/>
          <p:cNvSpPr/>
          <p:nvPr/>
        </p:nvSpPr>
        <p:spPr>
          <a:xfrm>
            <a:off x="4783150" y="2037425"/>
            <a:ext cx="3640800" cy="680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has a beautiful name and is the second planet from the Sun</a:t>
            </a:r>
          </a:p>
        </p:txBody>
      </p:sp>
      <p:sp>
        <p:nvSpPr>
          <p:cNvPr id="1115" name="Google Shape;1115;p58"/>
          <p:cNvSpPr/>
          <p:nvPr/>
        </p:nvSpPr>
        <p:spPr>
          <a:xfrm>
            <a:off x="2751578" y="1533788"/>
            <a:ext cx="1875300" cy="421500"/>
          </a:xfrm>
          <a:prstGeom prst="rect">
            <a:avLst/>
          </a:prstGeom>
          <a:solidFill>
            <a:schemeClr val="lt2"/>
          </a:solidFill>
          <a:ln>
            <a:noFill/>
          </a:ln>
        </p:spPr>
        <p:txBody>
          <a:bodyPr spcFirstLastPara="1" wrap="square" lIns="54000" tIns="91425" rIns="54000"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Parts of the object</a:t>
            </a:r>
          </a:p>
        </p:txBody>
      </p:sp>
      <p:sp>
        <p:nvSpPr>
          <p:cNvPr id="1116" name="Google Shape;1116;p58"/>
          <p:cNvSpPr/>
          <p:nvPr/>
        </p:nvSpPr>
        <p:spPr>
          <a:xfrm>
            <a:off x="2751600" y="2037424"/>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a:t>
            </a:r>
          </a:p>
        </p:txBody>
      </p:sp>
      <p:sp>
        <p:nvSpPr>
          <p:cNvPr id="1117" name="Google Shape;1117;p58"/>
          <p:cNvSpPr/>
          <p:nvPr/>
        </p:nvSpPr>
        <p:spPr>
          <a:xfrm>
            <a:off x="2751600" y="2491093"/>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Mars</a:t>
            </a:r>
          </a:p>
        </p:txBody>
      </p:sp>
      <p:sp>
        <p:nvSpPr>
          <p:cNvPr id="1118" name="Google Shape;1118;p58"/>
          <p:cNvSpPr/>
          <p:nvPr/>
        </p:nvSpPr>
        <p:spPr>
          <a:xfrm>
            <a:off x="2751600" y="2944763"/>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Saturn</a:t>
            </a:r>
          </a:p>
        </p:txBody>
      </p:sp>
      <p:sp>
        <p:nvSpPr>
          <p:cNvPr id="1119" name="Google Shape;1119;p58"/>
          <p:cNvSpPr/>
          <p:nvPr/>
        </p:nvSpPr>
        <p:spPr>
          <a:xfrm>
            <a:off x="2751600" y="3398432"/>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a:t>
            </a:r>
          </a:p>
        </p:txBody>
      </p:sp>
      <p:sp>
        <p:nvSpPr>
          <p:cNvPr id="1120" name="Google Shape;1120;p58"/>
          <p:cNvSpPr/>
          <p:nvPr/>
        </p:nvSpPr>
        <p:spPr>
          <a:xfrm>
            <a:off x="2751600" y="3852101"/>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Jupiter</a:t>
            </a:r>
          </a:p>
        </p:txBody>
      </p:sp>
      <p:sp>
        <p:nvSpPr>
          <p:cNvPr id="1121" name="Google Shape;1121;p58"/>
          <p:cNvSpPr/>
          <p:nvPr/>
        </p:nvSpPr>
        <p:spPr>
          <a:xfrm>
            <a:off x="720000" y="1533788"/>
            <a:ext cx="1875300" cy="421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The whole object</a:t>
            </a:r>
          </a:p>
        </p:txBody>
      </p:sp>
      <p:sp>
        <p:nvSpPr>
          <p:cNvPr id="1122" name="Google Shape;1122;p58"/>
          <p:cNvSpPr/>
          <p:nvPr/>
        </p:nvSpPr>
        <p:spPr>
          <a:xfrm>
            <a:off x="4783144" y="1533788"/>
            <a:ext cx="3640800" cy="438300"/>
          </a:xfrm>
          <a:prstGeom prst="rect">
            <a:avLst/>
          </a:prstGeom>
          <a:solidFill>
            <a:schemeClr val="lt2"/>
          </a:solidFill>
          <a:ln>
            <a:noFill/>
          </a:ln>
        </p:spPr>
        <p:txBody>
          <a:bodyPr spcFirstLastPara="1" wrap="square" lIns="0" tIns="91425" rIns="0"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What happens if the parts are missing?</a:t>
            </a:r>
          </a:p>
        </p:txBody>
      </p:sp>
      <p:sp>
        <p:nvSpPr>
          <p:cNvPr id="1123" name="Google Shape;1123;p58"/>
          <p:cNvSpPr/>
          <p:nvPr/>
        </p:nvSpPr>
        <p:spPr>
          <a:xfrm>
            <a:off x="4783175" y="3563200"/>
            <a:ext cx="3640800" cy="680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Saturn is a gas giant and has several rings. It’s composed of hydrogen and helium</a:t>
            </a:r>
          </a:p>
        </p:txBody>
      </p:sp>
      <p:sp>
        <p:nvSpPr>
          <p:cNvPr id="1124" name="Google Shape;1124;p58"/>
          <p:cNvSpPr/>
          <p:nvPr/>
        </p:nvSpPr>
        <p:spPr>
          <a:xfrm>
            <a:off x="4783150" y="3106776"/>
            <a:ext cx="3640800" cy="391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What’s the function of the parts?</a:t>
            </a:r>
          </a:p>
        </p:txBody>
      </p:sp>
      <p:cxnSp>
        <p:nvCxnSpPr>
          <p:cNvPr id="1125" name="Google Shape;1125;p58"/>
          <p:cNvCxnSpPr>
            <a:stCxn id="1121" idx="3"/>
            <a:endCxn id="1115" idx="1"/>
          </p:cNvCxnSpPr>
          <p:nvPr/>
        </p:nvCxnSpPr>
        <p:spPr>
          <a:xfrm>
            <a:off x="2595300" y="1744538"/>
            <a:ext cx="156300" cy="0"/>
          </a:xfrm>
          <a:prstGeom prst="straightConnector1">
            <a:avLst/>
          </a:prstGeom>
          <a:noFill/>
          <a:ln w="19050" cap="flat" cmpd="sng">
            <a:solidFill>
              <a:schemeClr val="lt2"/>
            </a:solidFill>
            <a:prstDash val="solid"/>
            <a:round/>
            <a:headEnd type="none" w="med" len="med"/>
            <a:tailEnd type="oval" w="med" len="med"/>
          </a:ln>
        </p:spPr>
      </p:cxnSp>
      <p:cxnSp>
        <p:nvCxnSpPr>
          <p:cNvPr id="1126" name="Google Shape;1126;p58"/>
          <p:cNvCxnSpPr>
            <a:stCxn id="1115" idx="3"/>
            <a:endCxn id="1122" idx="1"/>
          </p:cNvCxnSpPr>
          <p:nvPr/>
        </p:nvCxnSpPr>
        <p:spPr>
          <a:xfrm>
            <a:off x="4626878" y="1744538"/>
            <a:ext cx="156300" cy="8400"/>
          </a:xfrm>
          <a:prstGeom prst="straightConnector1">
            <a:avLst/>
          </a:prstGeom>
          <a:noFill/>
          <a:ln w="19050" cap="flat" cmpd="sng">
            <a:solidFill>
              <a:schemeClr val="lt2"/>
            </a:solidFill>
            <a:prstDash val="solid"/>
            <a:round/>
            <a:headEnd type="none" w="med" len="med"/>
            <a:tailEnd type="oval" w="med" len="med"/>
          </a:ln>
        </p:spPr>
      </p:cxnSp>
      <p:cxnSp>
        <p:nvCxnSpPr>
          <p:cNvPr id="1127" name="Google Shape;1127;p58"/>
          <p:cNvCxnSpPr>
            <a:stCxn id="1114" idx="2"/>
            <a:endCxn id="1124" idx="0"/>
          </p:cNvCxnSpPr>
          <p:nvPr/>
        </p:nvCxnSpPr>
        <p:spPr>
          <a:xfrm>
            <a:off x="6603550" y="2717525"/>
            <a:ext cx="0" cy="389400"/>
          </a:xfrm>
          <a:prstGeom prst="straightConnector1">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Shape 1131"/>
        <p:cNvGrpSpPr/>
        <p:nvPr/>
      </p:nvGrpSpPr>
      <p:grpSpPr>
        <a:xfrm>
          <a:off x="0" y="0"/>
          <a:ext cx="0" cy="0"/>
          <a:chOff x="0" y="0"/>
          <a:chExt cx="0" cy="0"/>
        </a:xfrm>
      </p:grpSpPr>
      <p:sp>
        <p:nvSpPr>
          <p:cNvPr id="1132" name="Google Shape;1132;p5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Evolution of domestic AI</a:t>
            </a:r>
          </a:p>
        </p:txBody>
      </p:sp>
      <p:sp>
        <p:nvSpPr>
          <p:cNvPr id="1133" name="Google Shape;1133;p59"/>
          <p:cNvSpPr txBox="1"/>
          <p:nvPr/>
        </p:nvSpPr>
        <p:spPr>
          <a:xfrm>
            <a:off x="5643550" y="3883625"/>
            <a:ext cx="2787300" cy="62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000" noProof="0" dirty="0">
                <a:solidFill>
                  <a:schemeClr val="dk1"/>
                </a:solidFill>
                <a:latin typeface="Lato"/>
                <a:ea typeface="Lato"/>
                <a:cs typeface="Lato"/>
                <a:sym typeface="Lato"/>
              </a:rPr>
              <a:t>Follow the link in the graph to modify its data and then paste the new one here. </a:t>
            </a:r>
            <a:r>
              <a:rPr lang="en-US" sz="1000" b="1" u="sng" noProof="0" dirty="0">
                <a:solidFill>
                  <a:schemeClr val="dk1"/>
                </a:solidFill>
                <a:latin typeface="Lato"/>
                <a:ea typeface="Lato"/>
                <a:cs typeface="Lato"/>
                <a:sym typeface="Lato"/>
                <a:hlinkClick r:id="rId3">
                  <a:extLst>
                    <a:ext uri="{A12FA001-AC4F-418D-AE19-62706E023703}">
                      <ahyp:hlinkClr xmlns:ahyp="http://schemas.microsoft.com/office/drawing/2018/hyperlinkcolor" val="tx"/>
                    </a:ext>
                  </a:extLst>
                </a:hlinkClick>
              </a:rPr>
              <a:t>For more info, click here</a:t>
            </a:r>
            <a:endParaRPr lang="en-US" sz="1000" b="1" u="sng" noProof="0" dirty="0">
              <a:solidFill>
                <a:schemeClr val="dk1"/>
              </a:solidFill>
              <a:latin typeface="Lato"/>
              <a:ea typeface="Lato"/>
              <a:cs typeface="Lato"/>
              <a:sym typeface="Lato"/>
            </a:endParaRPr>
          </a:p>
        </p:txBody>
      </p:sp>
      <p:sp>
        <p:nvSpPr>
          <p:cNvPr id="1134" name="Google Shape;1134;p59"/>
          <p:cNvSpPr txBox="1"/>
          <p:nvPr/>
        </p:nvSpPr>
        <p:spPr>
          <a:xfrm>
            <a:off x="5643550" y="1804025"/>
            <a:ext cx="2738400" cy="5169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US" sz="2000" b="1" noProof="0" dirty="0">
                <a:solidFill>
                  <a:schemeClr val="dk1"/>
                </a:solidFill>
                <a:latin typeface="Sora"/>
                <a:ea typeface="Sora"/>
                <a:cs typeface="Sora"/>
                <a:sym typeface="Sora"/>
              </a:rPr>
              <a:t>Evolution</a:t>
            </a:r>
          </a:p>
        </p:txBody>
      </p:sp>
      <p:sp>
        <p:nvSpPr>
          <p:cNvPr id="1135" name="Google Shape;1135;p59"/>
          <p:cNvSpPr txBox="1"/>
          <p:nvPr/>
        </p:nvSpPr>
        <p:spPr>
          <a:xfrm>
            <a:off x="5643550" y="2320925"/>
            <a:ext cx="2738400" cy="1359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 and the smallest one in the entire Solar System. This planet’s name has nothing to do with the liquid metal</a:t>
            </a:r>
          </a:p>
        </p:txBody>
      </p:sp>
      <p:sp>
        <p:nvSpPr>
          <p:cNvPr id="1136" name="Google Shape;1136;p59"/>
          <p:cNvSpPr/>
          <p:nvPr/>
        </p:nvSpPr>
        <p:spPr>
          <a:xfrm>
            <a:off x="5754193" y="1505801"/>
            <a:ext cx="252300" cy="2523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pic>
        <p:nvPicPr>
          <p:cNvPr id="1137" name="Google Shape;1137;p59" title="Gráfico">
            <a:hlinkClick r:id="rId4"/>
          </p:cNvPr>
          <p:cNvPicPr preferRelativeResize="0"/>
          <p:nvPr/>
        </p:nvPicPr>
        <p:blipFill>
          <a:blip r:embed="rId5">
            <a:alphaModFix/>
          </a:blip>
          <a:stretch>
            <a:fillRect/>
          </a:stretch>
        </p:blipFill>
        <p:spPr>
          <a:xfrm>
            <a:off x="981900" y="1474925"/>
            <a:ext cx="4317401" cy="3037692"/>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Shape 1141"/>
        <p:cNvGrpSpPr/>
        <p:nvPr/>
      </p:nvGrpSpPr>
      <p:grpSpPr>
        <a:xfrm>
          <a:off x="0" y="0"/>
          <a:ext cx="0" cy="0"/>
          <a:chOff x="0" y="0"/>
          <a:chExt cx="0" cy="0"/>
        </a:xfrm>
      </p:grpSpPr>
      <p:sp>
        <p:nvSpPr>
          <p:cNvPr id="1142" name="Google Shape;1142;p60"/>
          <p:cNvSpPr txBox="1"/>
          <p:nvPr/>
        </p:nvSpPr>
        <p:spPr>
          <a:xfrm flipH="1">
            <a:off x="6280800" y="1496650"/>
            <a:ext cx="2143200" cy="450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US" sz="2000" b="1" noProof="0" dirty="0">
                <a:solidFill>
                  <a:schemeClr val="dk1"/>
                </a:solidFill>
                <a:latin typeface="Sora"/>
                <a:ea typeface="Sora"/>
                <a:cs typeface="Sora"/>
                <a:sym typeface="Sora"/>
              </a:rPr>
              <a:t>Universities</a:t>
            </a:r>
          </a:p>
        </p:txBody>
      </p:sp>
      <p:sp>
        <p:nvSpPr>
          <p:cNvPr id="1143" name="Google Shape;1143;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Where is AI being studied</a:t>
            </a:r>
          </a:p>
        </p:txBody>
      </p:sp>
      <p:sp>
        <p:nvSpPr>
          <p:cNvPr id="1144" name="Google Shape;1144;p60"/>
          <p:cNvSpPr txBox="1"/>
          <p:nvPr/>
        </p:nvSpPr>
        <p:spPr>
          <a:xfrm flipH="1">
            <a:off x="6280812" y="1805914"/>
            <a:ext cx="2143200" cy="57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grpSp>
        <p:nvGrpSpPr>
          <p:cNvPr id="1145" name="Google Shape;1145;p60"/>
          <p:cNvGrpSpPr/>
          <p:nvPr/>
        </p:nvGrpSpPr>
        <p:grpSpPr>
          <a:xfrm>
            <a:off x="804291" y="1496643"/>
            <a:ext cx="4919741" cy="2620545"/>
            <a:chOff x="233350" y="949250"/>
            <a:chExt cx="7137300" cy="3802300"/>
          </a:xfrm>
        </p:grpSpPr>
        <p:sp>
          <p:nvSpPr>
            <p:cNvPr id="1146" name="Google Shape;1146;p60"/>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47" name="Google Shape;1147;p60"/>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48" name="Google Shape;1148;p60"/>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49" name="Google Shape;1149;p60"/>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0" name="Google Shape;1150;p60"/>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1" name="Google Shape;1151;p60"/>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2" name="Google Shape;1152;p60"/>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3" name="Google Shape;1153;p60"/>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4" name="Google Shape;1154;p60"/>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5" name="Google Shape;1155;p60"/>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6" name="Google Shape;1156;p60"/>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7" name="Google Shape;1157;p60"/>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8" name="Google Shape;1158;p60"/>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9" name="Google Shape;1159;p60"/>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0" name="Google Shape;1160;p60"/>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1" name="Google Shape;1161;p60"/>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2" name="Google Shape;1162;p60"/>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3" name="Google Shape;1163;p60"/>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4" name="Google Shape;1164;p60"/>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5" name="Google Shape;1165;p60"/>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6" name="Google Shape;1166;p60"/>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7" name="Google Shape;1167;p60"/>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8" name="Google Shape;1168;p60"/>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9" name="Google Shape;1169;p60"/>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0" name="Google Shape;1170;p60"/>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1" name="Google Shape;1171;p60"/>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2" name="Google Shape;1172;p60"/>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3" name="Google Shape;1173;p60"/>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4" name="Google Shape;1174;p60"/>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5" name="Google Shape;1175;p60"/>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6" name="Google Shape;1176;p60"/>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7" name="Google Shape;1177;p60"/>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8" name="Google Shape;1178;p60"/>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9" name="Google Shape;1179;p60"/>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0" name="Google Shape;1180;p60"/>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1" name="Google Shape;1181;p60"/>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2" name="Google Shape;1182;p60"/>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3" name="Google Shape;1183;p60"/>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4" name="Google Shape;1184;p60"/>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5" name="Google Shape;1185;p60"/>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6" name="Google Shape;1186;p60"/>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7" name="Google Shape;1187;p60"/>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8" name="Google Shape;1188;p60"/>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9" name="Google Shape;1189;p60"/>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0" name="Google Shape;1190;p60"/>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1" name="Google Shape;1191;p60"/>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2" name="Google Shape;1192;p60"/>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3" name="Google Shape;1193;p60"/>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4" name="Google Shape;1194;p60"/>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5" name="Google Shape;1195;p60"/>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6" name="Google Shape;1196;p60"/>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197" name="Google Shape;1197;p60"/>
          <p:cNvSpPr txBox="1"/>
          <p:nvPr/>
        </p:nvSpPr>
        <p:spPr>
          <a:xfrm flipH="1">
            <a:off x="6280800" y="2857625"/>
            <a:ext cx="2143200" cy="450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US" sz="2000" b="1" noProof="0" dirty="0">
                <a:solidFill>
                  <a:schemeClr val="dk1"/>
                </a:solidFill>
                <a:latin typeface="Sora"/>
                <a:ea typeface="Sora"/>
                <a:cs typeface="Sora"/>
                <a:sym typeface="Sora"/>
              </a:rPr>
              <a:t>Institutions</a:t>
            </a:r>
          </a:p>
        </p:txBody>
      </p:sp>
      <p:sp>
        <p:nvSpPr>
          <p:cNvPr id="1198" name="Google Shape;1198;p60"/>
          <p:cNvSpPr txBox="1"/>
          <p:nvPr/>
        </p:nvSpPr>
        <p:spPr>
          <a:xfrm flipH="1">
            <a:off x="6280812" y="3166889"/>
            <a:ext cx="2143200" cy="57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first planet from the Sun</a:t>
            </a:r>
          </a:p>
        </p:txBody>
      </p:sp>
      <p:sp>
        <p:nvSpPr>
          <p:cNvPr id="1199" name="Google Shape;1199;p60"/>
          <p:cNvSpPr/>
          <p:nvPr/>
        </p:nvSpPr>
        <p:spPr>
          <a:xfrm>
            <a:off x="6028493" y="1496651"/>
            <a:ext cx="252300" cy="2523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0" name="Google Shape;1200;p60"/>
          <p:cNvSpPr/>
          <p:nvPr/>
        </p:nvSpPr>
        <p:spPr>
          <a:xfrm>
            <a:off x="6028493" y="2857626"/>
            <a:ext cx="252300" cy="252300"/>
          </a:xfrm>
          <a:prstGeom prst="ellipse">
            <a:avLst/>
          </a:prstGeom>
          <a:solidFill>
            <a:schemeClr val="accent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1" name="Google Shape;1201;p60"/>
          <p:cNvSpPr/>
          <p:nvPr/>
        </p:nvSpPr>
        <p:spPr>
          <a:xfrm>
            <a:off x="1465473" y="20978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2" name="Google Shape;1202;p60"/>
          <p:cNvSpPr/>
          <p:nvPr/>
        </p:nvSpPr>
        <p:spPr>
          <a:xfrm>
            <a:off x="1057923" y="22314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3" name="Google Shape;1203;p60"/>
          <p:cNvSpPr/>
          <p:nvPr/>
        </p:nvSpPr>
        <p:spPr>
          <a:xfrm>
            <a:off x="2822198" y="18726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4" name="Google Shape;1204;p60"/>
          <p:cNvSpPr/>
          <p:nvPr/>
        </p:nvSpPr>
        <p:spPr>
          <a:xfrm>
            <a:off x="1431323" y="16932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5" name="Google Shape;1205;p60"/>
          <p:cNvSpPr/>
          <p:nvPr/>
        </p:nvSpPr>
        <p:spPr>
          <a:xfrm>
            <a:off x="4723898" y="2410850"/>
            <a:ext cx="179400" cy="179400"/>
          </a:xfrm>
          <a:prstGeom prst="ellipse">
            <a:avLst/>
          </a:prstGeom>
          <a:solidFill>
            <a:schemeClr val="accent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6" name="Google Shape;1206;p60"/>
          <p:cNvSpPr/>
          <p:nvPr/>
        </p:nvSpPr>
        <p:spPr>
          <a:xfrm>
            <a:off x="1873023" y="20520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Shape 1210"/>
        <p:cNvGrpSpPr/>
        <p:nvPr/>
      </p:nvGrpSpPr>
      <p:grpSpPr>
        <a:xfrm>
          <a:off x="0" y="0"/>
          <a:ext cx="0" cy="0"/>
          <a:chOff x="0" y="0"/>
          <a:chExt cx="0" cy="0"/>
        </a:xfrm>
      </p:grpSpPr>
      <p:sp>
        <p:nvSpPr>
          <p:cNvPr id="1211" name="Google Shape;1211;p61"/>
          <p:cNvSpPr txBox="1">
            <a:spLocks noGrp="1"/>
          </p:cNvSpPr>
          <p:nvPr>
            <p:ph type="title"/>
          </p:nvPr>
        </p:nvSpPr>
        <p:spPr>
          <a:xfrm>
            <a:off x="720000" y="1784150"/>
            <a:ext cx="3597900" cy="665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Mockups</a:t>
            </a:r>
          </a:p>
        </p:txBody>
      </p:sp>
      <p:sp>
        <p:nvSpPr>
          <p:cNvPr id="1212" name="Google Shape;1212;p61"/>
          <p:cNvSpPr txBox="1">
            <a:spLocks noGrp="1"/>
          </p:cNvSpPr>
          <p:nvPr>
            <p:ph type="subTitle" idx="1"/>
          </p:nvPr>
        </p:nvSpPr>
        <p:spPr>
          <a:xfrm>
            <a:off x="720000" y="2449450"/>
            <a:ext cx="3597900" cy="909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You can replace the images on the screen with your own work. Just right-click on them and select “Replace image”</a:t>
            </a:r>
          </a:p>
        </p:txBody>
      </p:sp>
      <p:grpSp>
        <p:nvGrpSpPr>
          <p:cNvPr id="1213" name="Google Shape;1213;p61"/>
          <p:cNvGrpSpPr/>
          <p:nvPr/>
        </p:nvGrpSpPr>
        <p:grpSpPr>
          <a:xfrm>
            <a:off x="4944530" y="1323607"/>
            <a:ext cx="3432984" cy="2496295"/>
            <a:chOff x="331763" y="414153"/>
            <a:chExt cx="6903246" cy="5019697"/>
          </a:xfrm>
        </p:grpSpPr>
        <p:sp>
          <p:nvSpPr>
            <p:cNvPr id="1214" name="Google Shape;1214;p61"/>
            <p:cNvSpPr/>
            <p:nvPr/>
          </p:nvSpPr>
          <p:spPr>
            <a:xfrm>
              <a:off x="2953125" y="4725150"/>
              <a:ext cx="1660725" cy="708700"/>
            </a:xfrm>
            <a:custGeom>
              <a:avLst/>
              <a:gdLst/>
              <a:ahLst/>
              <a:cxnLst/>
              <a:rect l="l" t="t" r="r" b="b"/>
              <a:pathLst>
                <a:path w="66429" h="28348" extrusionOk="0">
                  <a:moveTo>
                    <a:pt x="6889" y="1"/>
                  </a:moveTo>
                  <a:lnTo>
                    <a:pt x="1" y="28347"/>
                  </a:lnTo>
                  <a:lnTo>
                    <a:pt x="66429" y="28347"/>
                  </a:lnTo>
                  <a:lnTo>
                    <a:pt x="59475" y="1"/>
                  </a:lnTo>
                  <a:lnTo>
                    <a:pt x="33182" y="464"/>
                  </a:lnTo>
                  <a:lnTo>
                    <a:pt x="688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15" name="Google Shape;1215;p61"/>
            <p:cNvSpPr/>
            <p:nvPr/>
          </p:nvSpPr>
          <p:spPr>
            <a:xfrm>
              <a:off x="331763" y="414153"/>
              <a:ext cx="6903246" cy="4353879"/>
            </a:xfrm>
            <a:custGeom>
              <a:avLst/>
              <a:gdLst/>
              <a:ahLst/>
              <a:cxnLst/>
              <a:rect l="l" t="t" r="r" b="b"/>
              <a:pathLst>
                <a:path w="248162" h="181204" extrusionOk="0">
                  <a:moveTo>
                    <a:pt x="4636" y="0"/>
                  </a:moveTo>
                  <a:cubicBezTo>
                    <a:pt x="2053" y="0"/>
                    <a:pt x="0" y="2053"/>
                    <a:pt x="0" y="4636"/>
                  </a:cubicBezTo>
                  <a:lnTo>
                    <a:pt x="0" y="176634"/>
                  </a:lnTo>
                  <a:cubicBezTo>
                    <a:pt x="0" y="179151"/>
                    <a:pt x="2053" y="181204"/>
                    <a:pt x="4636" y="181204"/>
                  </a:cubicBezTo>
                  <a:lnTo>
                    <a:pt x="243526" y="181204"/>
                  </a:lnTo>
                  <a:cubicBezTo>
                    <a:pt x="246109" y="181204"/>
                    <a:pt x="248162" y="179151"/>
                    <a:pt x="248162" y="176634"/>
                  </a:cubicBezTo>
                  <a:lnTo>
                    <a:pt x="248162" y="4636"/>
                  </a:lnTo>
                  <a:cubicBezTo>
                    <a:pt x="248162" y="2053"/>
                    <a:pt x="246109" y="0"/>
                    <a:pt x="2435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16" name="Google Shape;1216;p61"/>
            <p:cNvSpPr/>
            <p:nvPr/>
          </p:nvSpPr>
          <p:spPr>
            <a:xfrm>
              <a:off x="547300" y="600323"/>
              <a:ext cx="6472159" cy="3981525"/>
            </a:xfrm>
            <a:custGeom>
              <a:avLst/>
              <a:gdLst/>
              <a:ahLst/>
              <a:cxnLst/>
              <a:rect l="l" t="t" r="r" b="b"/>
              <a:pathLst>
                <a:path w="232665" h="165707" extrusionOk="0">
                  <a:moveTo>
                    <a:pt x="1" y="1"/>
                  </a:moveTo>
                  <a:lnTo>
                    <a:pt x="1" y="24307"/>
                  </a:lnTo>
                  <a:lnTo>
                    <a:pt x="1" y="165707"/>
                  </a:lnTo>
                  <a:lnTo>
                    <a:pt x="232665" y="165707"/>
                  </a:lnTo>
                  <a:lnTo>
                    <a:pt x="232665" y="121532"/>
                  </a:lnTo>
                  <a:lnTo>
                    <a:pt x="23266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17" name="Google Shape;1217;p61"/>
            <p:cNvSpPr/>
            <p:nvPr/>
          </p:nvSpPr>
          <p:spPr>
            <a:xfrm>
              <a:off x="2772650" y="5206975"/>
              <a:ext cx="2020025" cy="226875"/>
            </a:xfrm>
            <a:custGeom>
              <a:avLst/>
              <a:gdLst/>
              <a:ahLst/>
              <a:cxnLst/>
              <a:rect l="l" t="t" r="r" b="b"/>
              <a:pathLst>
                <a:path w="80801" h="9075" extrusionOk="0">
                  <a:moveTo>
                    <a:pt x="4571" y="1"/>
                  </a:moveTo>
                  <a:cubicBezTo>
                    <a:pt x="2054" y="1"/>
                    <a:pt x="1" y="2054"/>
                    <a:pt x="1" y="4570"/>
                  </a:cubicBezTo>
                  <a:cubicBezTo>
                    <a:pt x="1" y="7021"/>
                    <a:pt x="2054" y="9074"/>
                    <a:pt x="4571" y="9074"/>
                  </a:cubicBezTo>
                  <a:lnTo>
                    <a:pt x="76297" y="9074"/>
                  </a:lnTo>
                  <a:cubicBezTo>
                    <a:pt x="78814" y="9074"/>
                    <a:pt x="80801" y="7021"/>
                    <a:pt x="80801" y="4570"/>
                  </a:cubicBezTo>
                  <a:cubicBezTo>
                    <a:pt x="80801" y="2054"/>
                    <a:pt x="78814" y="1"/>
                    <a:pt x="762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pic>
        <p:nvPicPr>
          <p:cNvPr id="1218" name="Google Shape;1218;p61"/>
          <p:cNvPicPr preferRelativeResize="0"/>
          <p:nvPr/>
        </p:nvPicPr>
        <p:blipFill rotWithShape="1">
          <a:blip r:embed="rId3">
            <a:alphaModFix/>
          </a:blip>
          <a:srcRect l="3891" r="3882"/>
          <a:stretch/>
        </p:blipFill>
        <p:spPr>
          <a:xfrm>
            <a:off x="5036428" y="1415833"/>
            <a:ext cx="3249110" cy="1981719"/>
          </a:xfrm>
          <a:prstGeom prst="rect">
            <a:avLst/>
          </a:prstGeom>
          <a:noFill/>
          <a:ln>
            <a:noFill/>
          </a:ln>
        </p:spPr>
      </p:pic>
      <p:sp>
        <p:nvSpPr>
          <p:cNvPr id="1219" name="Google Shape;1219;p61"/>
          <p:cNvSpPr/>
          <p:nvPr/>
        </p:nvSpPr>
        <p:spPr>
          <a:xfrm>
            <a:off x="4464610" y="1927043"/>
            <a:ext cx="1101924" cy="2102546"/>
          </a:xfrm>
          <a:custGeom>
            <a:avLst/>
            <a:gdLst/>
            <a:ahLst/>
            <a:cxnLst/>
            <a:rect l="l" t="t" r="r" b="b"/>
            <a:pathLst>
              <a:path w="84552" h="161331" extrusionOk="0">
                <a:moveTo>
                  <a:pt x="1" y="1"/>
                </a:moveTo>
                <a:lnTo>
                  <a:pt x="1" y="161331"/>
                </a:lnTo>
                <a:lnTo>
                  <a:pt x="84551" y="161331"/>
                </a:lnTo>
                <a:lnTo>
                  <a:pt x="84551" y="1"/>
                </a:lnTo>
                <a:close/>
              </a:path>
            </a:pathLst>
          </a:custGeom>
          <a:solidFill>
            <a:srgbClr val="C2C2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220" name="Google Shape;1220;p61"/>
          <p:cNvGrpSpPr/>
          <p:nvPr/>
        </p:nvGrpSpPr>
        <p:grpSpPr>
          <a:xfrm>
            <a:off x="4408444" y="1806239"/>
            <a:ext cx="1214752" cy="2465737"/>
            <a:chOff x="5186401" y="494525"/>
            <a:chExt cx="1834973" cy="3724678"/>
          </a:xfrm>
        </p:grpSpPr>
        <p:sp>
          <p:nvSpPr>
            <p:cNvPr id="1221" name="Google Shape;1221;p61"/>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22" name="Google Shape;1222;p61"/>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pic>
        <p:nvPicPr>
          <p:cNvPr id="1223" name="Google Shape;1223;p61"/>
          <p:cNvPicPr preferRelativeResize="0"/>
          <p:nvPr/>
        </p:nvPicPr>
        <p:blipFill rotWithShape="1">
          <a:blip r:embed="rId4">
            <a:alphaModFix/>
          </a:blip>
          <a:srcRect l="3419" r="3410"/>
          <a:stretch/>
        </p:blipFill>
        <p:spPr>
          <a:xfrm>
            <a:off x="4464615" y="1927046"/>
            <a:ext cx="1101894" cy="2102525"/>
          </a:xfrm>
          <a:prstGeom prst="rect">
            <a:avLst/>
          </a:prstGeom>
          <a:noFill/>
          <a:ln>
            <a:noFill/>
          </a:ln>
        </p:spPr>
      </p:pic>
      <p:cxnSp>
        <p:nvCxnSpPr>
          <p:cNvPr id="1224" name="Google Shape;1224;p61"/>
          <p:cNvCxnSpPr>
            <a:endCxn id="1218" idx="0"/>
          </p:cNvCxnSpPr>
          <p:nvPr/>
        </p:nvCxnSpPr>
        <p:spPr>
          <a:xfrm rot="-5400000" flipH="1">
            <a:off x="5213783" y="-31367"/>
            <a:ext cx="1721100" cy="1173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225" name="Google Shape;1225;p61"/>
          <p:cNvCxnSpPr>
            <a:endCxn id="1223" idx="2"/>
          </p:cNvCxnSpPr>
          <p:nvPr/>
        </p:nvCxnSpPr>
        <p:spPr>
          <a:xfrm flipH="1">
            <a:off x="5015563" y="3940771"/>
            <a:ext cx="4362600" cy="88800"/>
          </a:xfrm>
          <a:prstGeom prst="bentConnector4">
            <a:avLst>
              <a:gd name="adj1" fmla="val 43686"/>
              <a:gd name="adj2" fmla="val 368159"/>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Shape 1229"/>
        <p:cNvGrpSpPr/>
        <p:nvPr/>
      </p:nvGrpSpPr>
      <p:grpSpPr>
        <a:xfrm>
          <a:off x="0" y="0"/>
          <a:ext cx="0" cy="0"/>
          <a:chOff x="0" y="0"/>
          <a:chExt cx="0" cy="0"/>
        </a:xfrm>
      </p:grpSpPr>
      <p:sp>
        <p:nvSpPr>
          <p:cNvPr id="1230" name="Google Shape;1230;p62"/>
          <p:cNvSpPr txBox="1">
            <a:spLocks noGrp="1"/>
          </p:cNvSpPr>
          <p:nvPr>
            <p:ph type="title"/>
          </p:nvPr>
        </p:nvSpPr>
        <p:spPr>
          <a:xfrm>
            <a:off x="713264" y="685100"/>
            <a:ext cx="4629300" cy="1058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Thanks!</a:t>
            </a:r>
          </a:p>
        </p:txBody>
      </p:sp>
      <p:sp>
        <p:nvSpPr>
          <p:cNvPr id="1231" name="Google Shape;1231;p62"/>
          <p:cNvSpPr txBox="1">
            <a:spLocks noGrp="1"/>
          </p:cNvSpPr>
          <p:nvPr>
            <p:ph type="subTitle" idx="1"/>
          </p:nvPr>
        </p:nvSpPr>
        <p:spPr>
          <a:xfrm>
            <a:off x="713225" y="1722730"/>
            <a:ext cx="4629300" cy="1101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US" b="1" noProof="0" dirty="0"/>
              <a:t>Do you have any questions?</a:t>
            </a:r>
          </a:p>
          <a:p>
            <a:pPr marL="0" lvl="0" indent="0" algn="r" rtl="0">
              <a:spcBef>
                <a:spcPts val="0"/>
              </a:spcBef>
              <a:spcAft>
                <a:spcPts val="0"/>
              </a:spcAft>
              <a:buNone/>
            </a:pPr>
            <a:r>
              <a:rPr lang="en-US" noProof="0" dirty="0"/>
              <a:t>youremail@freepik.com</a:t>
            </a:r>
          </a:p>
          <a:p>
            <a:pPr marL="0" lvl="0" indent="0" algn="r" rtl="0">
              <a:spcBef>
                <a:spcPts val="0"/>
              </a:spcBef>
              <a:spcAft>
                <a:spcPts val="0"/>
              </a:spcAft>
              <a:buNone/>
            </a:pPr>
            <a:r>
              <a:rPr lang="en-US" noProof="0" dirty="0"/>
              <a:t>+34 654 321 432</a:t>
            </a:r>
          </a:p>
          <a:p>
            <a:pPr marL="0" lvl="0" indent="0" algn="r" rtl="0">
              <a:spcBef>
                <a:spcPts val="0"/>
              </a:spcBef>
              <a:spcAft>
                <a:spcPts val="0"/>
              </a:spcAft>
              <a:buNone/>
            </a:pPr>
            <a:r>
              <a:rPr lang="en-US" noProof="0" dirty="0"/>
              <a:t>yourwebsite.com</a:t>
            </a:r>
          </a:p>
        </p:txBody>
      </p:sp>
      <p:sp>
        <p:nvSpPr>
          <p:cNvPr id="1232" name="Google Shape;1232;p62"/>
          <p:cNvSpPr txBox="1"/>
          <p:nvPr/>
        </p:nvSpPr>
        <p:spPr>
          <a:xfrm>
            <a:off x="713275" y="4233700"/>
            <a:ext cx="4629300" cy="260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US" sz="1200" noProof="0" dirty="0">
                <a:solidFill>
                  <a:schemeClr val="dk1"/>
                </a:solidFill>
                <a:latin typeface="Lato"/>
                <a:ea typeface="Lato"/>
                <a:cs typeface="Lato"/>
                <a:sym typeface="Lato"/>
              </a:rPr>
              <a:t>Please keep this slide for attribution</a:t>
            </a:r>
          </a:p>
        </p:txBody>
      </p:sp>
      <p:grpSp>
        <p:nvGrpSpPr>
          <p:cNvPr id="1233" name="Google Shape;1233;p62"/>
          <p:cNvGrpSpPr/>
          <p:nvPr/>
        </p:nvGrpSpPr>
        <p:grpSpPr>
          <a:xfrm>
            <a:off x="6034854" y="1343530"/>
            <a:ext cx="2894210" cy="2843761"/>
            <a:chOff x="5970625" y="1743798"/>
            <a:chExt cx="2272821" cy="2233203"/>
          </a:xfrm>
        </p:grpSpPr>
        <p:sp>
          <p:nvSpPr>
            <p:cNvPr id="1234" name="Google Shape;1234;p62"/>
            <p:cNvSpPr/>
            <p:nvPr/>
          </p:nvSpPr>
          <p:spPr>
            <a:xfrm>
              <a:off x="5970625" y="1743798"/>
              <a:ext cx="2233096" cy="2233203"/>
            </a:xfrm>
            <a:custGeom>
              <a:avLst/>
              <a:gdLst/>
              <a:ahLst/>
              <a:cxnLst/>
              <a:rect l="l" t="t" r="r" b="b"/>
              <a:pathLst>
                <a:path w="43058" h="43058" extrusionOk="0">
                  <a:moveTo>
                    <a:pt x="43058" y="21529"/>
                  </a:moveTo>
                  <a:cubicBezTo>
                    <a:pt x="43058" y="33419"/>
                    <a:pt x="33419" y="43058"/>
                    <a:pt x="21529" y="43058"/>
                  </a:cubicBezTo>
                  <a:cubicBezTo>
                    <a:pt x="9640" y="43058"/>
                    <a:pt x="0" y="33419"/>
                    <a:pt x="0" y="21529"/>
                  </a:cubicBezTo>
                  <a:cubicBezTo>
                    <a:pt x="0" y="9640"/>
                    <a:pt x="9640" y="0"/>
                    <a:pt x="21529" y="0"/>
                  </a:cubicBezTo>
                  <a:cubicBezTo>
                    <a:pt x="33419" y="0"/>
                    <a:pt x="43058" y="9640"/>
                    <a:pt x="43058" y="2152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5" name="Google Shape;1235;p62"/>
            <p:cNvSpPr/>
            <p:nvPr/>
          </p:nvSpPr>
          <p:spPr>
            <a:xfrm>
              <a:off x="8039522" y="2569044"/>
              <a:ext cx="203923" cy="204504"/>
            </a:xfrm>
            <a:custGeom>
              <a:avLst/>
              <a:gdLst/>
              <a:ahLst/>
              <a:cxnLst/>
              <a:rect l="l" t="t" r="r" b="b"/>
              <a:pathLst>
                <a:path w="3932" h="3943" extrusionOk="0">
                  <a:moveTo>
                    <a:pt x="3713" y="3931"/>
                  </a:moveTo>
                  <a:cubicBezTo>
                    <a:pt x="3598" y="3931"/>
                    <a:pt x="3500" y="3833"/>
                    <a:pt x="3500" y="3712"/>
                  </a:cubicBezTo>
                  <a:cubicBezTo>
                    <a:pt x="3500" y="1905"/>
                    <a:pt x="2032" y="432"/>
                    <a:pt x="219" y="432"/>
                  </a:cubicBezTo>
                  <a:cubicBezTo>
                    <a:pt x="104" y="432"/>
                    <a:pt x="1" y="340"/>
                    <a:pt x="1" y="219"/>
                  </a:cubicBezTo>
                  <a:cubicBezTo>
                    <a:pt x="1" y="104"/>
                    <a:pt x="93" y="0"/>
                    <a:pt x="219" y="0"/>
                  </a:cubicBezTo>
                  <a:cubicBezTo>
                    <a:pt x="2262" y="0"/>
                    <a:pt x="3920" y="1664"/>
                    <a:pt x="3920" y="3707"/>
                  </a:cubicBezTo>
                  <a:cubicBezTo>
                    <a:pt x="3931" y="3833"/>
                    <a:pt x="3828" y="3931"/>
                    <a:pt x="3713" y="3931"/>
                  </a:cubicBezTo>
                  <a:close/>
                  <a:moveTo>
                    <a:pt x="2878" y="3718"/>
                  </a:moveTo>
                  <a:cubicBezTo>
                    <a:pt x="2878" y="2251"/>
                    <a:pt x="1687" y="1065"/>
                    <a:pt x="225" y="1065"/>
                  </a:cubicBezTo>
                  <a:cubicBezTo>
                    <a:pt x="110" y="1065"/>
                    <a:pt x="6" y="1157"/>
                    <a:pt x="6" y="1284"/>
                  </a:cubicBezTo>
                  <a:cubicBezTo>
                    <a:pt x="6" y="1399"/>
                    <a:pt x="104" y="1497"/>
                    <a:pt x="225" y="1497"/>
                  </a:cubicBezTo>
                  <a:cubicBezTo>
                    <a:pt x="1457" y="1497"/>
                    <a:pt x="2452" y="2498"/>
                    <a:pt x="2452" y="3730"/>
                  </a:cubicBezTo>
                  <a:cubicBezTo>
                    <a:pt x="2452" y="3845"/>
                    <a:pt x="2550" y="3943"/>
                    <a:pt x="2671" y="3943"/>
                  </a:cubicBezTo>
                  <a:cubicBezTo>
                    <a:pt x="2792" y="3943"/>
                    <a:pt x="2878" y="3833"/>
                    <a:pt x="2878" y="3718"/>
                  </a:cubicBezTo>
                  <a:close/>
                  <a:moveTo>
                    <a:pt x="1831" y="3718"/>
                  </a:moveTo>
                  <a:cubicBezTo>
                    <a:pt x="1831" y="2838"/>
                    <a:pt x="1111" y="2107"/>
                    <a:pt x="219" y="2107"/>
                  </a:cubicBezTo>
                  <a:cubicBezTo>
                    <a:pt x="104" y="2107"/>
                    <a:pt x="1" y="2205"/>
                    <a:pt x="1" y="2325"/>
                  </a:cubicBezTo>
                  <a:cubicBezTo>
                    <a:pt x="1" y="2446"/>
                    <a:pt x="93" y="2538"/>
                    <a:pt x="219" y="2538"/>
                  </a:cubicBezTo>
                  <a:cubicBezTo>
                    <a:pt x="870" y="2538"/>
                    <a:pt x="1405" y="3074"/>
                    <a:pt x="1405" y="3730"/>
                  </a:cubicBezTo>
                  <a:cubicBezTo>
                    <a:pt x="1405" y="3845"/>
                    <a:pt x="1497" y="3943"/>
                    <a:pt x="1618" y="3943"/>
                  </a:cubicBezTo>
                  <a:cubicBezTo>
                    <a:pt x="1733" y="3931"/>
                    <a:pt x="1831" y="3833"/>
                    <a:pt x="1831" y="37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6" name="Google Shape;1236;p62"/>
            <p:cNvSpPr/>
            <p:nvPr/>
          </p:nvSpPr>
          <p:spPr>
            <a:xfrm>
              <a:off x="5996867" y="2974354"/>
              <a:ext cx="191061" cy="190189"/>
            </a:xfrm>
            <a:custGeom>
              <a:avLst/>
              <a:gdLst/>
              <a:ahLst/>
              <a:cxnLst/>
              <a:rect l="l" t="t" r="r" b="b"/>
              <a:pathLst>
                <a:path w="3684" h="3667" extrusionOk="0">
                  <a:moveTo>
                    <a:pt x="3672" y="202"/>
                  </a:moveTo>
                  <a:cubicBezTo>
                    <a:pt x="3672" y="306"/>
                    <a:pt x="3586" y="398"/>
                    <a:pt x="3471" y="398"/>
                  </a:cubicBezTo>
                  <a:cubicBezTo>
                    <a:pt x="1779" y="398"/>
                    <a:pt x="404" y="1773"/>
                    <a:pt x="404" y="3465"/>
                  </a:cubicBezTo>
                  <a:cubicBezTo>
                    <a:pt x="404" y="3574"/>
                    <a:pt x="317" y="3666"/>
                    <a:pt x="202" y="3666"/>
                  </a:cubicBezTo>
                  <a:cubicBezTo>
                    <a:pt x="93" y="3666"/>
                    <a:pt x="1" y="3580"/>
                    <a:pt x="1" y="3465"/>
                  </a:cubicBezTo>
                  <a:cubicBezTo>
                    <a:pt x="1" y="1560"/>
                    <a:pt x="1555" y="6"/>
                    <a:pt x="3459" y="6"/>
                  </a:cubicBezTo>
                  <a:cubicBezTo>
                    <a:pt x="3586" y="1"/>
                    <a:pt x="3672" y="81"/>
                    <a:pt x="3672" y="202"/>
                  </a:cubicBezTo>
                  <a:close/>
                  <a:moveTo>
                    <a:pt x="3477" y="979"/>
                  </a:moveTo>
                  <a:cubicBezTo>
                    <a:pt x="2113" y="979"/>
                    <a:pt x="996" y="2090"/>
                    <a:pt x="996" y="3459"/>
                  </a:cubicBezTo>
                  <a:cubicBezTo>
                    <a:pt x="996" y="3569"/>
                    <a:pt x="1083" y="3661"/>
                    <a:pt x="1198" y="3661"/>
                  </a:cubicBezTo>
                  <a:cubicBezTo>
                    <a:pt x="1307" y="3661"/>
                    <a:pt x="1399" y="3574"/>
                    <a:pt x="1399" y="3459"/>
                  </a:cubicBezTo>
                  <a:cubicBezTo>
                    <a:pt x="1399" y="2308"/>
                    <a:pt x="2331" y="1370"/>
                    <a:pt x="3482" y="1370"/>
                  </a:cubicBezTo>
                  <a:cubicBezTo>
                    <a:pt x="3592" y="1370"/>
                    <a:pt x="3684" y="1284"/>
                    <a:pt x="3684" y="1169"/>
                  </a:cubicBezTo>
                  <a:cubicBezTo>
                    <a:pt x="3672" y="1065"/>
                    <a:pt x="3586" y="979"/>
                    <a:pt x="3477" y="979"/>
                  </a:cubicBezTo>
                  <a:close/>
                  <a:moveTo>
                    <a:pt x="3477" y="1951"/>
                  </a:moveTo>
                  <a:cubicBezTo>
                    <a:pt x="2648" y="1951"/>
                    <a:pt x="1975" y="2630"/>
                    <a:pt x="1975" y="3459"/>
                  </a:cubicBezTo>
                  <a:cubicBezTo>
                    <a:pt x="1975" y="3563"/>
                    <a:pt x="2061" y="3661"/>
                    <a:pt x="2176" y="3661"/>
                  </a:cubicBezTo>
                  <a:cubicBezTo>
                    <a:pt x="2291" y="3661"/>
                    <a:pt x="2377" y="3574"/>
                    <a:pt x="2377" y="3459"/>
                  </a:cubicBezTo>
                  <a:cubicBezTo>
                    <a:pt x="2377" y="2843"/>
                    <a:pt x="2872" y="2349"/>
                    <a:pt x="3482" y="2349"/>
                  </a:cubicBezTo>
                  <a:cubicBezTo>
                    <a:pt x="3592" y="2349"/>
                    <a:pt x="3684" y="2262"/>
                    <a:pt x="3684" y="2147"/>
                  </a:cubicBezTo>
                  <a:cubicBezTo>
                    <a:pt x="3672" y="2043"/>
                    <a:pt x="3586" y="1951"/>
                    <a:pt x="3477" y="195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7" name="Google Shape;1237;p62"/>
            <p:cNvSpPr/>
            <p:nvPr/>
          </p:nvSpPr>
          <p:spPr>
            <a:xfrm>
              <a:off x="6169673" y="3213443"/>
              <a:ext cx="433726" cy="433436"/>
            </a:xfrm>
            <a:custGeom>
              <a:avLst/>
              <a:gdLst/>
              <a:ahLst/>
              <a:cxnLst/>
              <a:rect l="l" t="t" r="r" b="b"/>
              <a:pathLst>
                <a:path w="8363" h="8357" extrusionOk="0">
                  <a:moveTo>
                    <a:pt x="4179" y="0"/>
                  </a:moveTo>
                  <a:cubicBezTo>
                    <a:pt x="1877" y="0"/>
                    <a:pt x="1" y="1870"/>
                    <a:pt x="1" y="4178"/>
                  </a:cubicBezTo>
                  <a:cubicBezTo>
                    <a:pt x="1" y="6480"/>
                    <a:pt x="1871" y="8356"/>
                    <a:pt x="4179" y="8356"/>
                  </a:cubicBezTo>
                  <a:cubicBezTo>
                    <a:pt x="6481" y="8356"/>
                    <a:pt x="8363" y="6486"/>
                    <a:pt x="8363" y="4178"/>
                  </a:cubicBezTo>
                  <a:cubicBezTo>
                    <a:pt x="8363" y="1870"/>
                    <a:pt x="6481" y="0"/>
                    <a:pt x="4179" y="0"/>
                  </a:cubicBezTo>
                  <a:close/>
                  <a:moveTo>
                    <a:pt x="4179" y="8034"/>
                  </a:moveTo>
                  <a:cubicBezTo>
                    <a:pt x="3701" y="8034"/>
                    <a:pt x="3195" y="7280"/>
                    <a:pt x="2936" y="6037"/>
                  </a:cubicBezTo>
                  <a:cubicBezTo>
                    <a:pt x="3304" y="5985"/>
                    <a:pt x="3713" y="5956"/>
                    <a:pt x="4179" y="5956"/>
                  </a:cubicBezTo>
                  <a:cubicBezTo>
                    <a:pt x="4651" y="5956"/>
                    <a:pt x="5065" y="5985"/>
                    <a:pt x="5428" y="6037"/>
                  </a:cubicBezTo>
                  <a:cubicBezTo>
                    <a:pt x="5169" y="7280"/>
                    <a:pt x="4662" y="8034"/>
                    <a:pt x="4179" y="8034"/>
                  </a:cubicBezTo>
                  <a:close/>
                  <a:moveTo>
                    <a:pt x="4179" y="5640"/>
                  </a:moveTo>
                  <a:cubicBezTo>
                    <a:pt x="3690" y="5640"/>
                    <a:pt x="3252" y="5669"/>
                    <a:pt x="2872" y="5720"/>
                  </a:cubicBezTo>
                  <a:cubicBezTo>
                    <a:pt x="2798" y="5300"/>
                    <a:pt x="2757" y="4834"/>
                    <a:pt x="2752" y="4328"/>
                  </a:cubicBezTo>
                  <a:lnTo>
                    <a:pt x="5600" y="4328"/>
                  </a:lnTo>
                  <a:cubicBezTo>
                    <a:pt x="5589" y="4834"/>
                    <a:pt x="5548" y="5300"/>
                    <a:pt x="5474" y="5720"/>
                  </a:cubicBezTo>
                  <a:cubicBezTo>
                    <a:pt x="5111" y="5674"/>
                    <a:pt x="4668" y="5640"/>
                    <a:pt x="4179" y="5640"/>
                  </a:cubicBezTo>
                  <a:close/>
                  <a:moveTo>
                    <a:pt x="4179" y="317"/>
                  </a:moveTo>
                  <a:cubicBezTo>
                    <a:pt x="4662" y="317"/>
                    <a:pt x="5169" y="1071"/>
                    <a:pt x="5428" y="2314"/>
                  </a:cubicBezTo>
                  <a:cubicBezTo>
                    <a:pt x="5059" y="2365"/>
                    <a:pt x="4651" y="2394"/>
                    <a:pt x="4179" y="2394"/>
                  </a:cubicBezTo>
                  <a:cubicBezTo>
                    <a:pt x="3713" y="2394"/>
                    <a:pt x="3298" y="2365"/>
                    <a:pt x="2936" y="2314"/>
                  </a:cubicBezTo>
                  <a:cubicBezTo>
                    <a:pt x="3195" y="1071"/>
                    <a:pt x="3701" y="317"/>
                    <a:pt x="4179" y="317"/>
                  </a:cubicBezTo>
                  <a:close/>
                  <a:moveTo>
                    <a:pt x="4179" y="2705"/>
                  </a:moveTo>
                  <a:cubicBezTo>
                    <a:pt x="4668" y="2705"/>
                    <a:pt x="5111" y="2676"/>
                    <a:pt x="5491" y="2624"/>
                  </a:cubicBezTo>
                  <a:cubicBezTo>
                    <a:pt x="5560" y="3039"/>
                    <a:pt x="5606" y="3511"/>
                    <a:pt x="5612" y="4011"/>
                  </a:cubicBezTo>
                  <a:lnTo>
                    <a:pt x="2763" y="4011"/>
                  </a:lnTo>
                  <a:cubicBezTo>
                    <a:pt x="2769" y="3511"/>
                    <a:pt x="2815" y="3039"/>
                    <a:pt x="2884" y="2624"/>
                  </a:cubicBezTo>
                  <a:cubicBezTo>
                    <a:pt x="3258" y="2676"/>
                    <a:pt x="3690" y="2705"/>
                    <a:pt x="4179" y="2705"/>
                  </a:cubicBezTo>
                  <a:close/>
                  <a:moveTo>
                    <a:pt x="2441" y="4023"/>
                  </a:moveTo>
                  <a:lnTo>
                    <a:pt x="323" y="4023"/>
                  </a:lnTo>
                  <a:cubicBezTo>
                    <a:pt x="352" y="3315"/>
                    <a:pt x="576" y="2653"/>
                    <a:pt x="939" y="2095"/>
                  </a:cubicBezTo>
                  <a:cubicBezTo>
                    <a:pt x="1169" y="2210"/>
                    <a:pt x="1704" y="2440"/>
                    <a:pt x="2567" y="2584"/>
                  </a:cubicBezTo>
                  <a:cubicBezTo>
                    <a:pt x="2493" y="3021"/>
                    <a:pt x="2447" y="3511"/>
                    <a:pt x="2441" y="4023"/>
                  </a:cubicBezTo>
                  <a:close/>
                  <a:moveTo>
                    <a:pt x="2441" y="4328"/>
                  </a:moveTo>
                  <a:cubicBezTo>
                    <a:pt x="2447" y="4840"/>
                    <a:pt x="2493" y="5323"/>
                    <a:pt x="2562" y="5766"/>
                  </a:cubicBezTo>
                  <a:cubicBezTo>
                    <a:pt x="1698" y="5910"/>
                    <a:pt x="1157" y="6141"/>
                    <a:pt x="927" y="6256"/>
                  </a:cubicBezTo>
                  <a:cubicBezTo>
                    <a:pt x="570" y="5697"/>
                    <a:pt x="346" y="5036"/>
                    <a:pt x="317" y="4328"/>
                  </a:cubicBezTo>
                  <a:close/>
                  <a:moveTo>
                    <a:pt x="5922" y="4328"/>
                  </a:moveTo>
                  <a:lnTo>
                    <a:pt x="8034" y="4328"/>
                  </a:lnTo>
                  <a:cubicBezTo>
                    <a:pt x="8006" y="5036"/>
                    <a:pt x="7787" y="5697"/>
                    <a:pt x="7424" y="6256"/>
                  </a:cubicBezTo>
                  <a:cubicBezTo>
                    <a:pt x="7194" y="6141"/>
                    <a:pt x="6653" y="5910"/>
                    <a:pt x="5790" y="5766"/>
                  </a:cubicBezTo>
                  <a:cubicBezTo>
                    <a:pt x="5871" y="5323"/>
                    <a:pt x="5917" y="4840"/>
                    <a:pt x="5922" y="4328"/>
                  </a:cubicBezTo>
                  <a:close/>
                  <a:moveTo>
                    <a:pt x="5922" y="4023"/>
                  </a:moveTo>
                  <a:cubicBezTo>
                    <a:pt x="5917" y="3511"/>
                    <a:pt x="5871" y="3027"/>
                    <a:pt x="5802" y="2584"/>
                  </a:cubicBezTo>
                  <a:cubicBezTo>
                    <a:pt x="6665" y="2440"/>
                    <a:pt x="7200" y="2210"/>
                    <a:pt x="7430" y="2095"/>
                  </a:cubicBezTo>
                  <a:cubicBezTo>
                    <a:pt x="7793" y="2653"/>
                    <a:pt x="8017" y="3315"/>
                    <a:pt x="8046" y="4023"/>
                  </a:cubicBezTo>
                  <a:close/>
                  <a:moveTo>
                    <a:pt x="7246" y="1824"/>
                  </a:moveTo>
                  <a:cubicBezTo>
                    <a:pt x="7016" y="1934"/>
                    <a:pt x="6521" y="2135"/>
                    <a:pt x="5744" y="2268"/>
                  </a:cubicBezTo>
                  <a:cubicBezTo>
                    <a:pt x="5571" y="1439"/>
                    <a:pt x="5284" y="777"/>
                    <a:pt x="4927" y="380"/>
                  </a:cubicBezTo>
                  <a:cubicBezTo>
                    <a:pt x="5865" y="570"/>
                    <a:pt x="6682" y="1094"/>
                    <a:pt x="7246" y="1824"/>
                  </a:cubicBezTo>
                  <a:close/>
                  <a:moveTo>
                    <a:pt x="3442" y="386"/>
                  </a:moveTo>
                  <a:cubicBezTo>
                    <a:pt x="3085" y="777"/>
                    <a:pt x="2798" y="1439"/>
                    <a:pt x="2625" y="2273"/>
                  </a:cubicBezTo>
                  <a:cubicBezTo>
                    <a:pt x="1848" y="2141"/>
                    <a:pt x="1353" y="1940"/>
                    <a:pt x="1123" y="1836"/>
                  </a:cubicBezTo>
                  <a:cubicBezTo>
                    <a:pt x="1687" y="1094"/>
                    <a:pt x="2498" y="570"/>
                    <a:pt x="3442" y="386"/>
                  </a:cubicBezTo>
                  <a:close/>
                  <a:moveTo>
                    <a:pt x="1117" y="6526"/>
                  </a:moveTo>
                  <a:cubicBezTo>
                    <a:pt x="1347" y="6417"/>
                    <a:pt x="1842" y="6215"/>
                    <a:pt x="2619" y="6083"/>
                  </a:cubicBezTo>
                  <a:cubicBezTo>
                    <a:pt x="2792" y="6912"/>
                    <a:pt x="3080" y="7573"/>
                    <a:pt x="3431" y="7971"/>
                  </a:cubicBezTo>
                  <a:cubicBezTo>
                    <a:pt x="2498" y="7775"/>
                    <a:pt x="1687" y="7251"/>
                    <a:pt x="1117" y="6526"/>
                  </a:cubicBezTo>
                  <a:close/>
                  <a:moveTo>
                    <a:pt x="4927" y="7965"/>
                  </a:moveTo>
                  <a:cubicBezTo>
                    <a:pt x="5284" y="7573"/>
                    <a:pt x="5571" y="6912"/>
                    <a:pt x="5744" y="6077"/>
                  </a:cubicBezTo>
                  <a:cubicBezTo>
                    <a:pt x="6521" y="6204"/>
                    <a:pt x="7016" y="6411"/>
                    <a:pt x="7246" y="6515"/>
                  </a:cubicBezTo>
                  <a:cubicBezTo>
                    <a:pt x="6682" y="7251"/>
                    <a:pt x="5865" y="7775"/>
                    <a:pt x="4927" y="796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8" name="Google Shape;1238;p62"/>
            <p:cNvSpPr/>
            <p:nvPr/>
          </p:nvSpPr>
          <p:spPr>
            <a:xfrm>
              <a:off x="7458455" y="1867648"/>
              <a:ext cx="507993" cy="508381"/>
            </a:xfrm>
            <a:custGeom>
              <a:avLst/>
              <a:gdLst/>
              <a:ahLst/>
              <a:cxnLst/>
              <a:rect l="l" t="t" r="r" b="b"/>
              <a:pathLst>
                <a:path w="9795" h="9802" extrusionOk="0">
                  <a:moveTo>
                    <a:pt x="4897" y="1"/>
                  </a:moveTo>
                  <a:cubicBezTo>
                    <a:pt x="2198" y="1"/>
                    <a:pt x="0" y="2193"/>
                    <a:pt x="0" y="4898"/>
                  </a:cubicBezTo>
                  <a:cubicBezTo>
                    <a:pt x="0" y="7603"/>
                    <a:pt x="2193" y="9801"/>
                    <a:pt x="4897" y="9801"/>
                  </a:cubicBezTo>
                  <a:cubicBezTo>
                    <a:pt x="7596" y="9801"/>
                    <a:pt x="9795" y="7603"/>
                    <a:pt x="9795" y="4898"/>
                  </a:cubicBezTo>
                  <a:cubicBezTo>
                    <a:pt x="9795" y="2193"/>
                    <a:pt x="7602" y="1"/>
                    <a:pt x="4897" y="1"/>
                  </a:cubicBezTo>
                  <a:close/>
                  <a:moveTo>
                    <a:pt x="4897" y="9433"/>
                  </a:moveTo>
                  <a:cubicBezTo>
                    <a:pt x="4333" y="9433"/>
                    <a:pt x="3741" y="8541"/>
                    <a:pt x="3436" y="7085"/>
                  </a:cubicBezTo>
                  <a:cubicBezTo>
                    <a:pt x="3862" y="7027"/>
                    <a:pt x="4351" y="6993"/>
                    <a:pt x="4897" y="6993"/>
                  </a:cubicBezTo>
                  <a:cubicBezTo>
                    <a:pt x="5444" y="6993"/>
                    <a:pt x="5933" y="7027"/>
                    <a:pt x="6359" y="7085"/>
                  </a:cubicBezTo>
                  <a:cubicBezTo>
                    <a:pt x="6054" y="8541"/>
                    <a:pt x="5467" y="9433"/>
                    <a:pt x="4897" y="9433"/>
                  </a:cubicBezTo>
                  <a:close/>
                  <a:moveTo>
                    <a:pt x="4897" y="6619"/>
                  </a:moveTo>
                  <a:cubicBezTo>
                    <a:pt x="4322" y="6619"/>
                    <a:pt x="3810" y="6653"/>
                    <a:pt x="3367" y="6711"/>
                  </a:cubicBezTo>
                  <a:cubicBezTo>
                    <a:pt x="3286" y="6222"/>
                    <a:pt x="3234" y="5675"/>
                    <a:pt x="3223" y="5082"/>
                  </a:cubicBezTo>
                  <a:lnTo>
                    <a:pt x="6566" y="5082"/>
                  </a:lnTo>
                  <a:cubicBezTo>
                    <a:pt x="6561" y="5669"/>
                    <a:pt x="6509" y="6216"/>
                    <a:pt x="6422" y="6711"/>
                  </a:cubicBezTo>
                  <a:cubicBezTo>
                    <a:pt x="5985" y="6665"/>
                    <a:pt x="5473" y="6619"/>
                    <a:pt x="4897" y="6619"/>
                  </a:cubicBezTo>
                  <a:close/>
                  <a:moveTo>
                    <a:pt x="4897" y="375"/>
                  </a:moveTo>
                  <a:cubicBezTo>
                    <a:pt x="5456" y="375"/>
                    <a:pt x="6054" y="1267"/>
                    <a:pt x="6359" y="2723"/>
                  </a:cubicBezTo>
                  <a:cubicBezTo>
                    <a:pt x="5933" y="2780"/>
                    <a:pt x="5444" y="2815"/>
                    <a:pt x="4897" y="2815"/>
                  </a:cubicBezTo>
                  <a:cubicBezTo>
                    <a:pt x="4351" y="2815"/>
                    <a:pt x="3862" y="2780"/>
                    <a:pt x="3436" y="2723"/>
                  </a:cubicBezTo>
                  <a:cubicBezTo>
                    <a:pt x="3746" y="1261"/>
                    <a:pt x="4333" y="375"/>
                    <a:pt x="4897" y="375"/>
                  </a:cubicBezTo>
                  <a:close/>
                  <a:moveTo>
                    <a:pt x="4897" y="3183"/>
                  </a:moveTo>
                  <a:cubicBezTo>
                    <a:pt x="5473" y="3183"/>
                    <a:pt x="5985" y="3143"/>
                    <a:pt x="6428" y="3085"/>
                  </a:cubicBezTo>
                  <a:cubicBezTo>
                    <a:pt x="6509" y="3574"/>
                    <a:pt x="6561" y="4121"/>
                    <a:pt x="6572" y="4720"/>
                  </a:cubicBezTo>
                  <a:lnTo>
                    <a:pt x="3229" y="4720"/>
                  </a:lnTo>
                  <a:cubicBezTo>
                    <a:pt x="3234" y="4127"/>
                    <a:pt x="3286" y="3580"/>
                    <a:pt x="3372" y="3085"/>
                  </a:cubicBezTo>
                  <a:cubicBezTo>
                    <a:pt x="3810" y="3143"/>
                    <a:pt x="4322" y="3183"/>
                    <a:pt x="4897" y="3183"/>
                  </a:cubicBezTo>
                  <a:close/>
                  <a:moveTo>
                    <a:pt x="2860" y="4720"/>
                  </a:moveTo>
                  <a:lnTo>
                    <a:pt x="380" y="4720"/>
                  </a:lnTo>
                  <a:cubicBezTo>
                    <a:pt x="414" y="3891"/>
                    <a:pt x="673" y="3114"/>
                    <a:pt x="1094" y="2464"/>
                  </a:cubicBezTo>
                  <a:cubicBezTo>
                    <a:pt x="1364" y="2596"/>
                    <a:pt x="1991" y="2872"/>
                    <a:pt x="3004" y="3039"/>
                  </a:cubicBezTo>
                  <a:cubicBezTo>
                    <a:pt x="2918" y="3551"/>
                    <a:pt x="2866" y="4115"/>
                    <a:pt x="2860" y="4720"/>
                  </a:cubicBezTo>
                  <a:close/>
                  <a:moveTo>
                    <a:pt x="2860" y="5088"/>
                  </a:moveTo>
                  <a:cubicBezTo>
                    <a:pt x="2866" y="5686"/>
                    <a:pt x="2918" y="6250"/>
                    <a:pt x="3010" y="6768"/>
                  </a:cubicBezTo>
                  <a:cubicBezTo>
                    <a:pt x="1997" y="6935"/>
                    <a:pt x="1370" y="7211"/>
                    <a:pt x="1099" y="7344"/>
                  </a:cubicBezTo>
                  <a:cubicBezTo>
                    <a:pt x="673" y="6688"/>
                    <a:pt x="414" y="5917"/>
                    <a:pt x="386" y="5088"/>
                  </a:cubicBezTo>
                  <a:close/>
                  <a:moveTo>
                    <a:pt x="6940" y="5088"/>
                  </a:moveTo>
                  <a:lnTo>
                    <a:pt x="9421" y="5088"/>
                  </a:lnTo>
                  <a:cubicBezTo>
                    <a:pt x="9386" y="5917"/>
                    <a:pt x="9127" y="6694"/>
                    <a:pt x="8707" y="7344"/>
                  </a:cubicBezTo>
                  <a:cubicBezTo>
                    <a:pt x="8437" y="7211"/>
                    <a:pt x="7809" y="6935"/>
                    <a:pt x="6797" y="6768"/>
                  </a:cubicBezTo>
                  <a:cubicBezTo>
                    <a:pt x="6883" y="6250"/>
                    <a:pt x="6935" y="5686"/>
                    <a:pt x="6940" y="5088"/>
                  </a:cubicBezTo>
                  <a:close/>
                  <a:moveTo>
                    <a:pt x="6940" y="4720"/>
                  </a:moveTo>
                  <a:cubicBezTo>
                    <a:pt x="6935" y="4121"/>
                    <a:pt x="6883" y="3557"/>
                    <a:pt x="6791" y="3039"/>
                  </a:cubicBezTo>
                  <a:cubicBezTo>
                    <a:pt x="7804" y="2872"/>
                    <a:pt x="8431" y="2596"/>
                    <a:pt x="8701" y="2464"/>
                  </a:cubicBezTo>
                  <a:cubicBezTo>
                    <a:pt x="9127" y="3114"/>
                    <a:pt x="9386" y="3891"/>
                    <a:pt x="9415" y="4720"/>
                  </a:cubicBezTo>
                  <a:close/>
                  <a:moveTo>
                    <a:pt x="8494" y="2153"/>
                  </a:moveTo>
                  <a:cubicBezTo>
                    <a:pt x="8218" y="2280"/>
                    <a:pt x="7637" y="2521"/>
                    <a:pt x="6722" y="2671"/>
                  </a:cubicBezTo>
                  <a:cubicBezTo>
                    <a:pt x="6520" y="1698"/>
                    <a:pt x="6187" y="921"/>
                    <a:pt x="5772" y="461"/>
                  </a:cubicBezTo>
                  <a:cubicBezTo>
                    <a:pt x="6877" y="674"/>
                    <a:pt x="7832" y="1290"/>
                    <a:pt x="8494" y="2153"/>
                  </a:cubicBezTo>
                  <a:close/>
                  <a:moveTo>
                    <a:pt x="4028" y="461"/>
                  </a:moveTo>
                  <a:cubicBezTo>
                    <a:pt x="3614" y="921"/>
                    <a:pt x="3280" y="1698"/>
                    <a:pt x="3079" y="2671"/>
                  </a:cubicBezTo>
                  <a:cubicBezTo>
                    <a:pt x="2164" y="2516"/>
                    <a:pt x="1583" y="2280"/>
                    <a:pt x="1306" y="2153"/>
                  </a:cubicBezTo>
                  <a:cubicBezTo>
                    <a:pt x="1968" y="1290"/>
                    <a:pt x="2924" y="674"/>
                    <a:pt x="4028" y="461"/>
                  </a:cubicBezTo>
                  <a:close/>
                  <a:moveTo>
                    <a:pt x="1306" y="7655"/>
                  </a:moveTo>
                  <a:cubicBezTo>
                    <a:pt x="1583" y="7528"/>
                    <a:pt x="2164" y="7286"/>
                    <a:pt x="3079" y="7137"/>
                  </a:cubicBezTo>
                  <a:cubicBezTo>
                    <a:pt x="3280" y="8109"/>
                    <a:pt x="3614" y="8886"/>
                    <a:pt x="4028" y="9346"/>
                  </a:cubicBezTo>
                  <a:cubicBezTo>
                    <a:pt x="2924" y="9128"/>
                    <a:pt x="1968" y="8512"/>
                    <a:pt x="1306" y="7655"/>
                  </a:cubicBezTo>
                  <a:close/>
                  <a:moveTo>
                    <a:pt x="5772" y="9346"/>
                  </a:moveTo>
                  <a:cubicBezTo>
                    <a:pt x="6187" y="8886"/>
                    <a:pt x="6520" y="8109"/>
                    <a:pt x="6722" y="7137"/>
                  </a:cubicBezTo>
                  <a:cubicBezTo>
                    <a:pt x="7637" y="7286"/>
                    <a:pt x="8218" y="7528"/>
                    <a:pt x="8494" y="7655"/>
                  </a:cubicBezTo>
                  <a:cubicBezTo>
                    <a:pt x="7832" y="8512"/>
                    <a:pt x="6877" y="9128"/>
                    <a:pt x="5772" y="934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9" name="Google Shape;1239;p62"/>
            <p:cNvSpPr/>
            <p:nvPr/>
          </p:nvSpPr>
          <p:spPr>
            <a:xfrm>
              <a:off x="6152662" y="1867648"/>
              <a:ext cx="353754" cy="450759"/>
            </a:xfrm>
            <a:custGeom>
              <a:avLst/>
              <a:gdLst/>
              <a:ahLst/>
              <a:cxnLst/>
              <a:rect l="l" t="t" r="r" b="b"/>
              <a:pathLst>
                <a:path w="6821" h="8691" extrusionOk="0">
                  <a:moveTo>
                    <a:pt x="6164" y="3540"/>
                  </a:moveTo>
                  <a:lnTo>
                    <a:pt x="5830" y="3540"/>
                  </a:lnTo>
                  <a:lnTo>
                    <a:pt x="5830" y="2418"/>
                  </a:lnTo>
                  <a:cubicBezTo>
                    <a:pt x="5830" y="1077"/>
                    <a:pt x="4748" y="1"/>
                    <a:pt x="3413" y="1"/>
                  </a:cubicBezTo>
                  <a:cubicBezTo>
                    <a:pt x="2078" y="1"/>
                    <a:pt x="991" y="1088"/>
                    <a:pt x="991" y="2418"/>
                  </a:cubicBezTo>
                  <a:lnTo>
                    <a:pt x="991" y="3540"/>
                  </a:lnTo>
                  <a:lnTo>
                    <a:pt x="663" y="3540"/>
                  </a:lnTo>
                  <a:cubicBezTo>
                    <a:pt x="294" y="3540"/>
                    <a:pt x="1" y="3833"/>
                    <a:pt x="1" y="4202"/>
                  </a:cubicBezTo>
                  <a:lnTo>
                    <a:pt x="1" y="8029"/>
                  </a:lnTo>
                  <a:cubicBezTo>
                    <a:pt x="1" y="8397"/>
                    <a:pt x="294" y="8690"/>
                    <a:pt x="663" y="8690"/>
                  </a:cubicBezTo>
                  <a:lnTo>
                    <a:pt x="6158" y="8690"/>
                  </a:lnTo>
                  <a:cubicBezTo>
                    <a:pt x="6521" y="8690"/>
                    <a:pt x="6820" y="8397"/>
                    <a:pt x="6820" y="8029"/>
                  </a:cubicBezTo>
                  <a:lnTo>
                    <a:pt x="6820" y="4202"/>
                  </a:lnTo>
                  <a:cubicBezTo>
                    <a:pt x="6820" y="3833"/>
                    <a:pt x="6521" y="3540"/>
                    <a:pt x="6164" y="3540"/>
                  </a:cubicBezTo>
                  <a:close/>
                  <a:moveTo>
                    <a:pt x="1273" y="2418"/>
                  </a:moveTo>
                  <a:cubicBezTo>
                    <a:pt x="1273" y="1238"/>
                    <a:pt x="2234" y="277"/>
                    <a:pt x="3413" y="277"/>
                  </a:cubicBezTo>
                  <a:cubicBezTo>
                    <a:pt x="4593" y="277"/>
                    <a:pt x="5560" y="1238"/>
                    <a:pt x="5560" y="2418"/>
                  </a:cubicBezTo>
                  <a:lnTo>
                    <a:pt x="5560" y="3540"/>
                  </a:lnTo>
                  <a:lnTo>
                    <a:pt x="4818" y="3540"/>
                  </a:lnTo>
                  <a:lnTo>
                    <a:pt x="4818" y="2418"/>
                  </a:lnTo>
                  <a:cubicBezTo>
                    <a:pt x="4818" y="1647"/>
                    <a:pt x="4190" y="1014"/>
                    <a:pt x="3413" y="1014"/>
                  </a:cubicBezTo>
                  <a:cubicBezTo>
                    <a:pt x="2636" y="1014"/>
                    <a:pt x="2015" y="1641"/>
                    <a:pt x="2015" y="2418"/>
                  </a:cubicBezTo>
                  <a:lnTo>
                    <a:pt x="2015" y="3540"/>
                  </a:lnTo>
                  <a:lnTo>
                    <a:pt x="1273" y="3540"/>
                  </a:lnTo>
                  <a:close/>
                  <a:moveTo>
                    <a:pt x="4536" y="3540"/>
                  </a:moveTo>
                  <a:lnTo>
                    <a:pt x="2285" y="3540"/>
                  </a:lnTo>
                  <a:lnTo>
                    <a:pt x="2285" y="2418"/>
                  </a:lnTo>
                  <a:cubicBezTo>
                    <a:pt x="2285" y="1796"/>
                    <a:pt x="2792" y="1290"/>
                    <a:pt x="3413" y="1290"/>
                  </a:cubicBezTo>
                  <a:cubicBezTo>
                    <a:pt x="4041" y="1290"/>
                    <a:pt x="4541" y="1790"/>
                    <a:pt x="4541" y="2418"/>
                  </a:cubicBezTo>
                  <a:lnTo>
                    <a:pt x="4541" y="3540"/>
                  </a:lnTo>
                  <a:close/>
                  <a:moveTo>
                    <a:pt x="6544" y="8029"/>
                  </a:moveTo>
                  <a:cubicBezTo>
                    <a:pt x="6544" y="8236"/>
                    <a:pt x="6371" y="8408"/>
                    <a:pt x="6164" y="8408"/>
                  </a:cubicBezTo>
                  <a:lnTo>
                    <a:pt x="663" y="8408"/>
                  </a:lnTo>
                  <a:cubicBezTo>
                    <a:pt x="450" y="8408"/>
                    <a:pt x="277" y="8236"/>
                    <a:pt x="277" y="8029"/>
                  </a:cubicBezTo>
                  <a:lnTo>
                    <a:pt x="277" y="4202"/>
                  </a:lnTo>
                  <a:cubicBezTo>
                    <a:pt x="277" y="3995"/>
                    <a:pt x="450" y="3822"/>
                    <a:pt x="663" y="3822"/>
                  </a:cubicBezTo>
                  <a:lnTo>
                    <a:pt x="991" y="3822"/>
                  </a:lnTo>
                  <a:lnTo>
                    <a:pt x="2285" y="3822"/>
                  </a:lnTo>
                  <a:lnTo>
                    <a:pt x="4536" y="3822"/>
                  </a:lnTo>
                  <a:lnTo>
                    <a:pt x="5830" y="3822"/>
                  </a:lnTo>
                  <a:lnTo>
                    <a:pt x="6164" y="3822"/>
                  </a:lnTo>
                  <a:cubicBezTo>
                    <a:pt x="6371" y="3822"/>
                    <a:pt x="6544" y="3995"/>
                    <a:pt x="6544" y="420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0" name="Google Shape;1240;p62"/>
            <p:cNvSpPr/>
            <p:nvPr/>
          </p:nvSpPr>
          <p:spPr>
            <a:xfrm>
              <a:off x="6250267" y="2119858"/>
              <a:ext cx="168398" cy="128107"/>
            </a:xfrm>
            <a:custGeom>
              <a:avLst/>
              <a:gdLst/>
              <a:ahLst/>
              <a:cxnLst/>
              <a:rect l="l" t="t" r="r" b="b"/>
              <a:pathLst>
                <a:path w="3247" h="2470" extrusionOk="0">
                  <a:moveTo>
                    <a:pt x="3246" y="317"/>
                  </a:moveTo>
                  <a:lnTo>
                    <a:pt x="1491" y="2469"/>
                  </a:lnTo>
                  <a:lnTo>
                    <a:pt x="1" y="1013"/>
                  </a:lnTo>
                  <a:lnTo>
                    <a:pt x="340" y="662"/>
                  </a:lnTo>
                  <a:lnTo>
                    <a:pt x="1445" y="1744"/>
                  </a:lnTo>
                  <a:lnTo>
                    <a:pt x="286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1" name="Google Shape;1241;p62"/>
            <p:cNvSpPr/>
            <p:nvPr/>
          </p:nvSpPr>
          <p:spPr>
            <a:xfrm>
              <a:off x="7858367" y="3112569"/>
              <a:ext cx="308945" cy="394018"/>
            </a:xfrm>
            <a:custGeom>
              <a:avLst/>
              <a:gdLst/>
              <a:ahLst/>
              <a:cxnLst/>
              <a:rect l="l" t="t" r="r" b="b"/>
              <a:pathLst>
                <a:path w="5957" h="7597" extrusionOk="0">
                  <a:moveTo>
                    <a:pt x="5381" y="3102"/>
                  </a:moveTo>
                  <a:lnTo>
                    <a:pt x="5094" y="3102"/>
                  </a:lnTo>
                  <a:lnTo>
                    <a:pt x="5094" y="2118"/>
                  </a:lnTo>
                  <a:cubicBezTo>
                    <a:pt x="5094" y="950"/>
                    <a:pt x="4144" y="0"/>
                    <a:pt x="2976" y="0"/>
                  </a:cubicBezTo>
                  <a:cubicBezTo>
                    <a:pt x="1813" y="0"/>
                    <a:pt x="864" y="950"/>
                    <a:pt x="864" y="2118"/>
                  </a:cubicBezTo>
                  <a:lnTo>
                    <a:pt x="864" y="3102"/>
                  </a:lnTo>
                  <a:lnTo>
                    <a:pt x="576" y="3102"/>
                  </a:lnTo>
                  <a:cubicBezTo>
                    <a:pt x="260" y="3102"/>
                    <a:pt x="1" y="3361"/>
                    <a:pt x="1" y="3677"/>
                  </a:cubicBezTo>
                  <a:lnTo>
                    <a:pt x="1" y="7021"/>
                  </a:lnTo>
                  <a:cubicBezTo>
                    <a:pt x="1" y="7337"/>
                    <a:pt x="260" y="7596"/>
                    <a:pt x="576" y="7596"/>
                  </a:cubicBezTo>
                  <a:lnTo>
                    <a:pt x="5370" y="7596"/>
                  </a:lnTo>
                  <a:cubicBezTo>
                    <a:pt x="5686" y="7596"/>
                    <a:pt x="5945" y="7337"/>
                    <a:pt x="5945" y="7021"/>
                  </a:cubicBezTo>
                  <a:lnTo>
                    <a:pt x="5945" y="3677"/>
                  </a:lnTo>
                  <a:cubicBezTo>
                    <a:pt x="5957" y="3361"/>
                    <a:pt x="5698" y="3102"/>
                    <a:pt x="5381" y="3102"/>
                  </a:cubicBezTo>
                  <a:close/>
                  <a:moveTo>
                    <a:pt x="1105" y="2124"/>
                  </a:moveTo>
                  <a:cubicBezTo>
                    <a:pt x="1105" y="1093"/>
                    <a:pt x="1946" y="253"/>
                    <a:pt x="2976" y="253"/>
                  </a:cubicBezTo>
                  <a:cubicBezTo>
                    <a:pt x="4006" y="253"/>
                    <a:pt x="4846" y="1093"/>
                    <a:pt x="4846" y="2124"/>
                  </a:cubicBezTo>
                  <a:lnTo>
                    <a:pt x="4846" y="3108"/>
                  </a:lnTo>
                  <a:lnTo>
                    <a:pt x="4202" y="3108"/>
                  </a:lnTo>
                  <a:lnTo>
                    <a:pt x="4202" y="2124"/>
                  </a:lnTo>
                  <a:cubicBezTo>
                    <a:pt x="4202" y="1450"/>
                    <a:pt x="3655" y="904"/>
                    <a:pt x="2976" y="904"/>
                  </a:cubicBezTo>
                  <a:cubicBezTo>
                    <a:pt x="2302" y="904"/>
                    <a:pt x="1756" y="1450"/>
                    <a:pt x="1756" y="2124"/>
                  </a:cubicBezTo>
                  <a:lnTo>
                    <a:pt x="1756" y="3108"/>
                  </a:lnTo>
                  <a:lnTo>
                    <a:pt x="1105" y="3108"/>
                  </a:lnTo>
                  <a:close/>
                  <a:moveTo>
                    <a:pt x="3960" y="3102"/>
                  </a:moveTo>
                  <a:lnTo>
                    <a:pt x="1997" y="3102"/>
                  </a:lnTo>
                  <a:lnTo>
                    <a:pt x="1997" y="2118"/>
                  </a:lnTo>
                  <a:cubicBezTo>
                    <a:pt x="1997" y="1577"/>
                    <a:pt x="2435" y="1128"/>
                    <a:pt x="2982" y="1128"/>
                  </a:cubicBezTo>
                  <a:cubicBezTo>
                    <a:pt x="3523" y="1128"/>
                    <a:pt x="3966" y="1571"/>
                    <a:pt x="3966" y="2118"/>
                  </a:cubicBezTo>
                  <a:lnTo>
                    <a:pt x="3966" y="3102"/>
                  </a:lnTo>
                  <a:close/>
                  <a:moveTo>
                    <a:pt x="5709" y="7021"/>
                  </a:moveTo>
                  <a:cubicBezTo>
                    <a:pt x="5709" y="7211"/>
                    <a:pt x="5560" y="7355"/>
                    <a:pt x="5381" y="7355"/>
                  </a:cubicBezTo>
                  <a:lnTo>
                    <a:pt x="582" y="7355"/>
                  </a:lnTo>
                  <a:cubicBezTo>
                    <a:pt x="392" y="7355"/>
                    <a:pt x="248" y="7205"/>
                    <a:pt x="248" y="7021"/>
                  </a:cubicBezTo>
                  <a:lnTo>
                    <a:pt x="248" y="3677"/>
                  </a:lnTo>
                  <a:cubicBezTo>
                    <a:pt x="248" y="3487"/>
                    <a:pt x="403" y="3344"/>
                    <a:pt x="582" y="3344"/>
                  </a:cubicBezTo>
                  <a:lnTo>
                    <a:pt x="870" y="3344"/>
                  </a:lnTo>
                  <a:lnTo>
                    <a:pt x="1997" y="3344"/>
                  </a:lnTo>
                  <a:lnTo>
                    <a:pt x="3960" y="3344"/>
                  </a:lnTo>
                  <a:lnTo>
                    <a:pt x="5094" y="3344"/>
                  </a:lnTo>
                  <a:lnTo>
                    <a:pt x="5381" y="3344"/>
                  </a:lnTo>
                  <a:cubicBezTo>
                    <a:pt x="5565" y="3344"/>
                    <a:pt x="5709" y="3499"/>
                    <a:pt x="5709" y="367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2" name="Google Shape;1242;p62"/>
            <p:cNvSpPr/>
            <p:nvPr/>
          </p:nvSpPr>
          <p:spPr>
            <a:xfrm>
              <a:off x="7943421" y="3334024"/>
              <a:ext cx="146926" cy="111043"/>
            </a:xfrm>
            <a:custGeom>
              <a:avLst/>
              <a:gdLst/>
              <a:ahLst/>
              <a:cxnLst/>
              <a:rect l="l" t="t" r="r" b="b"/>
              <a:pathLst>
                <a:path w="2833" h="2141" extrusionOk="0">
                  <a:moveTo>
                    <a:pt x="2832" y="265"/>
                  </a:moveTo>
                  <a:lnTo>
                    <a:pt x="1301" y="2141"/>
                  </a:lnTo>
                  <a:lnTo>
                    <a:pt x="1" y="875"/>
                  </a:lnTo>
                  <a:lnTo>
                    <a:pt x="294" y="576"/>
                  </a:lnTo>
                  <a:lnTo>
                    <a:pt x="1255" y="1514"/>
                  </a:lnTo>
                  <a:lnTo>
                    <a:pt x="24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3" name="Google Shape;1243;p62"/>
            <p:cNvSpPr/>
            <p:nvPr/>
          </p:nvSpPr>
          <p:spPr>
            <a:xfrm>
              <a:off x="6230248" y="1924386"/>
              <a:ext cx="1742165" cy="1871756"/>
            </a:xfrm>
            <a:custGeom>
              <a:avLst/>
              <a:gdLst/>
              <a:ahLst/>
              <a:cxnLst/>
              <a:rect l="l" t="t" r="r" b="b"/>
              <a:pathLst>
                <a:path w="33592" h="36089" extrusionOk="0">
                  <a:moveTo>
                    <a:pt x="16794" y="0"/>
                  </a:moveTo>
                  <a:cubicBezTo>
                    <a:pt x="9928" y="351"/>
                    <a:pt x="4075" y="5059"/>
                    <a:pt x="1" y="9426"/>
                  </a:cubicBezTo>
                  <a:cubicBezTo>
                    <a:pt x="1" y="34604"/>
                    <a:pt x="16794" y="36089"/>
                    <a:pt x="16794" y="36089"/>
                  </a:cubicBezTo>
                  <a:cubicBezTo>
                    <a:pt x="16794" y="36089"/>
                    <a:pt x="33592" y="34604"/>
                    <a:pt x="33592" y="9426"/>
                  </a:cubicBezTo>
                  <a:cubicBezTo>
                    <a:pt x="29512" y="5059"/>
                    <a:pt x="23665" y="351"/>
                    <a:pt x="167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4" name="Google Shape;1244;p62"/>
            <p:cNvSpPr/>
            <p:nvPr/>
          </p:nvSpPr>
          <p:spPr>
            <a:xfrm>
              <a:off x="6250267" y="1946428"/>
              <a:ext cx="1702179" cy="1828241"/>
            </a:xfrm>
            <a:custGeom>
              <a:avLst/>
              <a:gdLst/>
              <a:ahLst/>
              <a:cxnLst/>
              <a:rect l="l" t="t" r="r" b="b"/>
              <a:pathLst>
                <a:path w="32821" h="35250" extrusionOk="0">
                  <a:moveTo>
                    <a:pt x="16408" y="1"/>
                  </a:moveTo>
                  <a:cubicBezTo>
                    <a:pt x="9697" y="346"/>
                    <a:pt x="3989" y="4933"/>
                    <a:pt x="1" y="9209"/>
                  </a:cubicBezTo>
                  <a:cubicBezTo>
                    <a:pt x="1" y="33793"/>
                    <a:pt x="16408" y="35249"/>
                    <a:pt x="16408" y="35249"/>
                  </a:cubicBezTo>
                  <a:cubicBezTo>
                    <a:pt x="16408" y="35249"/>
                    <a:pt x="32820" y="33793"/>
                    <a:pt x="32820" y="9209"/>
                  </a:cubicBezTo>
                  <a:cubicBezTo>
                    <a:pt x="28826" y="4933"/>
                    <a:pt x="23112" y="340"/>
                    <a:pt x="1640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5" name="Google Shape;1245;p62"/>
            <p:cNvSpPr/>
            <p:nvPr/>
          </p:nvSpPr>
          <p:spPr>
            <a:xfrm>
              <a:off x="6269975" y="1967640"/>
              <a:ext cx="1662452" cy="1785816"/>
            </a:xfrm>
            <a:custGeom>
              <a:avLst/>
              <a:gdLst/>
              <a:ahLst/>
              <a:cxnLst/>
              <a:rect l="l" t="t" r="r" b="b"/>
              <a:pathLst>
                <a:path w="32055" h="34432" extrusionOk="0">
                  <a:moveTo>
                    <a:pt x="16028" y="1"/>
                  </a:moveTo>
                  <a:cubicBezTo>
                    <a:pt x="9479" y="334"/>
                    <a:pt x="3896" y="4823"/>
                    <a:pt x="0" y="8995"/>
                  </a:cubicBezTo>
                  <a:cubicBezTo>
                    <a:pt x="0" y="33010"/>
                    <a:pt x="16028" y="34432"/>
                    <a:pt x="16028" y="34432"/>
                  </a:cubicBezTo>
                  <a:cubicBezTo>
                    <a:pt x="16028" y="34432"/>
                    <a:pt x="32055" y="33004"/>
                    <a:pt x="32055" y="8995"/>
                  </a:cubicBezTo>
                  <a:cubicBezTo>
                    <a:pt x="28159" y="4823"/>
                    <a:pt x="22582" y="329"/>
                    <a:pt x="160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6" name="Google Shape;1246;p62"/>
            <p:cNvSpPr/>
            <p:nvPr/>
          </p:nvSpPr>
          <p:spPr>
            <a:xfrm>
              <a:off x="6329669" y="2031535"/>
              <a:ext cx="1543065" cy="1657761"/>
            </a:xfrm>
            <a:custGeom>
              <a:avLst/>
              <a:gdLst/>
              <a:ahLst/>
              <a:cxnLst/>
              <a:rect l="l" t="t" r="r" b="b"/>
              <a:pathLst>
                <a:path w="29753" h="31963" extrusionOk="0">
                  <a:moveTo>
                    <a:pt x="14877" y="0"/>
                  </a:moveTo>
                  <a:cubicBezTo>
                    <a:pt x="8794" y="311"/>
                    <a:pt x="3614" y="4472"/>
                    <a:pt x="0" y="8345"/>
                  </a:cubicBezTo>
                  <a:cubicBezTo>
                    <a:pt x="0" y="30644"/>
                    <a:pt x="14877" y="31962"/>
                    <a:pt x="14877" y="31962"/>
                  </a:cubicBezTo>
                  <a:cubicBezTo>
                    <a:pt x="14877" y="31962"/>
                    <a:pt x="29753" y="30644"/>
                    <a:pt x="29753" y="8345"/>
                  </a:cubicBezTo>
                  <a:cubicBezTo>
                    <a:pt x="26139" y="4483"/>
                    <a:pt x="20959" y="311"/>
                    <a:pt x="148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7" name="Google Shape;1247;p62"/>
            <p:cNvSpPr/>
            <p:nvPr/>
          </p:nvSpPr>
          <p:spPr>
            <a:xfrm>
              <a:off x="6349947" y="2053577"/>
              <a:ext cx="1502820" cy="1613935"/>
            </a:xfrm>
            <a:custGeom>
              <a:avLst/>
              <a:gdLst/>
              <a:ahLst/>
              <a:cxnLst/>
              <a:rect l="l" t="t" r="r" b="b"/>
              <a:pathLst>
                <a:path w="28977" h="31118" extrusionOk="0">
                  <a:moveTo>
                    <a:pt x="14486" y="1"/>
                  </a:moveTo>
                  <a:cubicBezTo>
                    <a:pt x="8570" y="300"/>
                    <a:pt x="3523" y="4357"/>
                    <a:pt x="1" y="8127"/>
                  </a:cubicBezTo>
                  <a:cubicBezTo>
                    <a:pt x="1" y="29840"/>
                    <a:pt x="14486" y="31117"/>
                    <a:pt x="14486" y="31117"/>
                  </a:cubicBezTo>
                  <a:cubicBezTo>
                    <a:pt x="14486" y="31117"/>
                    <a:pt x="28976" y="29828"/>
                    <a:pt x="28976" y="8127"/>
                  </a:cubicBezTo>
                  <a:cubicBezTo>
                    <a:pt x="25449" y="4357"/>
                    <a:pt x="20407" y="300"/>
                    <a:pt x="14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8" name="Google Shape;1248;p62"/>
            <p:cNvSpPr/>
            <p:nvPr/>
          </p:nvSpPr>
          <p:spPr>
            <a:xfrm>
              <a:off x="6386359" y="2092683"/>
              <a:ext cx="716975" cy="1535723"/>
            </a:xfrm>
            <a:custGeom>
              <a:avLst/>
              <a:gdLst/>
              <a:ahLst/>
              <a:cxnLst/>
              <a:rect l="l" t="t" r="r" b="b"/>
              <a:pathLst>
                <a:path w="13784" h="29610" extrusionOk="0">
                  <a:moveTo>
                    <a:pt x="13784" y="29609"/>
                  </a:moveTo>
                  <a:lnTo>
                    <a:pt x="13784" y="1"/>
                  </a:lnTo>
                  <a:cubicBezTo>
                    <a:pt x="8155" y="289"/>
                    <a:pt x="3356" y="4144"/>
                    <a:pt x="12" y="7735"/>
                  </a:cubicBezTo>
                  <a:cubicBezTo>
                    <a:pt x="1" y="28384"/>
                    <a:pt x="13784" y="29609"/>
                    <a:pt x="13784"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9" name="Google Shape;1249;p62"/>
            <p:cNvSpPr/>
            <p:nvPr/>
          </p:nvSpPr>
          <p:spPr>
            <a:xfrm>
              <a:off x="7098763" y="2092683"/>
              <a:ext cx="716973" cy="1535723"/>
            </a:xfrm>
            <a:custGeom>
              <a:avLst/>
              <a:gdLst/>
              <a:ahLst/>
              <a:cxnLst/>
              <a:rect l="l" t="t" r="r" b="b"/>
              <a:pathLst>
                <a:path w="13778" h="29610" extrusionOk="0">
                  <a:moveTo>
                    <a:pt x="1" y="29609"/>
                  </a:moveTo>
                  <a:lnTo>
                    <a:pt x="1" y="1"/>
                  </a:lnTo>
                  <a:cubicBezTo>
                    <a:pt x="5635" y="289"/>
                    <a:pt x="10434" y="4144"/>
                    <a:pt x="13778" y="7735"/>
                  </a:cubicBezTo>
                  <a:cubicBezTo>
                    <a:pt x="13778" y="28384"/>
                    <a:pt x="1" y="29609"/>
                    <a:pt x="1"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0" name="Google Shape;1250;p62"/>
            <p:cNvSpPr/>
            <p:nvPr/>
          </p:nvSpPr>
          <p:spPr>
            <a:xfrm>
              <a:off x="6799128" y="2718254"/>
              <a:ext cx="604146" cy="491058"/>
            </a:xfrm>
            <a:custGeom>
              <a:avLst/>
              <a:gdLst/>
              <a:ahLst/>
              <a:cxnLst/>
              <a:rect l="l" t="t" r="r" b="b"/>
              <a:pathLst>
                <a:path w="11649" h="9468" extrusionOk="0">
                  <a:moveTo>
                    <a:pt x="10860" y="9468"/>
                  </a:moveTo>
                  <a:lnTo>
                    <a:pt x="783" y="9468"/>
                  </a:lnTo>
                  <a:cubicBezTo>
                    <a:pt x="352" y="9468"/>
                    <a:pt x="1" y="9117"/>
                    <a:pt x="1" y="8685"/>
                  </a:cubicBezTo>
                  <a:lnTo>
                    <a:pt x="1" y="784"/>
                  </a:lnTo>
                  <a:cubicBezTo>
                    <a:pt x="1" y="352"/>
                    <a:pt x="352" y="1"/>
                    <a:pt x="783" y="1"/>
                  </a:cubicBezTo>
                  <a:lnTo>
                    <a:pt x="10860" y="1"/>
                  </a:lnTo>
                  <a:cubicBezTo>
                    <a:pt x="11292" y="1"/>
                    <a:pt x="11648" y="352"/>
                    <a:pt x="11648" y="784"/>
                  </a:cubicBezTo>
                  <a:lnTo>
                    <a:pt x="11648" y="8685"/>
                  </a:lnTo>
                  <a:cubicBezTo>
                    <a:pt x="11648" y="9117"/>
                    <a:pt x="11292" y="9468"/>
                    <a:pt x="10860" y="94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1" name="Google Shape;1251;p62"/>
            <p:cNvSpPr/>
            <p:nvPr/>
          </p:nvSpPr>
          <p:spPr>
            <a:xfrm>
              <a:off x="6835276" y="2747816"/>
              <a:ext cx="532161" cy="432243"/>
            </a:xfrm>
            <a:custGeom>
              <a:avLst/>
              <a:gdLst/>
              <a:ahLst/>
              <a:cxnLst/>
              <a:rect l="l" t="t" r="r" b="b"/>
              <a:pathLst>
                <a:path w="10261" h="8334" extrusionOk="0">
                  <a:moveTo>
                    <a:pt x="9570" y="8334"/>
                  </a:moveTo>
                  <a:lnTo>
                    <a:pt x="691" y="8334"/>
                  </a:lnTo>
                  <a:cubicBezTo>
                    <a:pt x="311" y="8334"/>
                    <a:pt x="0" y="8029"/>
                    <a:pt x="0" y="7643"/>
                  </a:cubicBezTo>
                  <a:lnTo>
                    <a:pt x="0" y="691"/>
                  </a:lnTo>
                  <a:cubicBezTo>
                    <a:pt x="0" y="306"/>
                    <a:pt x="311" y="1"/>
                    <a:pt x="691" y="1"/>
                  </a:cubicBezTo>
                  <a:lnTo>
                    <a:pt x="9570" y="1"/>
                  </a:lnTo>
                  <a:cubicBezTo>
                    <a:pt x="9950" y="1"/>
                    <a:pt x="10261" y="306"/>
                    <a:pt x="10261" y="691"/>
                  </a:cubicBezTo>
                  <a:lnTo>
                    <a:pt x="10261" y="7643"/>
                  </a:lnTo>
                  <a:cubicBezTo>
                    <a:pt x="10249" y="8029"/>
                    <a:pt x="9950" y="8334"/>
                    <a:pt x="9570" y="83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2" name="Google Shape;1252;p62"/>
            <p:cNvSpPr/>
            <p:nvPr/>
          </p:nvSpPr>
          <p:spPr>
            <a:xfrm>
              <a:off x="6900623" y="2421027"/>
              <a:ext cx="402972" cy="297290"/>
            </a:xfrm>
            <a:custGeom>
              <a:avLst/>
              <a:gdLst/>
              <a:ahLst/>
              <a:cxnLst/>
              <a:rect l="l" t="t" r="r" b="b"/>
              <a:pathLst>
                <a:path w="7770" h="5732" extrusionOk="0">
                  <a:moveTo>
                    <a:pt x="7752" y="5732"/>
                  </a:moveTo>
                  <a:lnTo>
                    <a:pt x="6308" y="5732"/>
                  </a:lnTo>
                  <a:lnTo>
                    <a:pt x="6308" y="3885"/>
                  </a:lnTo>
                  <a:cubicBezTo>
                    <a:pt x="6308" y="2538"/>
                    <a:pt x="5214" y="1450"/>
                    <a:pt x="3879" y="1450"/>
                  </a:cubicBezTo>
                  <a:cubicBezTo>
                    <a:pt x="2532" y="1450"/>
                    <a:pt x="1445" y="2544"/>
                    <a:pt x="1445" y="3885"/>
                  </a:cubicBezTo>
                  <a:lnTo>
                    <a:pt x="1445" y="5732"/>
                  </a:lnTo>
                  <a:lnTo>
                    <a:pt x="0" y="5732"/>
                  </a:lnTo>
                  <a:lnTo>
                    <a:pt x="0" y="3885"/>
                  </a:lnTo>
                  <a:cubicBezTo>
                    <a:pt x="0" y="1738"/>
                    <a:pt x="1738" y="0"/>
                    <a:pt x="3885" y="0"/>
                  </a:cubicBezTo>
                  <a:cubicBezTo>
                    <a:pt x="6026" y="0"/>
                    <a:pt x="7769" y="1738"/>
                    <a:pt x="7769" y="3885"/>
                  </a:cubicBezTo>
                  <a:lnTo>
                    <a:pt x="7769" y="5732"/>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3" name="Google Shape;1253;p62"/>
            <p:cNvSpPr/>
            <p:nvPr/>
          </p:nvSpPr>
          <p:spPr>
            <a:xfrm>
              <a:off x="6954923" y="2836450"/>
              <a:ext cx="311642" cy="265393"/>
            </a:xfrm>
            <a:custGeom>
              <a:avLst/>
              <a:gdLst/>
              <a:ahLst/>
              <a:cxnLst/>
              <a:rect l="l" t="t" r="r" b="b"/>
              <a:pathLst>
                <a:path w="6009" h="5117" extrusionOk="0">
                  <a:moveTo>
                    <a:pt x="2694" y="5117"/>
                  </a:moveTo>
                  <a:lnTo>
                    <a:pt x="1" y="2637"/>
                  </a:lnTo>
                  <a:lnTo>
                    <a:pt x="1123" y="1422"/>
                  </a:lnTo>
                  <a:lnTo>
                    <a:pt x="2521" y="2706"/>
                  </a:lnTo>
                  <a:lnTo>
                    <a:pt x="4720" y="1"/>
                  </a:lnTo>
                  <a:lnTo>
                    <a:pt x="6009" y="1054"/>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4" name="Google Shape;1254;p62"/>
            <p:cNvSpPr/>
            <p:nvPr/>
          </p:nvSpPr>
          <p:spPr>
            <a:xfrm>
              <a:off x="7402340" y="2515314"/>
              <a:ext cx="493679" cy="493755"/>
            </a:xfrm>
            <a:custGeom>
              <a:avLst/>
              <a:gdLst/>
              <a:ahLst/>
              <a:cxnLst/>
              <a:rect l="l" t="t" r="r" b="b"/>
              <a:pathLst>
                <a:path w="9519" h="9520" extrusionOk="0">
                  <a:moveTo>
                    <a:pt x="9432" y="7689"/>
                  </a:moveTo>
                  <a:lnTo>
                    <a:pt x="7689" y="9433"/>
                  </a:lnTo>
                  <a:cubicBezTo>
                    <a:pt x="7602" y="9519"/>
                    <a:pt x="7458" y="9519"/>
                    <a:pt x="7366" y="9433"/>
                  </a:cubicBezTo>
                  <a:lnTo>
                    <a:pt x="4265" y="6331"/>
                  </a:lnTo>
                  <a:lnTo>
                    <a:pt x="3027" y="7994"/>
                  </a:lnTo>
                  <a:cubicBezTo>
                    <a:pt x="2981" y="8057"/>
                    <a:pt x="2895" y="8092"/>
                    <a:pt x="2814" y="8080"/>
                  </a:cubicBezTo>
                  <a:cubicBezTo>
                    <a:pt x="2728" y="8063"/>
                    <a:pt x="2665" y="8006"/>
                    <a:pt x="2636" y="7931"/>
                  </a:cubicBezTo>
                  <a:lnTo>
                    <a:pt x="29" y="317"/>
                  </a:lnTo>
                  <a:cubicBezTo>
                    <a:pt x="0" y="237"/>
                    <a:pt x="23" y="144"/>
                    <a:pt x="87" y="81"/>
                  </a:cubicBezTo>
                  <a:cubicBezTo>
                    <a:pt x="150" y="18"/>
                    <a:pt x="236" y="1"/>
                    <a:pt x="322" y="24"/>
                  </a:cubicBezTo>
                  <a:lnTo>
                    <a:pt x="7936" y="2636"/>
                  </a:lnTo>
                  <a:cubicBezTo>
                    <a:pt x="8017" y="2665"/>
                    <a:pt x="8074" y="2728"/>
                    <a:pt x="8086" y="2815"/>
                  </a:cubicBezTo>
                  <a:cubicBezTo>
                    <a:pt x="8103" y="2901"/>
                    <a:pt x="8063" y="2982"/>
                    <a:pt x="7999" y="3028"/>
                  </a:cubicBezTo>
                  <a:lnTo>
                    <a:pt x="6336" y="4265"/>
                  </a:lnTo>
                  <a:lnTo>
                    <a:pt x="9438" y="7367"/>
                  </a:lnTo>
                  <a:cubicBezTo>
                    <a:pt x="9519" y="7459"/>
                    <a:pt x="9519" y="7603"/>
                    <a:pt x="9432" y="7689"/>
                  </a:cubicBezTo>
                  <a:close/>
                  <a:moveTo>
                    <a:pt x="7533" y="8949"/>
                  </a:moveTo>
                  <a:lnTo>
                    <a:pt x="8949" y="7534"/>
                  </a:lnTo>
                  <a:lnTo>
                    <a:pt x="5818" y="4403"/>
                  </a:lnTo>
                  <a:cubicBezTo>
                    <a:pt x="5778" y="4357"/>
                    <a:pt x="5749" y="4294"/>
                    <a:pt x="5755" y="4225"/>
                  </a:cubicBezTo>
                  <a:cubicBezTo>
                    <a:pt x="5761" y="4161"/>
                    <a:pt x="5790" y="4092"/>
                    <a:pt x="5847" y="4058"/>
                  </a:cubicBezTo>
                  <a:lnTo>
                    <a:pt x="7372" y="2918"/>
                  </a:lnTo>
                  <a:lnTo>
                    <a:pt x="604" y="605"/>
                  </a:lnTo>
                  <a:lnTo>
                    <a:pt x="2918" y="7373"/>
                  </a:lnTo>
                  <a:lnTo>
                    <a:pt x="4057" y="5848"/>
                  </a:lnTo>
                  <a:cubicBezTo>
                    <a:pt x="4092" y="5796"/>
                    <a:pt x="4161" y="5761"/>
                    <a:pt x="4224" y="5755"/>
                  </a:cubicBezTo>
                  <a:cubicBezTo>
                    <a:pt x="4288" y="5750"/>
                    <a:pt x="4351" y="5778"/>
                    <a:pt x="4403" y="5819"/>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255" name="Google Shape;1255;p62"/>
          <p:cNvSpPr/>
          <p:nvPr/>
        </p:nvSpPr>
        <p:spPr>
          <a:xfrm>
            <a:off x="4736075" y="2955050"/>
            <a:ext cx="493800" cy="493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256" name="Google Shape;1256;p62"/>
          <p:cNvSpPr/>
          <p:nvPr/>
        </p:nvSpPr>
        <p:spPr>
          <a:xfrm>
            <a:off x="3551325" y="2955050"/>
            <a:ext cx="493800" cy="493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257" name="Google Shape;1257;p62"/>
          <p:cNvSpPr/>
          <p:nvPr/>
        </p:nvSpPr>
        <p:spPr>
          <a:xfrm>
            <a:off x="4143700" y="2955050"/>
            <a:ext cx="493800" cy="493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1258" name="Google Shape;1258;p62"/>
          <p:cNvGrpSpPr/>
          <p:nvPr/>
        </p:nvGrpSpPr>
        <p:grpSpPr>
          <a:xfrm>
            <a:off x="3607636" y="3008125"/>
            <a:ext cx="387681" cy="387661"/>
            <a:chOff x="266768" y="1721375"/>
            <a:chExt cx="397907" cy="397887"/>
          </a:xfrm>
        </p:grpSpPr>
        <p:sp>
          <p:nvSpPr>
            <p:cNvPr id="1259" name="Google Shape;1259;p62"/>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0" name="Google Shape;1260;p62"/>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61" name="Google Shape;1261;p62"/>
          <p:cNvGrpSpPr/>
          <p:nvPr/>
        </p:nvGrpSpPr>
        <p:grpSpPr>
          <a:xfrm>
            <a:off x="4789145" y="3008125"/>
            <a:ext cx="387661" cy="387661"/>
            <a:chOff x="1379798" y="1723250"/>
            <a:chExt cx="397887" cy="397887"/>
          </a:xfrm>
        </p:grpSpPr>
        <p:sp>
          <p:nvSpPr>
            <p:cNvPr id="1262" name="Google Shape;1262;p62"/>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3" name="Google Shape;1263;p62"/>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4" name="Google Shape;1264;p62"/>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5" name="Google Shape;1265;p62"/>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66" name="Google Shape;1266;p62"/>
          <p:cNvGrpSpPr/>
          <p:nvPr/>
        </p:nvGrpSpPr>
        <p:grpSpPr>
          <a:xfrm>
            <a:off x="4196780" y="3008125"/>
            <a:ext cx="387641" cy="387661"/>
            <a:chOff x="864491" y="1723250"/>
            <a:chExt cx="397866" cy="397887"/>
          </a:xfrm>
        </p:grpSpPr>
        <p:sp>
          <p:nvSpPr>
            <p:cNvPr id="1267" name="Google Shape;1267;p62"/>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8" name="Google Shape;1268;p62"/>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9" name="Google Shape;1269;p62"/>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1270" name="Google Shape;1270;p62"/>
          <p:cNvCxnSpPr>
            <a:endCxn id="1231" idx="3"/>
          </p:cNvCxnSpPr>
          <p:nvPr/>
        </p:nvCxnSpPr>
        <p:spPr>
          <a:xfrm rot="5400000">
            <a:off x="4087625" y="873130"/>
            <a:ext cx="2655000" cy="145200"/>
          </a:xfrm>
          <a:prstGeom prst="bentConnector2">
            <a:avLst/>
          </a:prstGeom>
          <a:noFill/>
          <a:ln w="19050" cap="flat" cmpd="sng">
            <a:solidFill>
              <a:schemeClr val="lt2"/>
            </a:solidFill>
            <a:prstDash val="solid"/>
            <a:round/>
            <a:headEnd type="none" w="med" len="med"/>
            <a:tailEnd type="oval" w="med" len="med"/>
          </a:ln>
        </p:spPr>
      </p:cxnSp>
      <p:cxnSp>
        <p:nvCxnSpPr>
          <p:cNvPr id="1271" name="Google Shape;1271;p62"/>
          <p:cNvCxnSpPr/>
          <p:nvPr/>
        </p:nvCxnSpPr>
        <p:spPr>
          <a:xfrm rot="5400000">
            <a:off x="4240025" y="1101730"/>
            <a:ext cx="2655000" cy="145200"/>
          </a:xfrm>
          <a:prstGeom prst="bentConnector2">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Shape 1275"/>
        <p:cNvGrpSpPr/>
        <p:nvPr/>
      </p:nvGrpSpPr>
      <p:grpSpPr>
        <a:xfrm>
          <a:off x="0" y="0"/>
          <a:ext cx="0" cy="0"/>
          <a:chOff x="0" y="0"/>
          <a:chExt cx="0" cy="0"/>
        </a:xfrm>
      </p:grpSpPr>
      <p:sp>
        <p:nvSpPr>
          <p:cNvPr id="1276" name="Google Shape;1276;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Icon pack</a:t>
            </a:r>
          </a:p>
        </p:txBody>
      </p:sp>
      <p:grpSp>
        <p:nvGrpSpPr>
          <p:cNvPr id="1277" name="Google Shape;1277;p63"/>
          <p:cNvGrpSpPr/>
          <p:nvPr/>
        </p:nvGrpSpPr>
        <p:grpSpPr>
          <a:xfrm>
            <a:off x="750534" y="1404698"/>
            <a:ext cx="439764" cy="500353"/>
            <a:chOff x="750534" y="1480898"/>
            <a:chExt cx="439764" cy="500353"/>
          </a:xfrm>
        </p:grpSpPr>
        <p:sp>
          <p:nvSpPr>
            <p:cNvPr id="1278" name="Google Shape;1278;p63"/>
            <p:cNvSpPr/>
            <p:nvPr/>
          </p:nvSpPr>
          <p:spPr>
            <a:xfrm>
              <a:off x="750534" y="1687093"/>
              <a:ext cx="439764" cy="294159"/>
            </a:xfrm>
            <a:custGeom>
              <a:avLst/>
              <a:gdLst/>
              <a:ahLst/>
              <a:cxnLst/>
              <a:rect l="l" t="t" r="r" b="b"/>
              <a:pathLst>
                <a:path w="16113" h="10778" extrusionOk="0">
                  <a:moveTo>
                    <a:pt x="1102" y="1"/>
                  </a:moveTo>
                  <a:cubicBezTo>
                    <a:pt x="1274" y="2241"/>
                    <a:pt x="2506" y="4228"/>
                    <a:pt x="4295" y="5378"/>
                  </a:cubicBezTo>
                  <a:lnTo>
                    <a:pt x="4295" y="8628"/>
                  </a:lnTo>
                  <a:lnTo>
                    <a:pt x="3219" y="8628"/>
                  </a:lnTo>
                  <a:lnTo>
                    <a:pt x="3219" y="7552"/>
                  </a:lnTo>
                  <a:lnTo>
                    <a:pt x="1" y="7552"/>
                  </a:lnTo>
                  <a:lnTo>
                    <a:pt x="1" y="10777"/>
                  </a:lnTo>
                  <a:lnTo>
                    <a:pt x="3222" y="10777"/>
                  </a:lnTo>
                  <a:lnTo>
                    <a:pt x="3222" y="9701"/>
                  </a:lnTo>
                  <a:lnTo>
                    <a:pt x="5371" y="9701"/>
                  </a:lnTo>
                  <a:lnTo>
                    <a:pt x="5371" y="5936"/>
                  </a:lnTo>
                  <a:cubicBezTo>
                    <a:pt x="6042" y="6218"/>
                    <a:pt x="6765" y="6395"/>
                    <a:pt x="7520" y="6451"/>
                  </a:cubicBezTo>
                  <a:lnTo>
                    <a:pt x="7520" y="7549"/>
                  </a:lnTo>
                  <a:lnTo>
                    <a:pt x="6444" y="7549"/>
                  </a:lnTo>
                  <a:lnTo>
                    <a:pt x="6444" y="10774"/>
                  </a:lnTo>
                  <a:lnTo>
                    <a:pt x="9669" y="10774"/>
                  </a:lnTo>
                  <a:lnTo>
                    <a:pt x="9669" y="7549"/>
                  </a:lnTo>
                  <a:lnTo>
                    <a:pt x="8593" y="7549"/>
                  </a:lnTo>
                  <a:lnTo>
                    <a:pt x="8593" y="6451"/>
                  </a:lnTo>
                  <a:cubicBezTo>
                    <a:pt x="9345" y="6391"/>
                    <a:pt x="10068" y="6215"/>
                    <a:pt x="10738" y="5932"/>
                  </a:cubicBezTo>
                  <a:lnTo>
                    <a:pt x="10738" y="9701"/>
                  </a:lnTo>
                  <a:lnTo>
                    <a:pt x="12887" y="9701"/>
                  </a:lnTo>
                  <a:lnTo>
                    <a:pt x="12887" y="10777"/>
                  </a:lnTo>
                  <a:lnTo>
                    <a:pt x="16113" y="10777"/>
                  </a:lnTo>
                  <a:lnTo>
                    <a:pt x="16113" y="7552"/>
                  </a:lnTo>
                  <a:lnTo>
                    <a:pt x="12887" y="7552"/>
                  </a:lnTo>
                  <a:lnTo>
                    <a:pt x="12887" y="8628"/>
                  </a:lnTo>
                  <a:lnTo>
                    <a:pt x="11811" y="8628"/>
                  </a:lnTo>
                  <a:lnTo>
                    <a:pt x="11811" y="5378"/>
                  </a:lnTo>
                  <a:cubicBezTo>
                    <a:pt x="13604" y="4228"/>
                    <a:pt x="14839" y="2241"/>
                    <a:pt x="15005" y="1"/>
                  </a:cubicBezTo>
                  <a:lnTo>
                    <a:pt x="11755" y="1"/>
                  </a:lnTo>
                  <a:cubicBezTo>
                    <a:pt x="11490" y="1818"/>
                    <a:pt x="9937" y="3226"/>
                    <a:pt x="8050" y="3226"/>
                  </a:cubicBezTo>
                  <a:cubicBezTo>
                    <a:pt x="6162" y="3226"/>
                    <a:pt x="4609" y="1818"/>
                    <a:pt x="4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79" name="Google Shape;1279;p63"/>
            <p:cNvSpPr/>
            <p:nvPr/>
          </p:nvSpPr>
          <p:spPr>
            <a:xfrm>
              <a:off x="955773" y="1657726"/>
              <a:ext cx="29394" cy="29394"/>
            </a:xfrm>
            <a:custGeom>
              <a:avLst/>
              <a:gdLst/>
              <a:ahLst/>
              <a:cxnLst/>
              <a:rect l="l" t="t" r="r" b="b"/>
              <a:pathLst>
                <a:path w="1077" h="1077" extrusionOk="0">
                  <a:moveTo>
                    <a:pt x="537" y="0"/>
                  </a:moveTo>
                  <a:cubicBezTo>
                    <a:pt x="244" y="0"/>
                    <a:pt x="0" y="244"/>
                    <a:pt x="0" y="540"/>
                  </a:cubicBezTo>
                  <a:cubicBezTo>
                    <a:pt x="0" y="833"/>
                    <a:pt x="244" y="1077"/>
                    <a:pt x="537" y="1077"/>
                  </a:cubicBezTo>
                  <a:cubicBezTo>
                    <a:pt x="833" y="1077"/>
                    <a:pt x="1077" y="833"/>
                    <a:pt x="1077" y="540"/>
                  </a:cubicBezTo>
                  <a:cubicBezTo>
                    <a:pt x="1073" y="240"/>
                    <a:pt x="833" y="0"/>
                    <a:pt x="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0" name="Google Shape;1280;p63"/>
            <p:cNvSpPr/>
            <p:nvPr/>
          </p:nvSpPr>
          <p:spPr>
            <a:xfrm>
              <a:off x="780583" y="1480898"/>
              <a:ext cx="379775" cy="176855"/>
            </a:xfrm>
            <a:custGeom>
              <a:avLst/>
              <a:gdLst/>
              <a:ahLst/>
              <a:cxnLst/>
              <a:rect l="l" t="t" r="r" b="b"/>
              <a:pathLst>
                <a:path w="13915" h="6480" extrusionOk="0">
                  <a:moveTo>
                    <a:pt x="6956" y="1"/>
                  </a:moveTo>
                  <a:cubicBezTo>
                    <a:pt x="3286" y="1"/>
                    <a:pt x="276" y="2880"/>
                    <a:pt x="1" y="6479"/>
                  </a:cubicBezTo>
                  <a:lnTo>
                    <a:pt x="3250" y="6479"/>
                  </a:lnTo>
                  <a:cubicBezTo>
                    <a:pt x="3512" y="4662"/>
                    <a:pt x="5064" y="3258"/>
                    <a:pt x="6956" y="3258"/>
                  </a:cubicBezTo>
                  <a:cubicBezTo>
                    <a:pt x="8844" y="3258"/>
                    <a:pt x="10396" y="4662"/>
                    <a:pt x="10661" y="6479"/>
                  </a:cubicBezTo>
                  <a:lnTo>
                    <a:pt x="13914" y="6479"/>
                  </a:lnTo>
                  <a:cubicBezTo>
                    <a:pt x="13636" y="2880"/>
                    <a:pt x="10626" y="1"/>
                    <a:pt x="69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1" name="Google Shape;1281;p63"/>
            <p:cNvSpPr/>
            <p:nvPr/>
          </p:nvSpPr>
          <p:spPr>
            <a:xfrm>
              <a:off x="897122" y="1599156"/>
              <a:ext cx="146615" cy="146615"/>
            </a:xfrm>
            <a:custGeom>
              <a:avLst/>
              <a:gdLst/>
              <a:ahLst/>
              <a:cxnLst/>
              <a:rect l="l" t="t" r="r" b="b"/>
              <a:pathLst>
                <a:path w="5372" h="5372" extrusionOk="0">
                  <a:moveTo>
                    <a:pt x="2686" y="1077"/>
                  </a:moveTo>
                  <a:cubicBezTo>
                    <a:pt x="3575" y="1077"/>
                    <a:pt x="4298" y="1801"/>
                    <a:pt x="4298" y="2686"/>
                  </a:cubicBezTo>
                  <a:cubicBezTo>
                    <a:pt x="4298" y="3572"/>
                    <a:pt x="3575" y="4295"/>
                    <a:pt x="2686" y="4295"/>
                  </a:cubicBezTo>
                  <a:cubicBezTo>
                    <a:pt x="1800" y="4295"/>
                    <a:pt x="1077" y="3572"/>
                    <a:pt x="1077" y="2686"/>
                  </a:cubicBezTo>
                  <a:cubicBezTo>
                    <a:pt x="1077" y="1801"/>
                    <a:pt x="1800" y="1077"/>
                    <a:pt x="2686" y="1077"/>
                  </a:cubicBezTo>
                  <a:close/>
                  <a:moveTo>
                    <a:pt x="2686" y="1"/>
                  </a:moveTo>
                  <a:cubicBezTo>
                    <a:pt x="1204" y="1"/>
                    <a:pt x="0" y="1204"/>
                    <a:pt x="0" y="2686"/>
                  </a:cubicBezTo>
                  <a:cubicBezTo>
                    <a:pt x="0" y="4168"/>
                    <a:pt x="1204" y="5372"/>
                    <a:pt x="2686" y="5372"/>
                  </a:cubicBezTo>
                  <a:cubicBezTo>
                    <a:pt x="4168" y="5372"/>
                    <a:pt x="5371" y="4168"/>
                    <a:pt x="5371" y="2686"/>
                  </a:cubicBezTo>
                  <a:cubicBezTo>
                    <a:pt x="5371" y="1204"/>
                    <a:pt x="4164" y="1"/>
                    <a:pt x="26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82" name="Google Shape;1282;p63"/>
          <p:cNvGrpSpPr/>
          <p:nvPr/>
        </p:nvGrpSpPr>
        <p:grpSpPr>
          <a:xfrm>
            <a:off x="1505881" y="1404616"/>
            <a:ext cx="500353" cy="500435"/>
            <a:chOff x="1505881" y="1480816"/>
            <a:chExt cx="500353" cy="500435"/>
          </a:xfrm>
        </p:grpSpPr>
        <p:sp>
          <p:nvSpPr>
            <p:cNvPr id="1283" name="Google Shape;1283;p63"/>
            <p:cNvSpPr/>
            <p:nvPr/>
          </p:nvSpPr>
          <p:spPr>
            <a:xfrm>
              <a:off x="1712076"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4" name="Google Shape;1284;p63"/>
            <p:cNvSpPr/>
            <p:nvPr/>
          </p:nvSpPr>
          <p:spPr>
            <a:xfrm>
              <a:off x="1653506" y="1921617"/>
              <a:ext cx="29421" cy="59634"/>
            </a:xfrm>
            <a:custGeom>
              <a:avLst/>
              <a:gdLst/>
              <a:ahLst/>
              <a:cxnLst/>
              <a:rect l="l" t="t" r="r" b="b"/>
              <a:pathLst>
                <a:path w="1078" h="2185" extrusionOk="0">
                  <a:moveTo>
                    <a:pt x="1" y="0"/>
                  </a:moveTo>
                  <a:lnTo>
                    <a:pt x="1"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5" name="Google Shape;1285;p63"/>
            <p:cNvSpPr/>
            <p:nvPr/>
          </p:nvSpPr>
          <p:spPr>
            <a:xfrm>
              <a:off x="1770727"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6" name="Google Shape;1286;p63"/>
            <p:cNvSpPr/>
            <p:nvPr/>
          </p:nvSpPr>
          <p:spPr>
            <a:xfrm>
              <a:off x="1829379"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7" name="Google Shape;1287;p63"/>
            <p:cNvSpPr/>
            <p:nvPr/>
          </p:nvSpPr>
          <p:spPr>
            <a:xfrm>
              <a:off x="1653506" y="1480816"/>
              <a:ext cx="29421" cy="59525"/>
            </a:xfrm>
            <a:custGeom>
              <a:avLst/>
              <a:gdLst/>
              <a:ahLst/>
              <a:cxnLst/>
              <a:rect l="l" t="t" r="r" b="b"/>
              <a:pathLst>
                <a:path w="1078" h="2181" extrusionOk="0">
                  <a:moveTo>
                    <a:pt x="1" y="0"/>
                  </a:moveTo>
                  <a:lnTo>
                    <a:pt x="1"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8" name="Google Shape;1288;p63"/>
            <p:cNvSpPr/>
            <p:nvPr/>
          </p:nvSpPr>
          <p:spPr>
            <a:xfrm>
              <a:off x="1770727"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9" name="Google Shape;1289;p63"/>
            <p:cNvSpPr/>
            <p:nvPr/>
          </p:nvSpPr>
          <p:spPr>
            <a:xfrm>
              <a:off x="1712076"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0" name="Google Shape;1290;p63"/>
            <p:cNvSpPr/>
            <p:nvPr/>
          </p:nvSpPr>
          <p:spPr>
            <a:xfrm>
              <a:off x="1829379"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1" name="Google Shape;1291;p63"/>
            <p:cNvSpPr/>
            <p:nvPr/>
          </p:nvSpPr>
          <p:spPr>
            <a:xfrm>
              <a:off x="1682791" y="1657726"/>
              <a:ext cx="146615" cy="146506"/>
            </a:xfrm>
            <a:custGeom>
              <a:avLst/>
              <a:gdLst/>
              <a:ahLst/>
              <a:cxnLst/>
              <a:rect l="l" t="t" r="r" b="b"/>
              <a:pathLst>
                <a:path w="5372" h="5368" extrusionOk="0">
                  <a:moveTo>
                    <a:pt x="4299" y="1073"/>
                  </a:moveTo>
                  <a:lnTo>
                    <a:pt x="4299" y="4298"/>
                  </a:lnTo>
                  <a:lnTo>
                    <a:pt x="1077" y="4298"/>
                  </a:lnTo>
                  <a:lnTo>
                    <a:pt x="1077" y="1073"/>
                  </a:lnTo>
                  <a:close/>
                  <a:moveTo>
                    <a:pt x="1" y="0"/>
                  </a:moveTo>
                  <a:lnTo>
                    <a:pt x="1" y="5368"/>
                  </a:lnTo>
                  <a:lnTo>
                    <a:pt x="5371" y="5368"/>
                  </a:lnTo>
                  <a:lnTo>
                    <a:pt x="53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2" name="Google Shape;1292;p63"/>
            <p:cNvSpPr/>
            <p:nvPr/>
          </p:nvSpPr>
          <p:spPr>
            <a:xfrm>
              <a:off x="1741361" y="1716378"/>
              <a:ext cx="29394" cy="29394"/>
            </a:xfrm>
            <a:custGeom>
              <a:avLst/>
              <a:gdLst/>
              <a:ahLst/>
              <a:cxnLst/>
              <a:rect l="l" t="t" r="r" b="b"/>
              <a:pathLst>
                <a:path w="1077" h="1077" extrusionOk="0">
                  <a:moveTo>
                    <a:pt x="0" y="0"/>
                  </a:moveTo>
                  <a:lnTo>
                    <a:pt x="0" y="1077"/>
                  </a:lnTo>
                  <a:lnTo>
                    <a:pt x="1076" y="1077"/>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3" name="Google Shape;1293;p63"/>
            <p:cNvSpPr/>
            <p:nvPr/>
          </p:nvSpPr>
          <p:spPr>
            <a:xfrm>
              <a:off x="1505881" y="1480816"/>
              <a:ext cx="500353" cy="500435"/>
            </a:xfrm>
            <a:custGeom>
              <a:avLst/>
              <a:gdLst/>
              <a:ahLst/>
              <a:cxnLst/>
              <a:rect l="l" t="t" r="r" b="b"/>
              <a:pathLst>
                <a:path w="18333" h="18336" extrusionOk="0">
                  <a:moveTo>
                    <a:pt x="3261" y="2184"/>
                  </a:moveTo>
                  <a:lnTo>
                    <a:pt x="3261" y="3261"/>
                  </a:lnTo>
                  <a:lnTo>
                    <a:pt x="2185" y="3261"/>
                  </a:lnTo>
                  <a:lnTo>
                    <a:pt x="2185" y="2184"/>
                  </a:lnTo>
                  <a:close/>
                  <a:moveTo>
                    <a:pt x="16151" y="2184"/>
                  </a:moveTo>
                  <a:lnTo>
                    <a:pt x="16151" y="3261"/>
                  </a:lnTo>
                  <a:lnTo>
                    <a:pt x="15075" y="3261"/>
                  </a:lnTo>
                  <a:lnTo>
                    <a:pt x="15075" y="2184"/>
                  </a:lnTo>
                  <a:close/>
                  <a:moveTo>
                    <a:pt x="11850" y="4337"/>
                  </a:moveTo>
                  <a:lnTo>
                    <a:pt x="11850" y="5413"/>
                  </a:lnTo>
                  <a:lnTo>
                    <a:pt x="12926" y="5413"/>
                  </a:lnTo>
                  <a:lnTo>
                    <a:pt x="12926" y="6489"/>
                  </a:lnTo>
                  <a:lnTo>
                    <a:pt x="14002" y="6489"/>
                  </a:lnTo>
                  <a:lnTo>
                    <a:pt x="14002" y="7555"/>
                  </a:lnTo>
                  <a:lnTo>
                    <a:pt x="12926" y="7555"/>
                  </a:lnTo>
                  <a:lnTo>
                    <a:pt x="12926" y="8631"/>
                  </a:lnTo>
                  <a:lnTo>
                    <a:pt x="14002" y="8631"/>
                  </a:lnTo>
                  <a:lnTo>
                    <a:pt x="14002" y="9708"/>
                  </a:lnTo>
                  <a:lnTo>
                    <a:pt x="12926" y="9708"/>
                  </a:lnTo>
                  <a:lnTo>
                    <a:pt x="12926" y="10784"/>
                  </a:lnTo>
                  <a:lnTo>
                    <a:pt x="14002" y="10784"/>
                  </a:lnTo>
                  <a:lnTo>
                    <a:pt x="14002" y="11860"/>
                  </a:lnTo>
                  <a:lnTo>
                    <a:pt x="12926" y="11860"/>
                  </a:lnTo>
                  <a:lnTo>
                    <a:pt x="12926" y="12936"/>
                  </a:lnTo>
                  <a:lnTo>
                    <a:pt x="11850" y="12936"/>
                  </a:lnTo>
                  <a:lnTo>
                    <a:pt x="11850" y="14013"/>
                  </a:lnTo>
                  <a:lnTo>
                    <a:pt x="10774" y="14013"/>
                  </a:lnTo>
                  <a:lnTo>
                    <a:pt x="10774" y="12936"/>
                  </a:lnTo>
                  <a:lnTo>
                    <a:pt x="9697" y="12936"/>
                  </a:lnTo>
                  <a:lnTo>
                    <a:pt x="9697" y="14013"/>
                  </a:lnTo>
                  <a:lnTo>
                    <a:pt x="8621" y="14013"/>
                  </a:lnTo>
                  <a:lnTo>
                    <a:pt x="8621" y="12936"/>
                  </a:lnTo>
                  <a:lnTo>
                    <a:pt x="7545" y="12936"/>
                  </a:lnTo>
                  <a:lnTo>
                    <a:pt x="7545" y="14013"/>
                  </a:lnTo>
                  <a:lnTo>
                    <a:pt x="6469" y="14013"/>
                  </a:lnTo>
                  <a:lnTo>
                    <a:pt x="6469" y="12936"/>
                  </a:lnTo>
                  <a:lnTo>
                    <a:pt x="5392" y="12936"/>
                  </a:lnTo>
                  <a:lnTo>
                    <a:pt x="5392" y="11860"/>
                  </a:lnTo>
                  <a:lnTo>
                    <a:pt x="4316" y="11860"/>
                  </a:lnTo>
                  <a:lnTo>
                    <a:pt x="4316" y="10784"/>
                  </a:lnTo>
                  <a:lnTo>
                    <a:pt x="5392" y="10784"/>
                  </a:lnTo>
                  <a:lnTo>
                    <a:pt x="5392" y="9708"/>
                  </a:lnTo>
                  <a:lnTo>
                    <a:pt x="4316" y="9708"/>
                  </a:lnTo>
                  <a:lnTo>
                    <a:pt x="4316" y="8631"/>
                  </a:lnTo>
                  <a:lnTo>
                    <a:pt x="5392" y="8631"/>
                  </a:lnTo>
                  <a:lnTo>
                    <a:pt x="5392" y="7555"/>
                  </a:lnTo>
                  <a:lnTo>
                    <a:pt x="4316" y="7555"/>
                  </a:lnTo>
                  <a:lnTo>
                    <a:pt x="4316" y="6479"/>
                  </a:lnTo>
                  <a:lnTo>
                    <a:pt x="5392" y="6479"/>
                  </a:lnTo>
                  <a:lnTo>
                    <a:pt x="5392" y="5403"/>
                  </a:lnTo>
                  <a:lnTo>
                    <a:pt x="6469" y="5403"/>
                  </a:lnTo>
                  <a:lnTo>
                    <a:pt x="6469" y="4337"/>
                  </a:lnTo>
                  <a:lnTo>
                    <a:pt x="7545" y="4337"/>
                  </a:lnTo>
                  <a:lnTo>
                    <a:pt x="7545" y="5413"/>
                  </a:lnTo>
                  <a:lnTo>
                    <a:pt x="8621" y="5413"/>
                  </a:lnTo>
                  <a:lnTo>
                    <a:pt x="8621" y="4337"/>
                  </a:lnTo>
                  <a:lnTo>
                    <a:pt x="9697" y="4337"/>
                  </a:lnTo>
                  <a:lnTo>
                    <a:pt x="9697" y="5413"/>
                  </a:lnTo>
                  <a:lnTo>
                    <a:pt x="10774" y="5413"/>
                  </a:lnTo>
                  <a:lnTo>
                    <a:pt x="10774" y="4337"/>
                  </a:lnTo>
                  <a:close/>
                  <a:moveTo>
                    <a:pt x="3261" y="15075"/>
                  </a:moveTo>
                  <a:lnTo>
                    <a:pt x="3261" y="16151"/>
                  </a:lnTo>
                  <a:lnTo>
                    <a:pt x="2185" y="16151"/>
                  </a:lnTo>
                  <a:lnTo>
                    <a:pt x="2185" y="15075"/>
                  </a:lnTo>
                  <a:close/>
                  <a:moveTo>
                    <a:pt x="16151" y="15075"/>
                  </a:moveTo>
                  <a:lnTo>
                    <a:pt x="16151" y="16151"/>
                  </a:lnTo>
                  <a:lnTo>
                    <a:pt x="15075" y="16151"/>
                  </a:lnTo>
                  <a:lnTo>
                    <a:pt x="15075" y="15075"/>
                  </a:lnTo>
                  <a:close/>
                  <a:moveTo>
                    <a:pt x="0" y="0"/>
                  </a:moveTo>
                  <a:lnTo>
                    <a:pt x="0" y="5406"/>
                  </a:lnTo>
                  <a:lnTo>
                    <a:pt x="2185" y="5406"/>
                  </a:lnTo>
                  <a:lnTo>
                    <a:pt x="2185" y="7555"/>
                  </a:lnTo>
                  <a:lnTo>
                    <a:pt x="0" y="7555"/>
                  </a:lnTo>
                  <a:lnTo>
                    <a:pt x="0" y="10780"/>
                  </a:lnTo>
                  <a:lnTo>
                    <a:pt x="2185" y="10780"/>
                  </a:lnTo>
                  <a:lnTo>
                    <a:pt x="2185" y="12929"/>
                  </a:lnTo>
                  <a:lnTo>
                    <a:pt x="0" y="12929"/>
                  </a:lnTo>
                  <a:lnTo>
                    <a:pt x="0" y="18335"/>
                  </a:lnTo>
                  <a:lnTo>
                    <a:pt x="4334" y="18335"/>
                  </a:lnTo>
                  <a:lnTo>
                    <a:pt x="4334" y="15075"/>
                  </a:lnTo>
                  <a:lnTo>
                    <a:pt x="14002" y="15075"/>
                  </a:lnTo>
                  <a:lnTo>
                    <a:pt x="14002" y="18335"/>
                  </a:lnTo>
                  <a:lnTo>
                    <a:pt x="18332" y="18335"/>
                  </a:lnTo>
                  <a:lnTo>
                    <a:pt x="18332" y="12929"/>
                  </a:lnTo>
                  <a:lnTo>
                    <a:pt x="16151" y="12929"/>
                  </a:lnTo>
                  <a:lnTo>
                    <a:pt x="16151" y="10780"/>
                  </a:lnTo>
                  <a:lnTo>
                    <a:pt x="18332" y="10780"/>
                  </a:lnTo>
                  <a:lnTo>
                    <a:pt x="18332" y="7555"/>
                  </a:lnTo>
                  <a:lnTo>
                    <a:pt x="16151" y="7555"/>
                  </a:lnTo>
                  <a:lnTo>
                    <a:pt x="16151" y="5406"/>
                  </a:lnTo>
                  <a:lnTo>
                    <a:pt x="18332" y="5406"/>
                  </a:lnTo>
                  <a:lnTo>
                    <a:pt x="18332" y="0"/>
                  </a:lnTo>
                  <a:lnTo>
                    <a:pt x="14002" y="0"/>
                  </a:lnTo>
                  <a:lnTo>
                    <a:pt x="14002" y="3261"/>
                  </a:lnTo>
                  <a:lnTo>
                    <a:pt x="4334" y="3261"/>
                  </a:lnTo>
                  <a:lnTo>
                    <a:pt x="4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94" name="Google Shape;1294;p63"/>
          <p:cNvGrpSpPr/>
          <p:nvPr/>
        </p:nvGrpSpPr>
        <p:grpSpPr>
          <a:xfrm>
            <a:off x="2291550" y="1404616"/>
            <a:ext cx="500353" cy="500435"/>
            <a:chOff x="2291550" y="1480816"/>
            <a:chExt cx="500353" cy="500435"/>
          </a:xfrm>
        </p:grpSpPr>
        <p:sp>
          <p:nvSpPr>
            <p:cNvPr id="1295" name="Google Shape;1295;p63"/>
            <p:cNvSpPr/>
            <p:nvPr/>
          </p:nvSpPr>
          <p:spPr>
            <a:xfrm>
              <a:off x="2291550" y="1480816"/>
              <a:ext cx="352810" cy="59525"/>
            </a:xfrm>
            <a:custGeom>
              <a:avLst/>
              <a:gdLst/>
              <a:ahLst/>
              <a:cxnLst/>
              <a:rect l="l" t="t" r="r" b="b"/>
              <a:pathLst>
                <a:path w="12927" h="2181" extrusionOk="0">
                  <a:moveTo>
                    <a:pt x="1" y="0"/>
                  </a:moveTo>
                  <a:lnTo>
                    <a:pt x="1" y="2181"/>
                  </a:lnTo>
                  <a:lnTo>
                    <a:pt x="12927" y="2181"/>
                  </a:lnTo>
                  <a:lnTo>
                    <a:pt x="129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6" name="Google Shape;1296;p63"/>
            <p:cNvSpPr/>
            <p:nvPr/>
          </p:nvSpPr>
          <p:spPr>
            <a:xfrm>
              <a:off x="2673618" y="1480816"/>
              <a:ext cx="118286" cy="59525"/>
            </a:xfrm>
            <a:custGeom>
              <a:avLst/>
              <a:gdLst/>
              <a:ahLst/>
              <a:cxnLst/>
              <a:rect l="l" t="t" r="r" b="b"/>
              <a:pathLst>
                <a:path w="4334" h="2181" extrusionOk="0">
                  <a:moveTo>
                    <a:pt x="0" y="0"/>
                  </a:moveTo>
                  <a:lnTo>
                    <a:pt x="0" y="2181"/>
                  </a:lnTo>
                  <a:lnTo>
                    <a:pt x="4334" y="2181"/>
                  </a:lnTo>
                  <a:lnTo>
                    <a:pt x="4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7" name="Google Shape;1297;p63"/>
            <p:cNvSpPr/>
            <p:nvPr/>
          </p:nvSpPr>
          <p:spPr>
            <a:xfrm>
              <a:off x="2291550" y="1569790"/>
              <a:ext cx="500353" cy="411462"/>
            </a:xfrm>
            <a:custGeom>
              <a:avLst/>
              <a:gdLst/>
              <a:ahLst/>
              <a:cxnLst/>
              <a:rect l="l" t="t" r="r" b="b"/>
              <a:pathLst>
                <a:path w="18333" h="15076" extrusionOk="0">
                  <a:moveTo>
                    <a:pt x="3261" y="2686"/>
                  </a:moveTo>
                  <a:lnTo>
                    <a:pt x="3261" y="3762"/>
                  </a:lnTo>
                  <a:lnTo>
                    <a:pt x="2185" y="3762"/>
                  </a:lnTo>
                  <a:lnTo>
                    <a:pt x="2185" y="2686"/>
                  </a:lnTo>
                  <a:close/>
                  <a:moveTo>
                    <a:pt x="11854" y="2686"/>
                  </a:moveTo>
                  <a:lnTo>
                    <a:pt x="11854" y="3762"/>
                  </a:lnTo>
                  <a:lnTo>
                    <a:pt x="4331" y="3762"/>
                  </a:lnTo>
                  <a:lnTo>
                    <a:pt x="4331" y="2686"/>
                  </a:lnTo>
                  <a:close/>
                  <a:moveTo>
                    <a:pt x="16152" y="2686"/>
                  </a:moveTo>
                  <a:lnTo>
                    <a:pt x="16152" y="3762"/>
                  </a:lnTo>
                  <a:lnTo>
                    <a:pt x="12930" y="3762"/>
                  </a:lnTo>
                  <a:lnTo>
                    <a:pt x="12930" y="2686"/>
                  </a:lnTo>
                  <a:close/>
                  <a:moveTo>
                    <a:pt x="3261" y="4835"/>
                  </a:moveTo>
                  <a:lnTo>
                    <a:pt x="3261" y="5911"/>
                  </a:lnTo>
                  <a:lnTo>
                    <a:pt x="2185" y="5911"/>
                  </a:lnTo>
                  <a:lnTo>
                    <a:pt x="2185" y="4835"/>
                  </a:lnTo>
                  <a:close/>
                  <a:moveTo>
                    <a:pt x="7556" y="4835"/>
                  </a:moveTo>
                  <a:lnTo>
                    <a:pt x="7556" y="5911"/>
                  </a:lnTo>
                  <a:lnTo>
                    <a:pt x="4331" y="5911"/>
                  </a:lnTo>
                  <a:lnTo>
                    <a:pt x="4331" y="4835"/>
                  </a:lnTo>
                  <a:close/>
                  <a:moveTo>
                    <a:pt x="9705" y="4835"/>
                  </a:moveTo>
                  <a:lnTo>
                    <a:pt x="9705" y="5911"/>
                  </a:lnTo>
                  <a:lnTo>
                    <a:pt x="8629" y="5911"/>
                  </a:lnTo>
                  <a:lnTo>
                    <a:pt x="8629" y="4835"/>
                  </a:lnTo>
                  <a:close/>
                  <a:moveTo>
                    <a:pt x="16148" y="4835"/>
                  </a:moveTo>
                  <a:lnTo>
                    <a:pt x="16148" y="5911"/>
                  </a:lnTo>
                  <a:lnTo>
                    <a:pt x="10778" y="5911"/>
                  </a:lnTo>
                  <a:lnTo>
                    <a:pt x="10778" y="4835"/>
                  </a:lnTo>
                  <a:close/>
                  <a:moveTo>
                    <a:pt x="3261" y="6980"/>
                  </a:moveTo>
                  <a:lnTo>
                    <a:pt x="3261" y="8057"/>
                  </a:lnTo>
                  <a:lnTo>
                    <a:pt x="2185" y="8057"/>
                  </a:lnTo>
                  <a:lnTo>
                    <a:pt x="2185" y="6980"/>
                  </a:lnTo>
                  <a:close/>
                  <a:moveTo>
                    <a:pt x="11854" y="6980"/>
                  </a:moveTo>
                  <a:lnTo>
                    <a:pt x="11854" y="8057"/>
                  </a:lnTo>
                  <a:lnTo>
                    <a:pt x="4331" y="8057"/>
                  </a:lnTo>
                  <a:lnTo>
                    <a:pt x="4331" y="6980"/>
                  </a:lnTo>
                  <a:close/>
                  <a:moveTo>
                    <a:pt x="13999" y="6980"/>
                  </a:moveTo>
                  <a:lnTo>
                    <a:pt x="13999" y="8057"/>
                  </a:lnTo>
                  <a:lnTo>
                    <a:pt x="12923" y="8057"/>
                  </a:lnTo>
                  <a:lnTo>
                    <a:pt x="12923" y="6980"/>
                  </a:lnTo>
                  <a:close/>
                  <a:moveTo>
                    <a:pt x="16148" y="6980"/>
                  </a:moveTo>
                  <a:lnTo>
                    <a:pt x="16148" y="8057"/>
                  </a:lnTo>
                  <a:lnTo>
                    <a:pt x="15072" y="8057"/>
                  </a:lnTo>
                  <a:lnTo>
                    <a:pt x="15072" y="6980"/>
                  </a:lnTo>
                  <a:close/>
                  <a:moveTo>
                    <a:pt x="3261" y="9129"/>
                  </a:moveTo>
                  <a:lnTo>
                    <a:pt x="3261" y="10206"/>
                  </a:lnTo>
                  <a:lnTo>
                    <a:pt x="2185" y="10206"/>
                  </a:lnTo>
                  <a:lnTo>
                    <a:pt x="2185" y="9129"/>
                  </a:lnTo>
                  <a:close/>
                  <a:moveTo>
                    <a:pt x="16148" y="9129"/>
                  </a:moveTo>
                  <a:lnTo>
                    <a:pt x="16148" y="10206"/>
                  </a:lnTo>
                  <a:lnTo>
                    <a:pt x="4331" y="10206"/>
                  </a:lnTo>
                  <a:lnTo>
                    <a:pt x="4331" y="9129"/>
                  </a:lnTo>
                  <a:close/>
                  <a:moveTo>
                    <a:pt x="8629" y="11278"/>
                  </a:moveTo>
                  <a:lnTo>
                    <a:pt x="8629" y="12355"/>
                  </a:lnTo>
                  <a:lnTo>
                    <a:pt x="7552" y="12355"/>
                  </a:lnTo>
                  <a:lnTo>
                    <a:pt x="7552" y="11278"/>
                  </a:lnTo>
                  <a:close/>
                  <a:moveTo>
                    <a:pt x="10781" y="11278"/>
                  </a:moveTo>
                  <a:lnTo>
                    <a:pt x="10781" y="12355"/>
                  </a:lnTo>
                  <a:lnTo>
                    <a:pt x="9705" y="12355"/>
                  </a:lnTo>
                  <a:lnTo>
                    <a:pt x="9705" y="11278"/>
                  </a:lnTo>
                  <a:close/>
                  <a:moveTo>
                    <a:pt x="12930" y="11278"/>
                  </a:moveTo>
                  <a:lnTo>
                    <a:pt x="12930" y="12355"/>
                  </a:lnTo>
                  <a:lnTo>
                    <a:pt x="11854" y="12355"/>
                  </a:lnTo>
                  <a:lnTo>
                    <a:pt x="11854" y="11278"/>
                  </a:lnTo>
                  <a:close/>
                  <a:moveTo>
                    <a:pt x="16148" y="11278"/>
                  </a:moveTo>
                  <a:lnTo>
                    <a:pt x="16148" y="12355"/>
                  </a:lnTo>
                  <a:lnTo>
                    <a:pt x="13999" y="12355"/>
                  </a:lnTo>
                  <a:lnTo>
                    <a:pt x="13999" y="11278"/>
                  </a:lnTo>
                  <a:close/>
                  <a:moveTo>
                    <a:pt x="1" y="1"/>
                  </a:moveTo>
                  <a:lnTo>
                    <a:pt x="1" y="15075"/>
                  </a:lnTo>
                  <a:lnTo>
                    <a:pt x="18333" y="15075"/>
                  </a:lnTo>
                  <a:lnTo>
                    <a:pt x="183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98" name="Google Shape;1298;p63"/>
          <p:cNvGrpSpPr/>
          <p:nvPr/>
        </p:nvGrpSpPr>
        <p:grpSpPr>
          <a:xfrm>
            <a:off x="3077329" y="1404616"/>
            <a:ext cx="500463" cy="500435"/>
            <a:chOff x="3077329" y="1480816"/>
            <a:chExt cx="500463" cy="500435"/>
          </a:xfrm>
        </p:grpSpPr>
        <p:sp>
          <p:nvSpPr>
            <p:cNvPr id="1299" name="Google Shape;1299;p63"/>
            <p:cNvSpPr/>
            <p:nvPr/>
          </p:nvSpPr>
          <p:spPr>
            <a:xfrm>
              <a:off x="3107487" y="1480816"/>
              <a:ext cx="439955" cy="352974"/>
            </a:xfrm>
            <a:custGeom>
              <a:avLst/>
              <a:gdLst/>
              <a:ahLst/>
              <a:cxnLst/>
              <a:rect l="l" t="t" r="r" b="b"/>
              <a:pathLst>
                <a:path w="16120" h="12933" extrusionOk="0">
                  <a:moveTo>
                    <a:pt x="0" y="0"/>
                  </a:moveTo>
                  <a:lnTo>
                    <a:pt x="0" y="3225"/>
                  </a:lnTo>
                  <a:lnTo>
                    <a:pt x="1077" y="3225"/>
                  </a:lnTo>
                  <a:lnTo>
                    <a:pt x="1077" y="6447"/>
                  </a:lnTo>
                  <a:lnTo>
                    <a:pt x="4302" y="6447"/>
                  </a:lnTo>
                  <a:lnTo>
                    <a:pt x="4302" y="9136"/>
                  </a:lnTo>
                  <a:cubicBezTo>
                    <a:pt x="4302" y="11211"/>
                    <a:pt x="5989" y="12933"/>
                    <a:pt x="8060" y="12933"/>
                  </a:cubicBezTo>
                  <a:cubicBezTo>
                    <a:pt x="10138" y="12933"/>
                    <a:pt x="11818" y="11211"/>
                    <a:pt x="11818" y="9136"/>
                  </a:cubicBezTo>
                  <a:lnTo>
                    <a:pt x="11818" y="6447"/>
                  </a:lnTo>
                  <a:lnTo>
                    <a:pt x="15043" y="6447"/>
                  </a:lnTo>
                  <a:lnTo>
                    <a:pt x="15043" y="3225"/>
                  </a:lnTo>
                  <a:lnTo>
                    <a:pt x="16120" y="3225"/>
                  </a:lnTo>
                  <a:lnTo>
                    <a:pt x="16120" y="0"/>
                  </a:lnTo>
                  <a:lnTo>
                    <a:pt x="12894" y="0"/>
                  </a:lnTo>
                  <a:lnTo>
                    <a:pt x="12894" y="3225"/>
                  </a:lnTo>
                  <a:lnTo>
                    <a:pt x="13971" y="3225"/>
                  </a:lnTo>
                  <a:lnTo>
                    <a:pt x="13971" y="5371"/>
                  </a:lnTo>
                  <a:lnTo>
                    <a:pt x="11822" y="5371"/>
                  </a:lnTo>
                  <a:lnTo>
                    <a:pt x="11822" y="2149"/>
                  </a:lnTo>
                  <a:lnTo>
                    <a:pt x="10745" y="2149"/>
                  </a:lnTo>
                  <a:lnTo>
                    <a:pt x="10745" y="9129"/>
                  </a:lnTo>
                  <a:cubicBezTo>
                    <a:pt x="10745" y="10611"/>
                    <a:pt x="9542" y="11853"/>
                    <a:pt x="8060" y="11853"/>
                  </a:cubicBezTo>
                  <a:cubicBezTo>
                    <a:pt x="6578" y="11853"/>
                    <a:pt x="5375" y="10611"/>
                    <a:pt x="5375" y="9129"/>
                  </a:cubicBezTo>
                  <a:lnTo>
                    <a:pt x="5375" y="2149"/>
                  </a:lnTo>
                  <a:lnTo>
                    <a:pt x="4298" y="2149"/>
                  </a:lnTo>
                  <a:lnTo>
                    <a:pt x="4298" y="5371"/>
                  </a:lnTo>
                  <a:lnTo>
                    <a:pt x="2149" y="5371"/>
                  </a:lnTo>
                  <a:lnTo>
                    <a:pt x="2149" y="3225"/>
                  </a:lnTo>
                  <a:lnTo>
                    <a:pt x="3226" y="3225"/>
                  </a:lnTo>
                  <a:lnTo>
                    <a:pt x="32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0" name="Google Shape;1300;p63"/>
            <p:cNvSpPr/>
            <p:nvPr/>
          </p:nvSpPr>
          <p:spPr>
            <a:xfrm>
              <a:off x="3224790"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1" name="Google Shape;1301;p63"/>
            <p:cNvSpPr/>
            <p:nvPr/>
          </p:nvSpPr>
          <p:spPr>
            <a:xfrm>
              <a:off x="3400635"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2" name="Google Shape;1302;p63"/>
            <p:cNvSpPr/>
            <p:nvPr/>
          </p:nvSpPr>
          <p:spPr>
            <a:xfrm>
              <a:off x="3283441" y="1510183"/>
              <a:ext cx="87964" cy="264874"/>
            </a:xfrm>
            <a:custGeom>
              <a:avLst/>
              <a:gdLst/>
              <a:ahLst/>
              <a:cxnLst/>
              <a:rect l="l" t="t" r="r" b="b"/>
              <a:pathLst>
                <a:path w="3223" h="9705" extrusionOk="0">
                  <a:moveTo>
                    <a:pt x="0" y="0"/>
                  </a:moveTo>
                  <a:lnTo>
                    <a:pt x="0" y="3222"/>
                  </a:lnTo>
                  <a:lnTo>
                    <a:pt x="1077" y="3222"/>
                  </a:lnTo>
                  <a:lnTo>
                    <a:pt x="1077" y="6447"/>
                  </a:lnTo>
                  <a:lnTo>
                    <a:pt x="0" y="6447"/>
                  </a:lnTo>
                  <a:lnTo>
                    <a:pt x="0" y="8060"/>
                  </a:lnTo>
                  <a:cubicBezTo>
                    <a:pt x="0" y="8946"/>
                    <a:pt x="724" y="9704"/>
                    <a:pt x="1613" y="9704"/>
                  </a:cubicBezTo>
                  <a:cubicBezTo>
                    <a:pt x="2502" y="9704"/>
                    <a:pt x="3222" y="8946"/>
                    <a:pt x="3222" y="8060"/>
                  </a:cubicBezTo>
                  <a:lnTo>
                    <a:pt x="3222" y="6447"/>
                  </a:lnTo>
                  <a:lnTo>
                    <a:pt x="2146" y="6447"/>
                  </a:lnTo>
                  <a:lnTo>
                    <a:pt x="2146" y="3226"/>
                  </a:lnTo>
                  <a:lnTo>
                    <a:pt x="3222" y="3226"/>
                  </a:lnTo>
                  <a:lnTo>
                    <a:pt x="3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3" name="Google Shape;1303;p63"/>
            <p:cNvSpPr/>
            <p:nvPr/>
          </p:nvSpPr>
          <p:spPr>
            <a:xfrm>
              <a:off x="3077329" y="1686028"/>
              <a:ext cx="500463" cy="295223"/>
            </a:xfrm>
            <a:custGeom>
              <a:avLst/>
              <a:gdLst/>
              <a:ahLst/>
              <a:cxnLst/>
              <a:rect l="l" t="t" r="r" b="b"/>
              <a:pathLst>
                <a:path w="18337" h="10817" extrusionOk="0">
                  <a:moveTo>
                    <a:pt x="1" y="1"/>
                  </a:moveTo>
                  <a:lnTo>
                    <a:pt x="1" y="3177"/>
                  </a:lnTo>
                  <a:lnTo>
                    <a:pt x="1875" y="3487"/>
                  </a:lnTo>
                  <a:cubicBezTo>
                    <a:pt x="2055" y="4196"/>
                    <a:pt x="2333" y="4874"/>
                    <a:pt x="2711" y="5506"/>
                  </a:cubicBezTo>
                  <a:lnTo>
                    <a:pt x="1628" y="7026"/>
                  </a:lnTo>
                  <a:lnTo>
                    <a:pt x="3787" y="9190"/>
                  </a:lnTo>
                  <a:lnTo>
                    <a:pt x="5308" y="8103"/>
                  </a:lnTo>
                  <a:cubicBezTo>
                    <a:pt x="5940" y="8484"/>
                    <a:pt x="6614" y="8759"/>
                    <a:pt x="7330" y="8943"/>
                  </a:cubicBezTo>
                  <a:lnTo>
                    <a:pt x="7641" y="10816"/>
                  </a:lnTo>
                  <a:lnTo>
                    <a:pt x="10696" y="10816"/>
                  </a:lnTo>
                  <a:lnTo>
                    <a:pt x="11003" y="8943"/>
                  </a:lnTo>
                  <a:cubicBezTo>
                    <a:pt x="11716" y="8759"/>
                    <a:pt x="12394" y="8484"/>
                    <a:pt x="13025" y="8103"/>
                  </a:cubicBezTo>
                  <a:lnTo>
                    <a:pt x="14546" y="9190"/>
                  </a:lnTo>
                  <a:lnTo>
                    <a:pt x="16709" y="7026"/>
                  </a:lnTo>
                  <a:lnTo>
                    <a:pt x="15623" y="5506"/>
                  </a:lnTo>
                  <a:cubicBezTo>
                    <a:pt x="16004" y="4874"/>
                    <a:pt x="16279" y="4200"/>
                    <a:pt x="16462" y="3487"/>
                  </a:cubicBezTo>
                  <a:lnTo>
                    <a:pt x="18336" y="3177"/>
                  </a:lnTo>
                  <a:lnTo>
                    <a:pt x="18336" y="1"/>
                  </a:lnTo>
                  <a:lnTo>
                    <a:pt x="14003" y="1"/>
                  </a:lnTo>
                  <a:lnTo>
                    <a:pt x="14003" y="1610"/>
                  </a:lnTo>
                  <a:lnTo>
                    <a:pt x="13996" y="1610"/>
                  </a:lnTo>
                  <a:cubicBezTo>
                    <a:pt x="13996" y="4281"/>
                    <a:pt x="11829" y="6479"/>
                    <a:pt x="9161" y="6479"/>
                  </a:cubicBezTo>
                  <a:cubicBezTo>
                    <a:pt x="6494" y="6479"/>
                    <a:pt x="4331" y="4285"/>
                    <a:pt x="4331" y="1610"/>
                  </a:cubicBezTo>
                  <a:lnTo>
                    <a:pt x="433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04" name="Google Shape;1304;p63"/>
          <p:cNvGrpSpPr/>
          <p:nvPr/>
        </p:nvGrpSpPr>
        <p:grpSpPr>
          <a:xfrm>
            <a:off x="3951807" y="1404698"/>
            <a:ext cx="322679" cy="500244"/>
            <a:chOff x="3951807" y="1480898"/>
            <a:chExt cx="322679" cy="500244"/>
          </a:xfrm>
        </p:grpSpPr>
        <p:sp>
          <p:nvSpPr>
            <p:cNvPr id="1305" name="Google Shape;1305;p63"/>
            <p:cNvSpPr/>
            <p:nvPr/>
          </p:nvSpPr>
          <p:spPr>
            <a:xfrm>
              <a:off x="4069111" y="1861901"/>
              <a:ext cx="88073" cy="119241"/>
            </a:xfrm>
            <a:custGeom>
              <a:avLst/>
              <a:gdLst/>
              <a:ahLst/>
              <a:cxnLst/>
              <a:rect l="l" t="t" r="r" b="b"/>
              <a:pathLst>
                <a:path w="3227" h="4369" extrusionOk="0">
                  <a:moveTo>
                    <a:pt x="1" y="0"/>
                  </a:moveTo>
                  <a:lnTo>
                    <a:pt x="1" y="4369"/>
                  </a:lnTo>
                  <a:lnTo>
                    <a:pt x="3226" y="4369"/>
                  </a:lnTo>
                  <a:lnTo>
                    <a:pt x="32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6" name="Google Shape;1306;p63"/>
            <p:cNvSpPr/>
            <p:nvPr/>
          </p:nvSpPr>
          <p:spPr>
            <a:xfrm>
              <a:off x="3951807" y="1480898"/>
              <a:ext cx="322679" cy="351828"/>
            </a:xfrm>
            <a:custGeom>
              <a:avLst/>
              <a:gdLst/>
              <a:ahLst/>
              <a:cxnLst/>
              <a:rect l="l" t="t" r="r" b="b"/>
              <a:pathLst>
                <a:path w="11823" h="12891" extrusionOk="0">
                  <a:moveTo>
                    <a:pt x="7528" y="2146"/>
                  </a:moveTo>
                  <a:lnTo>
                    <a:pt x="7528" y="3222"/>
                  </a:lnTo>
                  <a:lnTo>
                    <a:pt x="8604" y="3222"/>
                  </a:lnTo>
                  <a:lnTo>
                    <a:pt x="8604" y="4295"/>
                  </a:lnTo>
                  <a:lnTo>
                    <a:pt x="9680" y="4295"/>
                  </a:lnTo>
                  <a:lnTo>
                    <a:pt x="9680" y="5375"/>
                  </a:lnTo>
                  <a:lnTo>
                    <a:pt x="8604" y="5375"/>
                  </a:lnTo>
                  <a:lnTo>
                    <a:pt x="8604" y="6451"/>
                  </a:lnTo>
                  <a:lnTo>
                    <a:pt x="9680" y="6451"/>
                  </a:lnTo>
                  <a:lnTo>
                    <a:pt x="9680" y="7527"/>
                  </a:lnTo>
                  <a:lnTo>
                    <a:pt x="8604" y="7527"/>
                  </a:lnTo>
                  <a:lnTo>
                    <a:pt x="8604" y="8604"/>
                  </a:lnTo>
                  <a:lnTo>
                    <a:pt x="7528" y="8604"/>
                  </a:lnTo>
                  <a:lnTo>
                    <a:pt x="7528" y="9680"/>
                  </a:lnTo>
                  <a:lnTo>
                    <a:pt x="6451" y="9680"/>
                  </a:lnTo>
                  <a:lnTo>
                    <a:pt x="6451" y="8604"/>
                  </a:lnTo>
                  <a:lnTo>
                    <a:pt x="5371" y="8604"/>
                  </a:lnTo>
                  <a:lnTo>
                    <a:pt x="5371" y="9680"/>
                  </a:lnTo>
                  <a:lnTo>
                    <a:pt x="4295" y="9680"/>
                  </a:lnTo>
                  <a:lnTo>
                    <a:pt x="4295" y="8604"/>
                  </a:lnTo>
                  <a:lnTo>
                    <a:pt x="3219" y="8604"/>
                  </a:lnTo>
                  <a:lnTo>
                    <a:pt x="3219" y="7527"/>
                  </a:lnTo>
                  <a:lnTo>
                    <a:pt x="2143" y="7527"/>
                  </a:lnTo>
                  <a:lnTo>
                    <a:pt x="2143" y="6444"/>
                  </a:lnTo>
                  <a:lnTo>
                    <a:pt x="3222" y="6444"/>
                  </a:lnTo>
                  <a:lnTo>
                    <a:pt x="3222" y="5368"/>
                  </a:lnTo>
                  <a:lnTo>
                    <a:pt x="2146" y="5368"/>
                  </a:lnTo>
                  <a:lnTo>
                    <a:pt x="2146" y="4292"/>
                  </a:lnTo>
                  <a:lnTo>
                    <a:pt x="3222" y="4292"/>
                  </a:lnTo>
                  <a:lnTo>
                    <a:pt x="3222" y="3222"/>
                  </a:lnTo>
                  <a:lnTo>
                    <a:pt x="4299" y="3222"/>
                  </a:lnTo>
                  <a:lnTo>
                    <a:pt x="4299" y="2146"/>
                  </a:lnTo>
                  <a:lnTo>
                    <a:pt x="5375" y="2146"/>
                  </a:lnTo>
                  <a:lnTo>
                    <a:pt x="5375" y="3222"/>
                  </a:lnTo>
                  <a:lnTo>
                    <a:pt x="6451" y="3222"/>
                  </a:lnTo>
                  <a:lnTo>
                    <a:pt x="6451" y="2146"/>
                  </a:lnTo>
                  <a:close/>
                  <a:moveTo>
                    <a:pt x="5915" y="1"/>
                  </a:moveTo>
                  <a:cubicBezTo>
                    <a:pt x="2654" y="1"/>
                    <a:pt x="8" y="2651"/>
                    <a:pt x="8" y="5908"/>
                  </a:cubicBezTo>
                  <a:cubicBezTo>
                    <a:pt x="1" y="8554"/>
                    <a:pt x="1783" y="10876"/>
                    <a:pt x="4299" y="11589"/>
                  </a:cubicBezTo>
                  <a:lnTo>
                    <a:pt x="4299" y="12891"/>
                  </a:lnTo>
                  <a:lnTo>
                    <a:pt x="7524" y="12891"/>
                  </a:lnTo>
                  <a:lnTo>
                    <a:pt x="7524" y="11592"/>
                  </a:lnTo>
                  <a:cubicBezTo>
                    <a:pt x="10040" y="10880"/>
                    <a:pt x="11822" y="8554"/>
                    <a:pt x="11822" y="5908"/>
                  </a:cubicBezTo>
                  <a:cubicBezTo>
                    <a:pt x="11822" y="2647"/>
                    <a:pt x="9168" y="1"/>
                    <a:pt x="59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7" name="Google Shape;1307;p63"/>
            <p:cNvSpPr/>
            <p:nvPr/>
          </p:nvSpPr>
          <p:spPr>
            <a:xfrm>
              <a:off x="4069029" y="1598010"/>
              <a:ext cx="88046" cy="88046"/>
            </a:xfrm>
            <a:custGeom>
              <a:avLst/>
              <a:gdLst/>
              <a:ahLst/>
              <a:cxnLst/>
              <a:rect l="l" t="t" r="r" b="b"/>
              <a:pathLst>
                <a:path w="3226" h="3226" extrusionOk="0">
                  <a:moveTo>
                    <a:pt x="2153" y="1077"/>
                  </a:moveTo>
                  <a:lnTo>
                    <a:pt x="2153" y="2153"/>
                  </a:lnTo>
                  <a:lnTo>
                    <a:pt x="1076" y="2153"/>
                  </a:lnTo>
                  <a:lnTo>
                    <a:pt x="1076" y="1077"/>
                  </a:lnTo>
                  <a:close/>
                  <a:moveTo>
                    <a:pt x="0" y="1"/>
                  </a:moveTo>
                  <a:lnTo>
                    <a:pt x="0" y="3226"/>
                  </a:lnTo>
                  <a:lnTo>
                    <a:pt x="3225" y="3226"/>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08" name="Google Shape;1308;p63"/>
          <p:cNvGrpSpPr/>
          <p:nvPr/>
        </p:nvGrpSpPr>
        <p:grpSpPr>
          <a:xfrm>
            <a:off x="4663732" y="1404616"/>
            <a:ext cx="470086" cy="500326"/>
            <a:chOff x="4663732" y="1480816"/>
            <a:chExt cx="470086" cy="500326"/>
          </a:xfrm>
        </p:grpSpPr>
        <p:sp>
          <p:nvSpPr>
            <p:cNvPr id="1309" name="Google Shape;1309;p63"/>
            <p:cNvSpPr/>
            <p:nvPr/>
          </p:nvSpPr>
          <p:spPr>
            <a:xfrm>
              <a:off x="5045882" y="1539550"/>
              <a:ext cx="87855" cy="59634"/>
            </a:xfrm>
            <a:custGeom>
              <a:avLst/>
              <a:gdLst/>
              <a:ahLst/>
              <a:cxnLst/>
              <a:rect l="l" t="t" r="r" b="b"/>
              <a:pathLst>
                <a:path w="3219" h="2185" extrusionOk="0">
                  <a:moveTo>
                    <a:pt x="0" y="1"/>
                  </a:moveTo>
                  <a:lnTo>
                    <a:pt x="0" y="2185"/>
                  </a:lnTo>
                  <a:lnTo>
                    <a:pt x="3215" y="2185"/>
                  </a:lnTo>
                  <a:lnTo>
                    <a:pt x="32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0" name="Google Shape;1310;p63"/>
            <p:cNvSpPr/>
            <p:nvPr/>
          </p:nvSpPr>
          <p:spPr>
            <a:xfrm>
              <a:off x="5050685" y="1833681"/>
              <a:ext cx="79012" cy="120606"/>
            </a:xfrm>
            <a:custGeom>
              <a:avLst/>
              <a:gdLst/>
              <a:ahLst/>
              <a:cxnLst/>
              <a:rect l="l" t="t" r="r" b="b"/>
              <a:pathLst>
                <a:path w="2895" h="4419" extrusionOk="0">
                  <a:moveTo>
                    <a:pt x="1" y="0"/>
                  </a:moveTo>
                  <a:lnTo>
                    <a:pt x="1433" y="4418"/>
                  </a:lnTo>
                  <a:lnTo>
                    <a:pt x="28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1" name="Google Shape;1311;p63"/>
            <p:cNvSpPr/>
            <p:nvPr/>
          </p:nvSpPr>
          <p:spPr>
            <a:xfrm>
              <a:off x="4899185" y="1862856"/>
              <a:ext cx="29421" cy="29394"/>
            </a:xfrm>
            <a:custGeom>
              <a:avLst/>
              <a:gdLst/>
              <a:ahLst/>
              <a:cxnLst/>
              <a:rect l="l" t="t" r="r" b="b"/>
              <a:pathLst>
                <a:path w="1078" h="1077" extrusionOk="0">
                  <a:moveTo>
                    <a:pt x="541" y="0"/>
                  </a:moveTo>
                  <a:cubicBezTo>
                    <a:pt x="244" y="0"/>
                    <a:pt x="1" y="244"/>
                    <a:pt x="1" y="540"/>
                  </a:cubicBezTo>
                  <a:cubicBezTo>
                    <a:pt x="1" y="837"/>
                    <a:pt x="244" y="1077"/>
                    <a:pt x="541" y="1077"/>
                  </a:cubicBezTo>
                  <a:cubicBezTo>
                    <a:pt x="834" y="1077"/>
                    <a:pt x="1077" y="837"/>
                    <a:pt x="1077" y="540"/>
                  </a:cubicBezTo>
                  <a:cubicBezTo>
                    <a:pt x="1077" y="244"/>
                    <a:pt x="834" y="0"/>
                    <a:pt x="5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2" name="Google Shape;1312;p63"/>
            <p:cNvSpPr/>
            <p:nvPr/>
          </p:nvSpPr>
          <p:spPr>
            <a:xfrm>
              <a:off x="4663732" y="1480816"/>
              <a:ext cx="352892" cy="500326"/>
            </a:xfrm>
            <a:custGeom>
              <a:avLst/>
              <a:gdLst/>
              <a:ahLst/>
              <a:cxnLst/>
              <a:rect l="l" t="t" r="r" b="b"/>
              <a:pathLst>
                <a:path w="12930" h="18332" extrusionOk="0">
                  <a:moveTo>
                    <a:pt x="9387" y="6038"/>
                  </a:moveTo>
                  <a:lnTo>
                    <a:pt x="10145" y="6796"/>
                  </a:lnTo>
                  <a:lnTo>
                    <a:pt x="9387" y="7555"/>
                  </a:lnTo>
                  <a:lnTo>
                    <a:pt x="10145" y="8314"/>
                  </a:lnTo>
                  <a:lnTo>
                    <a:pt x="9387" y="9072"/>
                  </a:lnTo>
                  <a:lnTo>
                    <a:pt x="8628" y="8314"/>
                  </a:lnTo>
                  <a:lnTo>
                    <a:pt x="7869" y="9072"/>
                  </a:lnTo>
                  <a:lnTo>
                    <a:pt x="7111" y="8314"/>
                  </a:lnTo>
                  <a:lnTo>
                    <a:pt x="7869" y="7555"/>
                  </a:lnTo>
                  <a:lnTo>
                    <a:pt x="7111" y="6796"/>
                  </a:lnTo>
                  <a:lnTo>
                    <a:pt x="7869" y="6038"/>
                  </a:lnTo>
                  <a:lnTo>
                    <a:pt x="8628" y="6796"/>
                  </a:lnTo>
                  <a:lnTo>
                    <a:pt x="9387" y="6038"/>
                  </a:lnTo>
                  <a:close/>
                  <a:moveTo>
                    <a:pt x="5092" y="12488"/>
                  </a:moveTo>
                  <a:lnTo>
                    <a:pt x="5851" y="13247"/>
                  </a:lnTo>
                  <a:lnTo>
                    <a:pt x="5092" y="14006"/>
                  </a:lnTo>
                  <a:lnTo>
                    <a:pt x="5851" y="14764"/>
                  </a:lnTo>
                  <a:lnTo>
                    <a:pt x="5092" y="15523"/>
                  </a:lnTo>
                  <a:lnTo>
                    <a:pt x="4333" y="14764"/>
                  </a:lnTo>
                  <a:lnTo>
                    <a:pt x="3575" y="15523"/>
                  </a:lnTo>
                  <a:lnTo>
                    <a:pt x="2816" y="14764"/>
                  </a:lnTo>
                  <a:lnTo>
                    <a:pt x="3575" y="14006"/>
                  </a:lnTo>
                  <a:lnTo>
                    <a:pt x="2816" y="13247"/>
                  </a:lnTo>
                  <a:lnTo>
                    <a:pt x="3575" y="12488"/>
                  </a:lnTo>
                  <a:lnTo>
                    <a:pt x="4333" y="13247"/>
                  </a:lnTo>
                  <a:lnTo>
                    <a:pt x="5092" y="12488"/>
                  </a:lnTo>
                  <a:close/>
                  <a:moveTo>
                    <a:pt x="3797" y="2904"/>
                  </a:moveTo>
                  <a:lnTo>
                    <a:pt x="5840" y="5628"/>
                  </a:lnTo>
                  <a:lnTo>
                    <a:pt x="4979" y="6271"/>
                  </a:lnTo>
                  <a:lnTo>
                    <a:pt x="4337" y="5410"/>
                  </a:lnTo>
                  <a:lnTo>
                    <a:pt x="4337" y="8808"/>
                  </a:lnTo>
                  <a:lnTo>
                    <a:pt x="9708" y="10957"/>
                  </a:lnTo>
                  <a:lnTo>
                    <a:pt x="9708" y="13028"/>
                  </a:lnTo>
                  <a:cubicBezTo>
                    <a:pt x="10332" y="13250"/>
                    <a:pt x="10784" y="13840"/>
                    <a:pt x="10784" y="14542"/>
                  </a:cubicBezTo>
                  <a:cubicBezTo>
                    <a:pt x="10777" y="15428"/>
                    <a:pt x="10054" y="16151"/>
                    <a:pt x="9168" y="16151"/>
                  </a:cubicBezTo>
                  <a:cubicBezTo>
                    <a:pt x="8279" y="16151"/>
                    <a:pt x="7555" y="15428"/>
                    <a:pt x="7555" y="14542"/>
                  </a:cubicBezTo>
                  <a:cubicBezTo>
                    <a:pt x="7555" y="13840"/>
                    <a:pt x="8007" y="13254"/>
                    <a:pt x="8631" y="13028"/>
                  </a:cubicBezTo>
                  <a:lnTo>
                    <a:pt x="8631" y="11684"/>
                  </a:lnTo>
                  <a:lnTo>
                    <a:pt x="3261" y="9535"/>
                  </a:lnTo>
                  <a:lnTo>
                    <a:pt x="3261" y="5410"/>
                  </a:lnTo>
                  <a:lnTo>
                    <a:pt x="2615" y="6271"/>
                  </a:lnTo>
                  <a:lnTo>
                    <a:pt x="1757" y="5628"/>
                  </a:lnTo>
                  <a:lnTo>
                    <a:pt x="3797" y="2904"/>
                  </a:lnTo>
                  <a:close/>
                  <a:moveTo>
                    <a:pt x="0" y="0"/>
                  </a:moveTo>
                  <a:lnTo>
                    <a:pt x="0" y="18332"/>
                  </a:lnTo>
                  <a:lnTo>
                    <a:pt x="12929" y="18332"/>
                  </a:lnTo>
                  <a:lnTo>
                    <a:pt x="12929" y="4337"/>
                  </a:lnTo>
                  <a:lnTo>
                    <a:pt x="8628" y="4337"/>
                  </a:lnTo>
                  <a:lnTo>
                    <a:pt x="86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3" name="Google Shape;1313;p63"/>
            <p:cNvSpPr/>
            <p:nvPr/>
          </p:nvSpPr>
          <p:spPr>
            <a:xfrm>
              <a:off x="4928579" y="1489468"/>
              <a:ext cx="79367" cy="80349"/>
            </a:xfrm>
            <a:custGeom>
              <a:avLst/>
              <a:gdLst/>
              <a:ahLst/>
              <a:cxnLst/>
              <a:rect l="l" t="t" r="r" b="b"/>
              <a:pathLst>
                <a:path w="2908" h="2944" extrusionOk="0">
                  <a:moveTo>
                    <a:pt x="0" y="1"/>
                  </a:moveTo>
                  <a:lnTo>
                    <a:pt x="0" y="2944"/>
                  </a:lnTo>
                  <a:lnTo>
                    <a:pt x="2908" y="2944"/>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4" name="Google Shape;1314;p63"/>
            <p:cNvSpPr/>
            <p:nvPr/>
          </p:nvSpPr>
          <p:spPr>
            <a:xfrm>
              <a:off x="5045882" y="1628359"/>
              <a:ext cx="87936" cy="175982"/>
            </a:xfrm>
            <a:custGeom>
              <a:avLst/>
              <a:gdLst/>
              <a:ahLst/>
              <a:cxnLst/>
              <a:rect l="l" t="t" r="r" b="b"/>
              <a:pathLst>
                <a:path w="3222" h="6448" extrusionOk="0">
                  <a:moveTo>
                    <a:pt x="0" y="0"/>
                  </a:moveTo>
                  <a:lnTo>
                    <a:pt x="0" y="6447"/>
                  </a:lnTo>
                  <a:lnTo>
                    <a:pt x="3222" y="6447"/>
                  </a:lnTo>
                  <a:lnTo>
                    <a:pt x="3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15" name="Google Shape;1315;p63"/>
          <p:cNvGrpSpPr/>
          <p:nvPr/>
        </p:nvGrpSpPr>
        <p:grpSpPr>
          <a:xfrm>
            <a:off x="5434200" y="1422138"/>
            <a:ext cx="500435" cy="465474"/>
            <a:chOff x="5434200" y="1498338"/>
            <a:chExt cx="500435" cy="465474"/>
          </a:xfrm>
        </p:grpSpPr>
        <p:sp>
          <p:nvSpPr>
            <p:cNvPr id="1316" name="Google Shape;1316;p63"/>
            <p:cNvSpPr/>
            <p:nvPr/>
          </p:nvSpPr>
          <p:spPr>
            <a:xfrm>
              <a:off x="5552458" y="1498338"/>
              <a:ext cx="117330" cy="256959"/>
            </a:xfrm>
            <a:custGeom>
              <a:avLst/>
              <a:gdLst/>
              <a:ahLst/>
              <a:cxnLst/>
              <a:rect l="l" t="t" r="r" b="b"/>
              <a:pathLst>
                <a:path w="4299" h="9415" extrusionOk="0">
                  <a:moveTo>
                    <a:pt x="3600" y="0"/>
                  </a:moveTo>
                  <a:lnTo>
                    <a:pt x="2153" y="336"/>
                  </a:lnTo>
                  <a:lnTo>
                    <a:pt x="2153" y="932"/>
                  </a:lnTo>
                  <a:lnTo>
                    <a:pt x="3229" y="932"/>
                  </a:lnTo>
                  <a:lnTo>
                    <a:pt x="3229" y="3081"/>
                  </a:lnTo>
                  <a:lnTo>
                    <a:pt x="2153" y="3081"/>
                  </a:lnTo>
                  <a:lnTo>
                    <a:pt x="2153" y="2008"/>
                  </a:lnTo>
                  <a:lnTo>
                    <a:pt x="1077" y="2008"/>
                  </a:lnTo>
                  <a:lnTo>
                    <a:pt x="1077" y="3416"/>
                  </a:lnTo>
                  <a:lnTo>
                    <a:pt x="0" y="3952"/>
                  </a:lnTo>
                  <a:lnTo>
                    <a:pt x="0" y="4157"/>
                  </a:lnTo>
                  <a:lnTo>
                    <a:pt x="2146" y="4157"/>
                  </a:lnTo>
                  <a:lnTo>
                    <a:pt x="2146" y="5233"/>
                  </a:lnTo>
                  <a:lnTo>
                    <a:pt x="0" y="5233"/>
                  </a:lnTo>
                  <a:lnTo>
                    <a:pt x="0" y="5435"/>
                  </a:lnTo>
                  <a:lnTo>
                    <a:pt x="1077" y="5974"/>
                  </a:lnTo>
                  <a:lnTo>
                    <a:pt x="1077" y="7382"/>
                  </a:lnTo>
                  <a:lnTo>
                    <a:pt x="2153" y="7382"/>
                  </a:lnTo>
                  <a:lnTo>
                    <a:pt x="2153" y="6310"/>
                  </a:lnTo>
                  <a:lnTo>
                    <a:pt x="3229" y="6310"/>
                  </a:lnTo>
                  <a:lnTo>
                    <a:pt x="3229" y="8459"/>
                  </a:lnTo>
                  <a:lnTo>
                    <a:pt x="2153" y="8459"/>
                  </a:lnTo>
                  <a:lnTo>
                    <a:pt x="2153" y="8769"/>
                  </a:lnTo>
                  <a:lnTo>
                    <a:pt x="2795" y="9415"/>
                  </a:lnTo>
                  <a:lnTo>
                    <a:pt x="4298" y="8660"/>
                  </a:lnTo>
                  <a:lnTo>
                    <a:pt x="4298" y="5233"/>
                  </a:lnTo>
                  <a:lnTo>
                    <a:pt x="3222" y="5233"/>
                  </a:lnTo>
                  <a:lnTo>
                    <a:pt x="3222" y="4157"/>
                  </a:lnTo>
                  <a:lnTo>
                    <a:pt x="4298" y="4157"/>
                  </a:lnTo>
                  <a:lnTo>
                    <a:pt x="4298" y="678"/>
                  </a:lnTo>
                  <a:lnTo>
                    <a:pt x="360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7" name="Google Shape;1317;p63"/>
            <p:cNvSpPr/>
            <p:nvPr/>
          </p:nvSpPr>
          <p:spPr>
            <a:xfrm>
              <a:off x="5699046" y="1498338"/>
              <a:ext cx="117522" cy="256959"/>
            </a:xfrm>
            <a:custGeom>
              <a:avLst/>
              <a:gdLst/>
              <a:ahLst/>
              <a:cxnLst/>
              <a:rect l="l" t="t" r="r" b="b"/>
              <a:pathLst>
                <a:path w="4306" h="9415" extrusionOk="0">
                  <a:moveTo>
                    <a:pt x="706" y="0"/>
                  </a:moveTo>
                  <a:lnTo>
                    <a:pt x="4" y="674"/>
                  </a:lnTo>
                  <a:lnTo>
                    <a:pt x="4" y="4157"/>
                  </a:lnTo>
                  <a:lnTo>
                    <a:pt x="1080" y="4157"/>
                  </a:lnTo>
                  <a:lnTo>
                    <a:pt x="1080" y="5233"/>
                  </a:lnTo>
                  <a:lnTo>
                    <a:pt x="0" y="5233"/>
                  </a:lnTo>
                  <a:lnTo>
                    <a:pt x="0" y="8660"/>
                  </a:lnTo>
                  <a:lnTo>
                    <a:pt x="1503" y="9415"/>
                  </a:lnTo>
                  <a:lnTo>
                    <a:pt x="2149" y="8769"/>
                  </a:lnTo>
                  <a:lnTo>
                    <a:pt x="2149" y="8459"/>
                  </a:lnTo>
                  <a:lnTo>
                    <a:pt x="1076" y="8459"/>
                  </a:lnTo>
                  <a:lnTo>
                    <a:pt x="1076" y="6310"/>
                  </a:lnTo>
                  <a:lnTo>
                    <a:pt x="2153" y="6310"/>
                  </a:lnTo>
                  <a:lnTo>
                    <a:pt x="2153" y="7382"/>
                  </a:lnTo>
                  <a:lnTo>
                    <a:pt x="3229" y="7382"/>
                  </a:lnTo>
                  <a:lnTo>
                    <a:pt x="3229" y="5974"/>
                  </a:lnTo>
                  <a:lnTo>
                    <a:pt x="4305" y="5435"/>
                  </a:lnTo>
                  <a:lnTo>
                    <a:pt x="4305" y="5233"/>
                  </a:lnTo>
                  <a:lnTo>
                    <a:pt x="2156" y="5233"/>
                  </a:lnTo>
                  <a:lnTo>
                    <a:pt x="2156" y="4157"/>
                  </a:lnTo>
                  <a:lnTo>
                    <a:pt x="4305" y="4157"/>
                  </a:lnTo>
                  <a:lnTo>
                    <a:pt x="4305" y="3952"/>
                  </a:lnTo>
                  <a:lnTo>
                    <a:pt x="3229" y="3416"/>
                  </a:lnTo>
                  <a:lnTo>
                    <a:pt x="3229" y="2008"/>
                  </a:lnTo>
                  <a:lnTo>
                    <a:pt x="2153" y="2008"/>
                  </a:lnTo>
                  <a:lnTo>
                    <a:pt x="2153" y="3084"/>
                  </a:lnTo>
                  <a:lnTo>
                    <a:pt x="1076" y="3084"/>
                  </a:lnTo>
                  <a:lnTo>
                    <a:pt x="1076" y="932"/>
                  </a:lnTo>
                  <a:lnTo>
                    <a:pt x="2153" y="932"/>
                  </a:lnTo>
                  <a:lnTo>
                    <a:pt x="2153" y="336"/>
                  </a:lnTo>
                  <a:lnTo>
                    <a:pt x="70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8" name="Google Shape;1318;p63"/>
            <p:cNvSpPr/>
            <p:nvPr/>
          </p:nvSpPr>
          <p:spPr>
            <a:xfrm>
              <a:off x="5434282" y="1846399"/>
              <a:ext cx="500353" cy="117412"/>
            </a:xfrm>
            <a:custGeom>
              <a:avLst/>
              <a:gdLst/>
              <a:ahLst/>
              <a:cxnLst/>
              <a:rect l="l" t="t" r="r" b="b"/>
              <a:pathLst>
                <a:path w="18333" h="4302" extrusionOk="0">
                  <a:moveTo>
                    <a:pt x="1" y="0"/>
                  </a:moveTo>
                  <a:lnTo>
                    <a:pt x="1" y="2149"/>
                  </a:lnTo>
                  <a:lnTo>
                    <a:pt x="7552" y="2149"/>
                  </a:lnTo>
                  <a:lnTo>
                    <a:pt x="7552" y="3225"/>
                  </a:lnTo>
                  <a:lnTo>
                    <a:pt x="5407" y="3225"/>
                  </a:lnTo>
                  <a:lnTo>
                    <a:pt x="5407" y="4302"/>
                  </a:lnTo>
                  <a:lnTo>
                    <a:pt x="12926" y="4302"/>
                  </a:lnTo>
                  <a:lnTo>
                    <a:pt x="12926" y="3225"/>
                  </a:lnTo>
                  <a:lnTo>
                    <a:pt x="10777" y="3225"/>
                  </a:lnTo>
                  <a:lnTo>
                    <a:pt x="10777" y="2149"/>
                  </a:lnTo>
                  <a:lnTo>
                    <a:pt x="18332" y="2149"/>
                  </a:ln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9" name="Google Shape;1319;p63"/>
            <p:cNvSpPr/>
            <p:nvPr/>
          </p:nvSpPr>
          <p:spPr>
            <a:xfrm>
              <a:off x="5434200" y="1523747"/>
              <a:ext cx="500326" cy="293285"/>
            </a:xfrm>
            <a:custGeom>
              <a:avLst/>
              <a:gdLst/>
              <a:ahLst/>
              <a:cxnLst/>
              <a:rect l="l" t="t" r="r" b="b"/>
              <a:pathLst>
                <a:path w="18332" h="10746" extrusionOk="0">
                  <a:moveTo>
                    <a:pt x="0" y="1"/>
                  </a:moveTo>
                  <a:lnTo>
                    <a:pt x="0" y="10746"/>
                  </a:lnTo>
                  <a:lnTo>
                    <a:pt x="18332" y="10746"/>
                  </a:lnTo>
                  <a:lnTo>
                    <a:pt x="18332" y="1"/>
                  </a:lnTo>
                  <a:lnTo>
                    <a:pt x="14002" y="1"/>
                  </a:lnTo>
                  <a:lnTo>
                    <a:pt x="14002" y="1818"/>
                  </a:lnTo>
                  <a:lnTo>
                    <a:pt x="15075" y="2358"/>
                  </a:lnTo>
                  <a:lnTo>
                    <a:pt x="15075" y="5170"/>
                  </a:lnTo>
                  <a:lnTo>
                    <a:pt x="14002" y="5710"/>
                  </a:lnTo>
                  <a:lnTo>
                    <a:pt x="14002" y="7528"/>
                  </a:lnTo>
                  <a:lnTo>
                    <a:pt x="12926" y="7528"/>
                  </a:lnTo>
                  <a:lnTo>
                    <a:pt x="12926" y="8286"/>
                  </a:lnTo>
                  <a:lnTo>
                    <a:pt x="11419" y="9790"/>
                  </a:lnTo>
                  <a:lnTo>
                    <a:pt x="9164" y="8660"/>
                  </a:lnTo>
                  <a:lnTo>
                    <a:pt x="6913" y="9790"/>
                  </a:lnTo>
                  <a:lnTo>
                    <a:pt x="5406" y="8286"/>
                  </a:lnTo>
                  <a:lnTo>
                    <a:pt x="5406" y="7528"/>
                  </a:lnTo>
                  <a:lnTo>
                    <a:pt x="4330" y="7528"/>
                  </a:lnTo>
                  <a:lnTo>
                    <a:pt x="4330" y="5710"/>
                  </a:lnTo>
                  <a:lnTo>
                    <a:pt x="3254" y="5170"/>
                  </a:lnTo>
                  <a:lnTo>
                    <a:pt x="3254" y="2358"/>
                  </a:lnTo>
                  <a:lnTo>
                    <a:pt x="4330" y="1818"/>
                  </a:lnTo>
                  <a:lnTo>
                    <a:pt x="43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320" name="Google Shape;1320;p63"/>
          <p:cNvSpPr/>
          <p:nvPr/>
        </p:nvSpPr>
        <p:spPr>
          <a:xfrm>
            <a:off x="6219869" y="1404698"/>
            <a:ext cx="500435" cy="500626"/>
          </a:xfrm>
          <a:custGeom>
            <a:avLst/>
            <a:gdLst/>
            <a:ahLst/>
            <a:cxnLst/>
            <a:rect l="l" t="t" r="r" b="b"/>
            <a:pathLst>
              <a:path w="18336" h="18343" extrusionOk="0">
                <a:moveTo>
                  <a:pt x="9743" y="8625"/>
                </a:moveTo>
                <a:lnTo>
                  <a:pt x="9743" y="9701"/>
                </a:lnTo>
                <a:lnTo>
                  <a:pt x="8667" y="9701"/>
                </a:lnTo>
                <a:lnTo>
                  <a:pt x="8667" y="8625"/>
                </a:lnTo>
                <a:close/>
                <a:moveTo>
                  <a:pt x="9203" y="1"/>
                </a:moveTo>
                <a:cubicBezTo>
                  <a:pt x="8318" y="1"/>
                  <a:pt x="7594" y="759"/>
                  <a:pt x="7594" y="1645"/>
                </a:cubicBezTo>
                <a:cubicBezTo>
                  <a:pt x="7594" y="1758"/>
                  <a:pt x="7608" y="1864"/>
                  <a:pt x="7626" y="1970"/>
                </a:cubicBezTo>
                <a:lnTo>
                  <a:pt x="4853" y="3632"/>
                </a:lnTo>
                <a:cubicBezTo>
                  <a:pt x="4574" y="3402"/>
                  <a:pt x="4221" y="3258"/>
                  <a:pt x="3833" y="3258"/>
                </a:cubicBezTo>
                <a:cubicBezTo>
                  <a:pt x="3130" y="3258"/>
                  <a:pt x="2545" y="3706"/>
                  <a:pt x="2319" y="4334"/>
                </a:cubicBezTo>
                <a:lnTo>
                  <a:pt x="0" y="4334"/>
                </a:lnTo>
                <a:lnTo>
                  <a:pt x="0" y="5410"/>
                </a:lnTo>
                <a:lnTo>
                  <a:pt x="2319" y="5410"/>
                </a:lnTo>
                <a:cubicBezTo>
                  <a:pt x="2541" y="6031"/>
                  <a:pt x="3130" y="6486"/>
                  <a:pt x="3833" y="6486"/>
                </a:cubicBezTo>
                <a:cubicBezTo>
                  <a:pt x="4718" y="6486"/>
                  <a:pt x="5442" y="5763"/>
                  <a:pt x="5442" y="4874"/>
                </a:cubicBezTo>
                <a:cubicBezTo>
                  <a:pt x="5442" y="4764"/>
                  <a:pt x="5428" y="4659"/>
                  <a:pt x="5410" y="4553"/>
                </a:cubicBezTo>
                <a:lnTo>
                  <a:pt x="8187" y="2891"/>
                </a:lnTo>
                <a:cubicBezTo>
                  <a:pt x="8328" y="3011"/>
                  <a:pt x="8491" y="3102"/>
                  <a:pt x="8667" y="3162"/>
                </a:cubicBezTo>
                <a:lnTo>
                  <a:pt x="8667" y="6486"/>
                </a:lnTo>
                <a:lnTo>
                  <a:pt x="6518" y="6486"/>
                </a:lnTo>
                <a:lnTo>
                  <a:pt x="6518" y="8632"/>
                </a:lnTo>
                <a:lnTo>
                  <a:pt x="4" y="8632"/>
                </a:lnTo>
                <a:lnTo>
                  <a:pt x="4" y="9708"/>
                </a:lnTo>
                <a:lnTo>
                  <a:pt x="6518" y="9708"/>
                </a:lnTo>
                <a:lnTo>
                  <a:pt x="6518" y="11857"/>
                </a:lnTo>
                <a:lnTo>
                  <a:pt x="8667" y="11857"/>
                </a:lnTo>
                <a:lnTo>
                  <a:pt x="8667" y="15178"/>
                </a:lnTo>
                <a:cubicBezTo>
                  <a:pt x="8491" y="15241"/>
                  <a:pt x="8328" y="15336"/>
                  <a:pt x="8187" y="15453"/>
                </a:cubicBezTo>
                <a:lnTo>
                  <a:pt x="5410" y="13791"/>
                </a:lnTo>
                <a:cubicBezTo>
                  <a:pt x="5435" y="13685"/>
                  <a:pt x="5442" y="13579"/>
                  <a:pt x="5442" y="13466"/>
                </a:cubicBezTo>
                <a:cubicBezTo>
                  <a:pt x="5442" y="12580"/>
                  <a:pt x="4718" y="11857"/>
                  <a:pt x="3833" y="11857"/>
                </a:cubicBezTo>
                <a:cubicBezTo>
                  <a:pt x="3130" y="11857"/>
                  <a:pt x="2545" y="12309"/>
                  <a:pt x="2319" y="12933"/>
                </a:cubicBezTo>
                <a:lnTo>
                  <a:pt x="0" y="12933"/>
                </a:lnTo>
                <a:lnTo>
                  <a:pt x="0" y="14010"/>
                </a:lnTo>
                <a:lnTo>
                  <a:pt x="2319" y="14010"/>
                </a:lnTo>
                <a:cubicBezTo>
                  <a:pt x="2541" y="14631"/>
                  <a:pt x="3130" y="15086"/>
                  <a:pt x="3833" y="15086"/>
                </a:cubicBezTo>
                <a:cubicBezTo>
                  <a:pt x="4221" y="15086"/>
                  <a:pt x="4574" y="14941"/>
                  <a:pt x="4853" y="14712"/>
                </a:cubicBezTo>
                <a:lnTo>
                  <a:pt x="7626" y="16374"/>
                </a:lnTo>
                <a:cubicBezTo>
                  <a:pt x="7605" y="16480"/>
                  <a:pt x="7594" y="16586"/>
                  <a:pt x="7594" y="16695"/>
                </a:cubicBezTo>
                <a:cubicBezTo>
                  <a:pt x="7594" y="17584"/>
                  <a:pt x="8318" y="18343"/>
                  <a:pt x="9203" y="18343"/>
                </a:cubicBezTo>
                <a:cubicBezTo>
                  <a:pt x="10093" y="18343"/>
                  <a:pt x="10816" y="17584"/>
                  <a:pt x="10816" y="16695"/>
                </a:cubicBezTo>
                <a:cubicBezTo>
                  <a:pt x="10816" y="15996"/>
                  <a:pt x="10364" y="15407"/>
                  <a:pt x="9740" y="15181"/>
                </a:cubicBezTo>
                <a:lnTo>
                  <a:pt x="9740" y="11861"/>
                </a:lnTo>
                <a:lnTo>
                  <a:pt x="11885" y="11861"/>
                </a:lnTo>
                <a:lnTo>
                  <a:pt x="11885" y="9712"/>
                </a:lnTo>
                <a:lnTo>
                  <a:pt x="12962" y="9712"/>
                </a:lnTo>
                <a:lnTo>
                  <a:pt x="12962" y="15086"/>
                </a:lnTo>
                <a:lnTo>
                  <a:pt x="15213" y="15086"/>
                </a:lnTo>
                <a:cubicBezTo>
                  <a:pt x="15432" y="15707"/>
                  <a:pt x="16024" y="16162"/>
                  <a:pt x="16727" y="16162"/>
                </a:cubicBezTo>
                <a:cubicBezTo>
                  <a:pt x="17612" y="16162"/>
                  <a:pt x="18336" y="15439"/>
                  <a:pt x="18336" y="14553"/>
                </a:cubicBezTo>
                <a:cubicBezTo>
                  <a:pt x="18336" y="13664"/>
                  <a:pt x="17612" y="12940"/>
                  <a:pt x="16727" y="12940"/>
                </a:cubicBezTo>
                <a:cubicBezTo>
                  <a:pt x="16024" y="12940"/>
                  <a:pt x="15439" y="13392"/>
                  <a:pt x="15213" y="14017"/>
                </a:cubicBezTo>
                <a:lnTo>
                  <a:pt x="14038" y="14017"/>
                </a:lnTo>
                <a:lnTo>
                  <a:pt x="14038" y="9722"/>
                </a:lnTo>
                <a:lnTo>
                  <a:pt x="15213" y="9722"/>
                </a:lnTo>
                <a:cubicBezTo>
                  <a:pt x="15432" y="10343"/>
                  <a:pt x="16024" y="10798"/>
                  <a:pt x="16727" y="10798"/>
                </a:cubicBezTo>
                <a:cubicBezTo>
                  <a:pt x="17612" y="10798"/>
                  <a:pt x="18336" y="10075"/>
                  <a:pt x="18336" y="9189"/>
                </a:cubicBezTo>
                <a:cubicBezTo>
                  <a:pt x="18336" y="8300"/>
                  <a:pt x="17612" y="7577"/>
                  <a:pt x="16727" y="7577"/>
                </a:cubicBezTo>
                <a:cubicBezTo>
                  <a:pt x="16024" y="7577"/>
                  <a:pt x="15439" y="8028"/>
                  <a:pt x="15213" y="8653"/>
                </a:cubicBezTo>
                <a:lnTo>
                  <a:pt x="14038" y="8653"/>
                </a:lnTo>
                <a:lnTo>
                  <a:pt x="14038" y="4334"/>
                </a:lnTo>
                <a:lnTo>
                  <a:pt x="15213" y="4334"/>
                </a:lnTo>
                <a:cubicBezTo>
                  <a:pt x="15432" y="4955"/>
                  <a:pt x="16024" y="5410"/>
                  <a:pt x="16727" y="5410"/>
                </a:cubicBezTo>
                <a:cubicBezTo>
                  <a:pt x="17612" y="5410"/>
                  <a:pt x="18336" y="4687"/>
                  <a:pt x="18336" y="3797"/>
                </a:cubicBezTo>
                <a:cubicBezTo>
                  <a:pt x="18336" y="2912"/>
                  <a:pt x="17612" y="2188"/>
                  <a:pt x="16727" y="2188"/>
                </a:cubicBezTo>
                <a:cubicBezTo>
                  <a:pt x="16024" y="2188"/>
                  <a:pt x="15439" y="2640"/>
                  <a:pt x="15213" y="3265"/>
                </a:cubicBezTo>
                <a:lnTo>
                  <a:pt x="12962" y="3265"/>
                </a:lnTo>
                <a:lnTo>
                  <a:pt x="12962" y="8639"/>
                </a:lnTo>
                <a:lnTo>
                  <a:pt x="11885" y="8639"/>
                </a:lnTo>
                <a:lnTo>
                  <a:pt x="11885" y="6490"/>
                </a:lnTo>
                <a:lnTo>
                  <a:pt x="9740" y="6490"/>
                </a:lnTo>
                <a:lnTo>
                  <a:pt x="9740" y="3159"/>
                </a:lnTo>
                <a:cubicBezTo>
                  <a:pt x="10361" y="2940"/>
                  <a:pt x="10816" y="2347"/>
                  <a:pt x="10816" y="1645"/>
                </a:cubicBezTo>
                <a:cubicBezTo>
                  <a:pt x="10816" y="759"/>
                  <a:pt x="10093" y="1"/>
                  <a:pt x="92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321" name="Google Shape;1321;p63"/>
          <p:cNvGrpSpPr/>
          <p:nvPr/>
        </p:nvGrpSpPr>
        <p:grpSpPr>
          <a:xfrm>
            <a:off x="7034951" y="1434938"/>
            <a:ext cx="500353" cy="439764"/>
            <a:chOff x="7005538" y="1511138"/>
            <a:chExt cx="500353" cy="439764"/>
          </a:xfrm>
        </p:grpSpPr>
        <p:sp>
          <p:nvSpPr>
            <p:cNvPr id="1322" name="Google Shape;1322;p63"/>
            <p:cNvSpPr/>
            <p:nvPr/>
          </p:nvSpPr>
          <p:spPr>
            <a:xfrm>
              <a:off x="7005538" y="1511138"/>
              <a:ext cx="500353" cy="439764"/>
            </a:xfrm>
            <a:custGeom>
              <a:avLst/>
              <a:gdLst/>
              <a:ahLst/>
              <a:cxnLst/>
              <a:rect l="l" t="t" r="r" b="b"/>
              <a:pathLst>
                <a:path w="18333" h="16113" extrusionOk="0">
                  <a:moveTo>
                    <a:pt x="11318" y="3226"/>
                  </a:moveTo>
                  <a:cubicBezTo>
                    <a:pt x="13978" y="3226"/>
                    <a:pt x="16152" y="5392"/>
                    <a:pt x="16152" y="8060"/>
                  </a:cubicBezTo>
                  <a:cubicBezTo>
                    <a:pt x="16152" y="10724"/>
                    <a:pt x="13982" y="12895"/>
                    <a:pt x="11318" y="12895"/>
                  </a:cubicBezTo>
                  <a:cubicBezTo>
                    <a:pt x="8653" y="12895"/>
                    <a:pt x="6480" y="10724"/>
                    <a:pt x="6480" y="8060"/>
                  </a:cubicBezTo>
                  <a:cubicBezTo>
                    <a:pt x="6480" y="5392"/>
                    <a:pt x="8653" y="3226"/>
                    <a:pt x="11318" y="3226"/>
                  </a:cubicBezTo>
                  <a:close/>
                  <a:moveTo>
                    <a:pt x="1" y="1"/>
                  </a:moveTo>
                  <a:lnTo>
                    <a:pt x="1" y="3226"/>
                  </a:lnTo>
                  <a:lnTo>
                    <a:pt x="1077" y="3226"/>
                  </a:lnTo>
                  <a:lnTo>
                    <a:pt x="1077" y="5371"/>
                  </a:lnTo>
                  <a:lnTo>
                    <a:pt x="4302" y="5371"/>
                  </a:lnTo>
                  <a:lnTo>
                    <a:pt x="4302" y="7520"/>
                  </a:lnTo>
                  <a:lnTo>
                    <a:pt x="3226" y="7520"/>
                  </a:lnTo>
                  <a:lnTo>
                    <a:pt x="3226" y="6444"/>
                  </a:lnTo>
                  <a:lnTo>
                    <a:pt x="1" y="6444"/>
                  </a:lnTo>
                  <a:lnTo>
                    <a:pt x="1" y="9669"/>
                  </a:lnTo>
                  <a:lnTo>
                    <a:pt x="3226" y="9669"/>
                  </a:lnTo>
                  <a:lnTo>
                    <a:pt x="3226" y="8593"/>
                  </a:lnTo>
                  <a:lnTo>
                    <a:pt x="4302" y="8593"/>
                  </a:lnTo>
                  <a:lnTo>
                    <a:pt x="4302" y="10742"/>
                  </a:lnTo>
                  <a:lnTo>
                    <a:pt x="1077" y="10742"/>
                  </a:lnTo>
                  <a:lnTo>
                    <a:pt x="1077" y="12887"/>
                  </a:lnTo>
                  <a:lnTo>
                    <a:pt x="1" y="12887"/>
                  </a:lnTo>
                  <a:lnTo>
                    <a:pt x="1" y="16113"/>
                  </a:lnTo>
                  <a:lnTo>
                    <a:pt x="3226" y="16113"/>
                  </a:lnTo>
                  <a:lnTo>
                    <a:pt x="3226" y="12887"/>
                  </a:lnTo>
                  <a:lnTo>
                    <a:pt x="2150" y="12887"/>
                  </a:lnTo>
                  <a:lnTo>
                    <a:pt x="2150" y="11811"/>
                  </a:lnTo>
                  <a:lnTo>
                    <a:pt x="4299" y="11811"/>
                  </a:lnTo>
                  <a:lnTo>
                    <a:pt x="4299" y="15036"/>
                  </a:lnTo>
                  <a:lnTo>
                    <a:pt x="18333" y="15036"/>
                  </a:lnTo>
                  <a:lnTo>
                    <a:pt x="18333" y="1073"/>
                  </a:lnTo>
                  <a:lnTo>
                    <a:pt x="4299" y="1073"/>
                  </a:lnTo>
                  <a:lnTo>
                    <a:pt x="4299" y="4295"/>
                  </a:lnTo>
                  <a:lnTo>
                    <a:pt x="2150" y="4295"/>
                  </a:lnTo>
                  <a:lnTo>
                    <a:pt x="2150" y="3226"/>
                  </a:lnTo>
                  <a:lnTo>
                    <a:pt x="3226" y="3226"/>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3" name="Google Shape;1323;p63"/>
            <p:cNvSpPr/>
            <p:nvPr/>
          </p:nvSpPr>
          <p:spPr>
            <a:xfrm>
              <a:off x="7211842" y="1628550"/>
              <a:ext cx="205158" cy="205158"/>
            </a:xfrm>
            <a:custGeom>
              <a:avLst/>
              <a:gdLst/>
              <a:ahLst/>
              <a:cxnLst/>
              <a:rect l="l" t="t" r="r" b="b"/>
              <a:pathLst>
                <a:path w="7517" h="7517" extrusionOk="0">
                  <a:moveTo>
                    <a:pt x="4295" y="1069"/>
                  </a:moveTo>
                  <a:lnTo>
                    <a:pt x="4295" y="4295"/>
                  </a:lnTo>
                  <a:lnTo>
                    <a:pt x="3219" y="4295"/>
                  </a:lnTo>
                  <a:lnTo>
                    <a:pt x="3219" y="1069"/>
                  </a:lnTo>
                  <a:close/>
                  <a:moveTo>
                    <a:pt x="5773" y="1980"/>
                  </a:moveTo>
                  <a:cubicBezTo>
                    <a:pt x="6204" y="2470"/>
                    <a:pt x="6444" y="3098"/>
                    <a:pt x="6444" y="3751"/>
                  </a:cubicBezTo>
                  <a:cubicBezTo>
                    <a:pt x="6444" y="5233"/>
                    <a:pt x="5237" y="6437"/>
                    <a:pt x="3759" y="6437"/>
                  </a:cubicBezTo>
                  <a:cubicBezTo>
                    <a:pt x="2273" y="6437"/>
                    <a:pt x="1070" y="5233"/>
                    <a:pt x="1070" y="3751"/>
                  </a:cubicBezTo>
                  <a:cubicBezTo>
                    <a:pt x="1070" y="3098"/>
                    <a:pt x="1310" y="2470"/>
                    <a:pt x="1740" y="1980"/>
                  </a:cubicBezTo>
                  <a:lnTo>
                    <a:pt x="2548" y="2689"/>
                  </a:lnTo>
                  <a:cubicBezTo>
                    <a:pt x="2287" y="2985"/>
                    <a:pt x="2146" y="3359"/>
                    <a:pt x="2146" y="3751"/>
                  </a:cubicBezTo>
                  <a:cubicBezTo>
                    <a:pt x="2146" y="4640"/>
                    <a:pt x="2869" y="5364"/>
                    <a:pt x="3759" y="5364"/>
                  </a:cubicBezTo>
                  <a:cubicBezTo>
                    <a:pt x="4644" y="5364"/>
                    <a:pt x="5368" y="4640"/>
                    <a:pt x="5368" y="3751"/>
                  </a:cubicBezTo>
                  <a:cubicBezTo>
                    <a:pt x="5368" y="3359"/>
                    <a:pt x="5227" y="2982"/>
                    <a:pt x="4965" y="2689"/>
                  </a:cubicBezTo>
                  <a:lnTo>
                    <a:pt x="5773" y="1980"/>
                  </a:lnTo>
                  <a:close/>
                  <a:moveTo>
                    <a:pt x="3759" y="0"/>
                  </a:moveTo>
                  <a:cubicBezTo>
                    <a:pt x="1684" y="0"/>
                    <a:pt x="0" y="1683"/>
                    <a:pt x="0" y="3758"/>
                  </a:cubicBezTo>
                  <a:cubicBezTo>
                    <a:pt x="0" y="5830"/>
                    <a:pt x="1684" y="7516"/>
                    <a:pt x="3759" y="7516"/>
                  </a:cubicBezTo>
                  <a:cubicBezTo>
                    <a:pt x="5830" y="7516"/>
                    <a:pt x="7517" y="5830"/>
                    <a:pt x="7517" y="3758"/>
                  </a:cubicBezTo>
                  <a:cubicBezTo>
                    <a:pt x="7517" y="1683"/>
                    <a:pt x="5830" y="0"/>
                    <a:pt x="3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24" name="Google Shape;1324;p63"/>
          <p:cNvGrpSpPr/>
          <p:nvPr/>
        </p:nvGrpSpPr>
        <p:grpSpPr>
          <a:xfrm>
            <a:off x="7849972" y="1404616"/>
            <a:ext cx="500353" cy="500435"/>
            <a:chOff x="7791235" y="1480816"/>
            <a:chExt cx="500353" cy="500435"/>
          </a:xfrm>
        </p:grpSpPr>
        <p:sp>
          <p:nvSpPr>
            <p:cNvPr id="1325" name="Google Shape;1325;p63"/>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6" name="Google Shape;1326;p63"/>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7" name="Google Shape;1327;p63"/>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8" name="Google Shape;1328;p63"/>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9" name="Google Shape;1329;p63"/>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0" name="Google Shape;1330;p63"/>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1" name="Google Shape;1331;p63"/>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2" name="Google Shape;1332;p63"/>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3" name="Google Shape;1333;p63"/>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4" name="Google Shape;1334;p63"/>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5" name="Google Shape;1335;p63"/>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6" name="Google Shape;1336;p63"/>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7" name="Google Shape;1337;p63"/>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8" name="Google Shape;1338;p63"/>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9" name="Google Shape;1339;p63"/>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0" name="Google Shape;1340;p63"/>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41" name="Google Shape;1341;p63"/>
          <p:cNvGrpSpPr/>
          <p:nvPr/>
        </p:nvGrpSpPr>
        <p:grpSpPr>
          <a:xfrm>
            <a:off x="719993" y="2099482"/>
            <a:ext cx="500654" cy="500544"/>
            <a:chOff x="719993" y="2099482"/>
            <a:chExt cx="500654" cy="500544"/>
          </a:xfrm>
        </p:grpSpPr>
        <p:sp>
          <p:nvSpPr>
            <p:cNvPr id="1342" name="Google Shape;1342;p63"/>
            <p:cNvSpPr/>
            <p:nvPr/>
          </p:nvSpPr>
          <p:spPr>
            <a:xfrm>
              <a:off x="719993" y="2099482"/>
              <a:ext cx="500654" cy="500544"/>
            </a:xfrm>
            <a:custGeom>
              <a:avLst/>
              <a:gdLst/>
              <a:ahLst/>
              <a:cxnLst/>
              <a:rect l="l" t="t" r="r" b="b"/>
              <a:pathLst>
                <a:path w="18344" h="18340" extrusionOk="0">
                  <a:moveTo>
                    <a:pt x="9716" y="2178"/>
                  </a:moveTo>
                  <a:cubicBezTo>
                    <a:pt x="13138" y="2439"/>
                    <a:pt x="15908" y="5212"/>
                    <a:pt x="16170" y="8632"/>
                  </a:cubicBezTo>
                  <a:lnTo>
                    <a:pt x="14010" y="8632"/>
                  </a:lnTo>
                  <a:lnTo>
                    <a:pt x="14010" y="9701"/>
                  </a:lnTo>
                  <a:lnTo>
                    <a:pt x="16170" y="9701"/>
                  </a:lnTo>
                  <a:cubicBezTo>
                    <a:pt x="15905" y="13127"/>
                    <a:pt x="13131" y="15897"/>
                    <a:pt x="9712" y="16162"/>
                  </a:cubicBezTo>
                  <a:lnTo>
                    <a:pt x="9712" y="14002"/>
                  </a:lnTo>
                  <a:lnTo>
                    <a:pt x="8636" y="14002"/>
                  </a:lnTo>
                  <a:lnTo>
                    <a:pt x="8636" y="16162"/>
                  </a:lnTo>
                  <a:cubicBezTo>
                    <a:pt x="5216" y="15897"/>
                    <a:pt x="2446" y="13127"/>
                    <a:pt x="2185" y="9708"/>
                  </a:cubicBezTo>
                  <a:lnTo>
                    <a:pt x="4341" y="9708"/>
                  </a:lnTo>
                  <a:lnTo>
                    <a:pt x="4341" y="8632"/>
                  </a:lnTo>
                  <a:lnTo>
                    <a:pt x="2185" y="8632"/>
                  </a:lnTo>
                  <a:cubicBezTo>
                    <a:pt x="2446" y="5212"/>
                    <a:pt x="5216" y="2442"/>
                    <a:pt x="8639" y="2178"/>
                  </a:cubicBezTo>
                  <a:lnTo>
                    <a:pt x="8639" y="4334"/>
                  </a:lnTo>
                  <a:lnTo>
                    <a:pt x="9716" y="4334"/>
                  </a:lnTo>
                  <a:lnTo>
                    <a:pt x="9716" y="2178"/>
                  </a:lnTo>
                  <a:close/>
                  <a:moveTo>
                    <a:pt x="8636" y="1"/>
                  </a:moveTo>
                  <a:lnTo>
                    <a:pt x="8636" y="1102"/>
                  </a:lnTo>
                  <a:cubicBezTo>
                    <a:pt x="4620" y="1366"/>
                    <a:pt x="1374" y="4616"/>
                    <a:pt x="1105" y="8632"/>
                  </a:cubicBezTo>
                  <a:lnTo>
                    <a:pt x="1" y="8632"/>
                  </a:lnTo>
                  <a:lnTo>
                    <a:pt x="1" y="9708"/>
                  </a:lnTo>
                  <a:lnTo>
                    <a:pt x="1105" y="9708"/>
                  </a:lnTo>
                  <a:cubicBezTo>
                    <a:pt x="1370" y="13720"/>
                    <a:pt x="4620" y="16967"/>
                    <a:pt x="8636" y="17235"/>
                  </a:cubicBezTo>
                  <a:lnTo>
                    <a:pt x="8636" y="18339"/>
                  </a:lnTo>
                  <a:lnTo>
                    <a:pt x="9712" y="18339"/>
                  </a:lnTo>
                  <a:lnTo>
                    <a:pt x="9712" y="17235"/>
                  </a:lnTo>
                  <a:cubicBezTo>
                    <a:pt x="13724" y="16970"/>
                    <a:pt x="16971" y="13720"/>
                    <a:pt x="17239" y="9708"/>
                  </a:cubicBezTo>
                  <a:lnTo>
                    <a:pt x="18343" y="9708"/>
                  </a:lnTo>
                  <a:lnTo>
                    <a:pt x="18343" y="8632"/>
                  </a:lnTo>
                  <a:lnTo>
                    <a:pt x="17239" y="8632"/>
                  </a:lnTo>
                  <a:cubicBezTo>
                    <a:pt x="16974" y="4616"/>
                    <a:pt x="13724" y="1370"/>
                    <a:pt x="9712" y="1102"/>
                  </a:cubicBezTo>
                  <a:lnTo>
                    <a:pt x="97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3" name="Google Shape;1343;p63"/>
            <p:cNvSpPr/>
            <p:nvPr/>
          </p:nvSpPr>
          <p:spPr>
            <a:xfrm>
              <a:off x="720212" y="2099482"/>
              <a:ext cx="88919" cy="88919"/>
            </a:xfrm>
            <a:custGeom>
              <a:avLst/>
              <a:gdLst/>
              <a:ahLst/>
              <a:cxnLst/>
              <a:rect l="l" t="t" r="r" b="b"/>
              <a:pathLst>
                <a:path w="3258" h="3258" extrusionOk="0">
                  <a:moveTo>
                    <a:pt x="0" y="1"/>
                  </a:moveTo>
                  <a:lnTo>
                    <a:pt x="0" y="3258"/>
                  </a:lnTo>
                  <a:lnTo>
                    <a:pt x="1076" y="3258"/>
                  </a:lnTo>
                  <a:lnTo>
                    <a:pt x="1076" y="1077"/>
                  </a:lnTo>
                  <a:lnTo>
                    <a:pt x="3257" y="1077"/>
                  </a:lnTo>
                  <a:lnTo>
                    <a:pt x="32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4" name="Google Shape;1344;p63"/>
            <p:cNvSpPr/>
            <p:nvPr/>
          </p:nvSpPr>
          <p:spPr>
            <a:xfrm>
              <a:off x="720212" y="2510999"/>
              <a:ext cx="88919" cy="89028"/>
            </a:xfrm>
            <a:custGeom>
              <a:avLst/>
              <a:gdLst/>
              <a:ahLst/>
              <a:cxnLst/>
              <a:rect l="l" t="t" r="r" b="b"/>
              <a:pathLst>
                <a:path w="3258" h="3262" extrusionOk="0">
                  <a:moveTo>
                    <a:pt x="0" y="1"/>
                  </a:moveTo>
                  <a:lnTo>
                    <a:pt x="0" y="3261"/>
                  </a:lnTo>
                  <a:lnTo>
                    <a:pt x="3257" y="3261"/>
                  </a:lnTo>
                  <a:lnTo>
                    <a:pt x="3257" y="2185"/>
                  </a:lnTo>
                  <a:lnTo>
                    <a:pt x="1076" y="2185"/>
                  </a:lnTo>
                  <a:lnTo>
                    <a:pt x="107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5" name="Google Shape;1345;p63"/>
            <p:cNvSpPr/>
            <p:nvPr/>
          </p:nvSpPr>
          <p:spPr>
            <a:xfrm>
              <a:off x="1132601" y="2099482"/>
              <a:ext cx="88046" cy="88919"/>
            </a:xfrm>
            <a:custGeom>
              <a:avLst/>
              <a:gdLst/>
              <a:ahLst/>
              <a:cxnLst/>
              <a:rect l="l" t="t" r="r" b="b"/>
              <a:pathLst>
                <a:path w="3226" h="3258" extrusionOk="0">
                  <a:moveTo>
                    <a:pt x="0" y="1"/>
                  </a:moveTo>
                  <a:lnTo>
                    <a:pt x="0" y="1077"/>
                  </a:lnTo>
                  <a:lnTo>
                    <a:pt x="2149" y="1077"/>
                  </a:lnTo>
                  <a:lnTo>
                    <a:pt x="2149" y="3258"/>
                  </a:lnTo>
                  <a:lnTo>
                    <a:pt x="3225" y="3258"/>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6" name="Google Shape;1346;p63"/>
            <p:cNvSpPr/>
            <p:nvPr/>
          </p:nvSpPr>
          <p:spPr>
            <a:xfrm>
              <a:off x="1132601" y="2510999"/>
              <a:ext cx="88046" cy="89028"/>
            </a:xfrm>
            <a:custGeom>
              <a:avLst/>
              <a:gdLst/>
              <a:ahLst/>
              <a:cxnLst/>
              <a:rect l="l" t="t" r="r" b="b"/>
              <a:pathLst>
                <a:path w="3226" h="3262" extrusionOk="0">
                  <a:moveTo>
                    <a:pt x="2149" y="1"/>
                  </a:moveTo>
                  <a:lnTo>
                    <a:pt x="2149" y="2185"/>
                  </a:lnTo>
                  <a:lnTo>
                    <a:pt x="0" y="2185"/>
                  </a:lnTo>
                  <a:lnTo>
                    <a:pt x="0" y="3261"/>
                  </a:lnTo>
                  <a:lnTo>
                    <a:pt x="3225" y="3261"/>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7" name="Google Shape;1347;p63"/>
            <p:cNvSpPr/>
            <p:nvPr/>
          </p:nvSpPr>
          <p:spPr>
            <a:xfrm>
              <a:off x="867537" y="2247026"/>
              <a:ext cx="205649" cy="205458"/>
            </a:xfrm>
            <a:custGeom>
              <a:avLst/>
              <a:gdLst/>
              <a:ahLst/>
              <a:cxnLst/>
              <a:rect l="l" t="t" r="r" b="b"/>
              <a:pathLst>
                <a:path w="7535" h="7528" extrusionOk="0">
                  <a:moveTo>
                    <a:pt x="4310" y="3226"/>
                  </a:moveTo>
                  <a:lnTo>
                    <a:pt x="4310" y="4302"/>
                  </a:lnTo>
                  <a:lnTo>
                    <a:pt x="3233" y="4302"/>
                  </a:lnTo>
                  <a:lnTo>
                    <a:pt x="3233" y="3226"/>
                  </a:lnTo>
                  <a:close/>
                  <a:moveTo>
                    <a:pt x="2153" y="1"/>
                  </a:moveTo>
                  <a:lnTo>
                    <a:pt x="2153" y="1077"/>
                  </a:lnTo>
                  <a:lnTo>
                    <a:pt x="1077" y="1077"/>
                  </a:lnTo>
                  <a:lnTo>
                    <a:pt x="1077" y="2153"/>
                  </a:lnTo>
                  <a:lnTo>
                    <a:pt x="1" y="2153"/>
                  </a:lnTo>
                  <a:lnTo>
                    <a:pt x="1" y="3229"/>
                  </a:lnTo>
                  <a:lnTo>
                    <a:pt x="1077" y="3229"/>
                  </a:lnTo>
                  <a:lnTo>
                    <a:pt x="1077" y="4306"/>
                  </a:lnTo>
                  <a:lnTo>
                    <a:pt x="1" y="4306"/>
                  </a:lnTo>
                  <a:lnTo>
                    <a:pt x="1" y="5375"/>
                  </a:lnTo>
                  <a:lnTo>
                    <a:pt x="1077" y="5375"/>
                  </a:lnTo>
                  <a:lnTo>
                    <a:pt x="1077" y="6451"/>
                  </a:lnTo>
                  <a:lnTo>
                    <a:pt x="2153" y="6451"/>
                  </a:lnTo>
                  <a:lnTo>
                    <a:pt x="2153" y="7527"/>
                  </a:lnTo>
                  <a:lnTo>
                    <a:pt x="3230" y="7527"/>
                  </a:lnTo>
                  <a:lnTo>
                    <a:pt x="3230" y="6451"/>
                  </a:lnTo>
                  <a:lnTo>
                    <a:pt x="4306" y="6451"/>
                  </a:lnTo>
                  <a:lnTo>
                    <a:pt x="4306" y="7527"/>
                  </a:lnTo>
                  <a:lnTo>
                    <a:pt x="5382" y="7527"/>
                  </a:lnTo>
                  <a:lnTo>
                    <a:pt x="5382" y="6451"/>
                  </a:lnTo>
                  <a:lnTo>
                    <a:pt x="6459" y="6451"/>
                  </a:lnTo>
                  <a:lnTo>
                    <a:pt x="6459" y="5375"/>
                  </a:lnTo>
                  <a:lnTo>
                    <a:pt x="7535" y="5375"/>
                  </a:lnTo>
                  <a:lnTo>
                    <a:pt x="7535" y="4299"/>
                  </a:lnTo>
                  <a:lnTo>
                    <a:pt x="6459" y="4299"/>
                  </a:lnTo>
                  <a:lnTo>
                    <a:pt x="6459" y="3222"/>
                  </a:lnTo>
                  <a:lnTo>
                    <a:pt x="7535" y="3222"/>
                  </a:lnTo>
                  <a:lnTo>
                    <a:pt x="7535" y="2153"/>
                  </a:lnTo>
                  <a:lnTo>
                    <a:pt x="6459" y="2153"/>
                  </a:lnTo>
                  <a:lnTo>
                    <a:pt x="6459" y="1077"/>
                  </a:lnTo>
                  <a:lnTo>
                    <a:pt x="5382" y="1077"/>
                  </a:lnTo>
                  <a:lnTo>
                    <a:pt x="5382" y="1"/>
                  </a:lnTo>
                  <a:lnTo>
                    <a:pt x="4306" y="1"/>
                  </a:lnTo>
                  <a:lnTo>
                    <a:pt x="4306" y="1077"/>
                  </a:lnTo>
                  <a:lnTo>
                    <a:pt x="3230" y="1077"/>
                  </a:lnTo>
                  <a:lnTo>
                    <a:pt x="32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48" name="Google Shape;1348;p63"/>
          <p:cNvGrpSpPr/>
          <p:nvPr/>
        </p:nvGrpSpPr>
        <p:grpSpPr>
          <a:xfrm>
            <a:off x="1512431" y="2099592"/>
            <a:ext cx="500435" cy="500435"/>
            <a:chOff x="1512431" y="2099592"/>
            <a:chExt cx="500435" cy="500435"/>
          </a:xfrm>
        </p:grpSpPr>
        <p:sp>
          <p:nvSpPr>
            <p:cNvPr id="1349" name="Google Shape;1349;p63"/>
            <p:cNvSpPr/>
            <p:nvPr/>
          </p:nvSpPr>
          <p:spPr>
            <a:xfrm>
              <a:off x="1512431" y="2158134"/>
              <a:ext cx="441784" cy="261107"/>
            </a:xfrm>
            <a:custGeom>
              <a:avLst/>
              <a:gdLst/>
              <a:ahLst/>
              <a:cxnLst/>
              <a:rect l="l" t="t" r="r" b="b"/>
              <a:pathLst>
                <a:path w="16187" h="9567" extrusionOk="0">
                  <a:moveTo>
                    <a:pt x="0" y="1"/>
                  </a:moveTo>
                  <a:lnTo>
                    <a:pt x="0" y="1077"/>
                  </a:lnTo>
                  <a:lnTo>
                    <a:pt x="4549" y="1077"/>
                  </a:lnTo>
                  <a:lnTo>
                    <a:pt x="6744" y="4302"/>
                  </a:lnTo>
                  <a:lnTo>
                    <a:pt x="2149" y="4302"/>
                  </a:lnTo>
                  <a:lnTo>
                    <a:pt x="2149" y="8632"/>
                  </a:lnTo>
                  <a:lnTo>
                    <a:pt x="4542" y="8632"/>
                  </a:lnTo>
                  <a:lnTo>
                    <a:pt x="6070" y="6306"/>
                  </a:lnTo>
                  <a:lnTo>
                    <a:pt x="7146" y="9567"/>
                  </a:lnTo>
                  <a:lnTo>
                    <a:pt x="7767" y="8632"/>
                  </a:lnTo>
                  <a:lnTo>
                    <a:pt x="9951" y="8632"/>
                  </a:lnTo>
                  <a:lnTo>
                    <a:pt x="11476" y="6306"/>
                  </a:lnTo>
                  <a:lnTo>
                    <a:pt x="12552" y="9567"/>
                  </a:lnTo>
                  <a:lnTo>
                    <a:pt x="13177" y="8628"/>
                  </a:lnTo>
                  <a:lnTo>
                    <a:pt x="16187" y="8628"/>
                  </a:lnTo>
                  <a:lnTo>
                    <a:pt x="16187" y="4299"/>
                  </a:lnTo>
                  <a:lnTo>
                    <a:pt x="8046" y="4299"/>
                  </a:lnTo>
                  <a:lnTo>
                    <a:pt x="511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0" name="Google Shape;1350;p63"/>
            <p:cNvSpPr/>
            <p:nvPr/>
          </p:nvSpPr>
          <p:spPr>
            <a:xfrm>
              <a:off x="1570892" y="2397544"/>
              <a:ext cx="383132" cy="143722"/>
            </a:xfrm>
            <a:custGeom>
              <a:avLst/>
              <a:gdLst/>
              <a:ahLst/>
              <a:cxnLst/>
              <a:rect l="l" t="t" r="r" b="b"/>
              <a:pathLst>
                <a:path w="14038" h="5266" extrusionOk="0">
                  <a:moveTo>
                    <a:pt x="3600" y="1"/>
                  </a:moveTo>
                  <a:lnTo>
                    <a:pt x="2979" y="936"/>
                  </a:lnTo>
                  <a:lnTo>
                    <a:pt x="0" y="936"/>
                  </a:lnTo>
                  <a:lnTo>
                    <a:pt x="0" y="5266"/>
                  </a:lnTo>
                  <a:lnTo>
                    <a:pt x="14038" y="5266"/>
                  </a:lnTo>
                  <a:lnTo>
                    <a:pt x="14038" y="936"/>
                  </a:lnTo>
                  <a:lnTo>
                    <a:pt x="11606" y="936"/>
                  </a:lnTo>
                  <a:lnTo>
                    <a:pt x="10085" y="3223"/>
                  </a:lnTo>
                  <a:lnTo>
                    <a:pt x="9009" y="1"/>
                  </a:lnTo>
                  <a:lnTo>
                    <a:pt x="8388" y="936"/>
                  </a:lnTo>
                  <a:lnTo>
                    <a:pt x="6204" y="936"/>
                  </a:lnTo>
                  <a:lnTo>
                    <a:pt x="4676" y="3223"/>
                  </a:lnTo>
                  <a:lnTo>
                    <a:pt x="360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1" name="Google Shape;1351;p63"/>
            <p:cNvSpPr/>
            <p:nvPr/>
          </p:nvSpPr>
          <p:spPr>
            <a:xfrm>
              <a:off x="1924821" y="2216676"/>
              <a:ext cx="88046" cy="88073"/>
            </a:xfrm>
            <a:custGeom>
              <a:avLst/>
              <a:gdLst/>
              <a:ahLst/>
              <a:cxnLst/>
              <a:rect l="l" t="t" r="r" b="b"/>
              <a:pathLst>
                <a:path w="3226" h="3227" extrusionOk="0">
                  <a:moveTo>
                    <a:pt x="0" y="1"/>
                  </a:moveTo>
                  <a:lnTo>
                    <a:pt x="0" y="1077"/>
                  </a:lnTo>
                  <a:lnTo>
                    <a:pt x="2149" y="1077"/>
                  </a:lnTo>
                  <a:lnTo>
                    <a:pt x="2149" y="3226"/>
                  </a:lnTo>
                  <a:lnTo>
                    <a:pt x="3226" y="3226"/>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2" name="Google Shape;1352;p63"/>
            <p:cNvSpPr/>
            <p:nvPr/>
          </p:nvSpPr>
          <p:spPr>
            <a:xfrm>
              <a:off x="1924821" y="2510999"/>
              <a:ext cx="88046" cy="89028"/>
            </a:xfrm>
            <a:custGeom>
              <a:avLst/>
              <a:gdLst/>
              <a:ahLst/>
              <a:cxnLst/>
              <a:rect l="l" t="t" r="r" b="b"/>
              <a:pathLst>
                <a:path w="3226" h="3262" extrusionOk="0">
                  <a:moveTo>
                    <a:pt x="2149" y="1"/>
                  </a:moveTo>
                  <a:lnTo>
                    <a:pt x="2149" y="2185"/>
                  </a:lnTo>
                  <a:lnTo>
                    <a:pt x="0" y="2185"/>
                  </a:lnTo>
                  <a:lnTo>
                    <a:pt x="0" y="3261"/>
                  </a:lnTo>
                  <a:lnTo>
                    <a:pt x="3226" y="3261"/>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3" name="Google Shape;1353;p63"/>
            <p:cNvSpPr/>
            <p:nvPr/>
          </p:nvSpPr>
          <p:spPr>
            <a:xfrm>
              <a:off x="1512431" y="2216676"/>
              <a:ext cx="58679" cy="88073"/>
            </a:xfrm>
            <a:custGeom>
              <a:avLst/>
              <a:gdLst/>
              <a:ahLst/>
              <a:cxnLst/>
              <a:rect l="l" t="t" r="r" b="b"/>
              <a:pathLst>
                <a:path w="2150" h="3227" extrusionOk="0">
                  <a:moveTo>
                    <a:pt x="0" y="1"/>
                  </a:moveTo>
                  <a:lnTo>
                    <a:pt x="0" y="3226"/>
                  </a:lnTo>
                  <a:lnTo>
                    <a:pt x="1077" y="3226"/>
                  </a:lnTo>
                  <a:lnTo>
                    <a:pt x="1077" y="1077"/>
                  </a:lnTo>
                  <a:lnTo>
                    <a:pt x="2149" y="1077"/>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4" name="Google Shape;1354;p63"/>
            <p:cNvSpPr/>
            <p:nvPr/>
          </p:nvSpPr>
          <p:spPr>
            <a:xfrm>
              <a:off x="1512431" y="2510999"/>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5" name="Google Shape;1355;p63"/>
            <p:cNvSpPr/>
            <p:nvPr/>
          </p:nvSpPr>
          <p:spPr>
            <a:xfrm>
              <a:off x="1512431"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6" name="Google Shape;1356;p63"/>
            <p:cNvSpPr/>
            <p:nvPr/>
          </p:nvSpPr>
          <p:spPr>
            <a:xfrm>
              <a:off x="1570974"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7" name="Google Shape;1357;p63"/>
            <p:cNvSpPr/>
            <p:nvPr/>
          </p:nvSpPr>
          <p:spPr>
            <a:xfrm>
              <a:off x="1629625"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8" name="Google Shape;1358;p63"/>
            <p:cNvSpPr/>
            <p:nvPr/>
          </p:nvSpPr>
          <p:spPr>
            <a:xfrm>
              <a:off x="1895454"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9" name="Google Shape;1359;p63"/>
            <p:cNvSpPr/>
            <p:nvPr/>
          </p:nvSpPr>
          <p:spPr>
            <a:xfrm>
              <a:off x="1895454"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0" name="Google Shape;1360;p63"/>
            <p:cNvSpPr/>
            <p:nvPr/>
          </p:nvSpPr>
          <p:spPr>
            <a:xfrm>
              <a:off x="1954106" y="2099592"/>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1" name="Google Shape;1361;p63"/>
            <p:cNvSpPr/>
            <p:nvPr/>
          </p:nvSpPr>
          <p:spPr>
            <a:xfrm>
              <a:off x="1954106" y="2158243"/>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2" name="Google Shape;1362;p63"/>
            <p:cNvSpPr/>
            <p:nvPr/>
          </p:nvSpPr>
          <p:spPr>
            <a:xfrm>
              <a:off x="1512431"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3" name="Google Shape;1363;p63"/>
            <p:cNvSpPr/>
            <p:nvPr/>
          </p:nvSpPr>
          <p:spPr>
            <a:xfrm>
              <a:off x="1954106"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64" name="Google Shape;1364;p63"/>
          <p:cNvGrpSpPr/>
          <p:nvPr/>
        </p:nvGrpSpPr>
        <p:grpSpPr>
          <a:xfrm>
            <a:off x="2304569" y="2129723"/>
            <a:ext cx="500435" cy="439955"/>
            <a:chOff x="2304569" y="2129723"/>
            <a:chExt cx="500435" cy="439955"/>
          </a:xfrm>
        </p:grpSpPr>
        <p:sp>
          <p:nvSpPr>
            <p:cNvPr id="1365" name="Google Shape;1365;p63"/>
            <p:cNvSpPr/>
            <p:nvPr/>
          </p:nvSpPr>
          <p:spPr>
            <a:xfrm>
              <a:off x="2304569" y="2129723"/>
              <a:ext cx="500353" cy="176091"/>
            </a:xfrm>
            <a:custGeom>
              <a:avLst/>
              <a:gdLst/>
              <a:ahLst/>
              <a:cxnLst/>
              <a:rect l="l" t="t" r="r" b="b"/>
              <a:pathLst>
                <a:path w="18333" h="6452" extrusionOk="0">
                  <a:moveTo>
                    <a:pt x="9164" y="1"/>
                  </a:moveTo>
                  <a:lnTo>
                    <a:pt x="0" y="3226"/>
                  </a:lnTo>
                  <a:lnTo>
                    <a:pt x="9164" y="6451"/>
                  </a:lnTo>
                  <a:lnTo>
                    <a:pt x="18332" y="3226"/>
                  </a:lnTo>
                  <a:lnTo>
                    <a:pt x="916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6" name="Google Shape;1366;p63"/>
            <p:cNvSpPr/>
            <p:nvPr/>
          </p:nvSpPr>
          <p:spPr>
            <a:xfrm>
              <a:off x="2304651" y="2277375"/>
              <a:ext cx="500353" cy="116457"/>
            </a:xfrm>
            <a:custGeom>
              <a:avLst/>
              <a:gdLst/>
              <a:ahLst/>
              <a:cxnLst/>
              <a:rect l="l" t="t" r="r" b="b"/>
              <a:pathLst>
                <a:path w="18333" h="4267" extrusionOk="0">
                  <a:moveTo>
                    <a:pt x="2951" y="0"/>
                  </a:moveTo>
                  <a:lnTo>
                    <a:pt x="1" y="1041"/>
                  </a:lnTo>
                  <a:lnTo>
                    <a:pt x="9165" y="4266"/>
                  </a:lnTo>
                  <a:lnTo>
                    <a:pt x="18333" y="1041"/>
                  </a:lnTo>
                  <a:lnTo>
                    <a:pt x="15383" y="0"/>
                  </a:lnTo>
                  <a:lnTo>
                    <a:pt x="9168" y="2181"/>
                  </a:lnTo>
                  <a:lnTo>
                    <a:pt x="29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7" name="Google Shape;1367;p63"/>
            <p:cNvSpPr/>
            <p:nvPr/>
          </p:nvSpPr>
          <p:spPr>
            <a:xfrm>
              <a:off x="2304651" y="2365393"/>
              <a:ext cx="500353" cy="116457"/>
            </a:xfrm>
            <a:custGeom>
              <a:avLst/>
              <a:gdLst/>
              <a:ahLst/>
              <a:cxnLst/>
              <a:rect l="l" t="t" r="r" b="b"/>
              <a:pathLst>
                <a:path w="18333" h="4267" extrusionOk="0">
                  <a:moveTo>
                    <a:pt x="2951" y="0"/>
                  </a:moveTo>
                  <a:lnTo>
                    <a:pt x="1" y="1041"/>
                  </a:lnTo>
                  <a:lnTo>
                    <a:pt x="9165" y="4267"/>
                  </a:lnTo>
                  <a:lnTo>
                    <a:pt x="18333" y="1041"/>
                  </a:lnTo>
                  <a:lnTo>
                    <a:pt x="15383" y="0"/>
                  </a:lnTo>
                  <a:lnTo>
                    <a:pt x="9168" y="2178"/>
                  </a:lnTo>
                  <a:lnTo>
                    <a:pt x="29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8" name="Google Shape;1368;p63"/>
            <p:cNvSpPr/>
            <p:nvPr/>
          </p:nvSpPr>
          <p:spPr>
            <a:xfrm>
              <a:off x="2304651" y="2453221"/>
              <a:ext cx="500353" cy="116457"/>
            </a:xfrm>
            <a:custGeom>
              <a:avLst/>
              <a:gdLst/>
              <a:ahLst/>
              <a:cxnLst/>
              <a:rect l="l" t="t" r="r" b="b"/>
              <a:pathLst>
                <a:path w="18333" h="4267" extrusionOk="0">
                  <a:moveTo>
                    <a:pt x="2951" y="1"/>
                  </a:moveTo>
                  <a:lnTo>
                    <a:pt x="1" y="1041"/>
                  </a:lnTo>
                  <a:lnTo>
                    <a:pt x="9165" y="4267"/>
                  </a:lnTo>
                  <a:lnTo>
                    <a:pt x="18333" y="1041"/>
                  </a:lnTo>
                  <a:lnTo>
                    <a:pt x="15383" y="1"/>
                  </a:lnTo>
                  <a:lnTo>
                    <a:pt x="9168" y="2181"/>
                  </a:lnTo>
                  <a:lnTo>
                    <a:pt x="29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69" name="Google Shape;1369;p63"/>
          <p:cNvGrpSpPr/>
          <p:nvPr/>
        </p:nvGrpSpPr>
        <p:grpSpPr>
          <a:xfrm>
            <a:off x="3096788" y="2099401"/>
            <a:ext cx="500353" cy="500517"/>
            <a:chOff x="3096788" y="2099401"/>
            <a:chExt cx="500353" cy="500517"/>
          </a:xfrm>
        </p:grpSpPr>
        <p:sp>
          <p:nvSpPr>
            <p:cNvPr id="1370" name="Google Shape;1370;p63"/>
            <p:cNvSpPr/>
            <p:nvPr/>
          </p:nvSpPr>
          <p:spPr>
            <a:xfrm>
              <a:off x="3096788" y="2099401"/>
              <a:ext cx="500353" cy="294322"/>
            </a:xfrm>
            <a:custGeom>
              <a:avLst/>
              <a:gdLst/>
              <a:ahLst/>
              <a:cxnLst/>
              <a:rect l="l" t="t" r="r" b="b"/>
              <a:pathLst>
                <a:path w="18333" h="10784" extrusionOk="0">
                  <a:moveTo>
                    <a:pt x="3258" y="8095"/>
                  </a:moveTo>
                  <a:lnTo>
                    <a:pt x="3258" y="9171"/>
                  </a:lnTo>
                  <a:lnTo>
                    <a:pt x="2181" y="9171"/>
                  </a:lnTo>
                  <a:lnTo>
                    <a:pt x="2181" y="8095"/>
                  </a:lnTo>
                  <a:close/>
                  <a:moveTo>
                    <a:pt x="5410" y="8095"/>
                  </a:moveTo>
                  <a:lnTo>
                    <a:pt x="5410" y="9171"/>
                  </a:lnTo>
                  <a:lnTo>
                    <a:pt x="4330" y="9171"/>
                  </a:lnTo>
                  <a:lnTo>
                    <a:pt x="4330" y="8095"/>
                  </a:lnTo>
                  <a:close/>
                  <a:moveTo>
                    <a:pt x="7556" y="8095"/>
                  </a:moveTo>
                  <a:lnTo>
                    <a:pt x="7556" y="9171"/>
                  </a:lnTo>
                  <a:lnTo>
                    <a:pt x="6479" y="9171"/>
                  </a:lnTo>
                  <a:lnTo>
                    <a:pt x="6479" y="8095"/>
                  </a:lnTo>
                  <a:close/>
                  <a:moveTo>
                    <a:pt x="16148" y="8095"/>
                  </a:moveTo>
                  <a:lnTo>
                    <a:pt x="16148" y="9171"/>
                  </a:lnTo>
                  <a:lnTo>
                    <a:pt x="10777" y="9171"/>
                  </a:lnTo>
                  <a:lnTo>
                    <a:pt x="10777" y="8095"/>
                  </a:lnTo>
                  <a:close/>
                  <a:moveTo>
                    <a:pt x="14003" y="0"/>
                  </a:moveTo>
                  <a:lnTo>
                    <a:pt x="14003" y="3225"/>
                  </a:lnTo>
                  <a:lnTo>
                    <a:pt x="15079" y="3225"/>
                  </a:lnTo>
                  <a:lnTo>
                    <a:pt x="15079" y="4302"/>
                  </a:lnTo>
                  <a:lnTo>
                    <a:pt x="12926" y="4302"/>
                  </a:lnTo>
                  <a:lnTo>
                    <a:pt x="12926" y="2153"/>
                  </a:lnTo>
                  <a:lnTo>
                    <a:pt x="11850" y="2153"/>
                  </a:lnTo>
                  <a:lnTo>
                    <a:pt x="11850" y="6451"/>
                  </a:lnTo>
                  <a:lnTo>
                    <a:pt x="9705" y="6451"/>
                  </a:lnTo>
                  <a:lnTo>
                    <a:pt x="9705" y="4302"/>
                  </a:lnTo>
                  <a:lnTo>
                    <a:pt x="10781" y="4302"/>
                  </a:lnTo>
                  <a:lnTo>
                    <a:pt x="10781" y="1080"/>
                  </a:lnTo>
                  <a:lnTo>
                    <a:pt x="7556" y="1080"/>
                  </a:lnTo>
                  <a:lnTo>
                    <a:pt x="7556" y="4302"/>
                  </a:lnTo>
                  <a:lnTo>
                    <a:pt x="8632" y="4302"/>
                  </a:lnTo>
                  <a:lnTo>
                    <a:pt x="8632" y="6451"/>
                  </a:lnTo>
                  <a:lnTo>
                    <a:pt x="6486" y="6451"/>
                  </a:lnTo>
                  <a:lnTo>
                    <a:pt x="6486" y="2156"/>
                  </a:lnTo>
                  <a:lnTo>
                    <a:pt x="5410" y="2156"/>
                  </a:lnTo>
                  <a:lnTo>
                    <a:pt x="5410" y="4302"/>
                  </a:lnTo>
                  <a:lnTo>
                    <a:pt x="3261" y="4302"/>
                  </a:lnTo>
                  <a:lnTo>
                    <a:pt x="3261" y="3225"/>
                  </a:lnTo>
                  <a:lnTo>
                    <a:pt x="4337" y="3225"/>
                  </a:lnTo>
                  <a:lnTo>
                    <a:pt x="4337" y="4"/>
                  </a:lnTo>
                  <a:lnTo>
                    <a:pt x="1112" y="4"/>
                  </a:lnTo>
                  <a:lnTo>
                    <a:pt x="1112" y="3225"/>
                  </a:lnTo>
                  <a:lnTo>
                    <a:pt x="2188" y="3225"/>
                  </a:lnTo>
                  <a:lnTo>
                    <a:pt x="2188" y="5374"/>
                  </a:lnTo>
                  <a:lnTo>
                    <a:pt x="5414" y="5374"/>
                  </a:lnTo>
                  <a:lnTo>
                    <a:pt x="5414" y="6451"/>
                  </a:lnTo>
                  <a:lnTo>
                    <a:pt x="1" y="6451"/>
                  </a:lnTo>
                  <a:lnTo>
                    <a:pt x="1" y="10784"/>
                  </a:lnTo>
                  <a:lnTo>
                    <a:pt x="18332" y="10784"/>
                  </a:lnTo>
                  <a:lnTo>
                    <a:pt x="18332" y="6451"/>
                  </a:lnTo>
                  <a:lnTo>
                    <a:pt x="12926" y="6451"/>
                  </a:lnTo>
                  <a:lnTo>
                    <a:pt x="12926" y="5374"/>
                  </a:lnTo>
                  <a:lnTo>
                    <a:pt x="16148" y="5374"/>
                  </a:lnTo>
                  <a:lnTo>
                    <a:pt x="16148" y="3225"/>
                  </a:lnTo>
                  <a:lnTo>
                    <a:pt x="17224" y="3225"/>
                  </a:lnTo>
                  <a:lnTo>
                    <a:pt x="1722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1" name="Google Shape;1371;p63"/>
            <p:cNvSpPr/>
            <p:nvPr/>
          </p:nvSpPr>
          <p:spPr>
            <a:xfrm>
              <a:off x="3244440"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2" name="Google Shape;1372;p63"/>
            <p:cNvSpPr/>
            <p:nvPr/>
          </p:nvSpPr>
          <p:spPr>
            <a:xfrm>
              <a:off x="3420286" y="2099592"/>
              <a:ext cx="29394" cy="29394"/>
            </a:xfrm>
            <a:custGeom>
              <a:avLst/>
              <a:gdLst/>
              <a:ahLst/>
              <a:cxnLst/>
              <a:rect l="l" t="t" r="r" b="b"/>
              <a:pathLst>
                <a:path w="1077"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3" name="Google Shape;1373;p63"/>
            <p:cNvSpPr/>
            <p:nvPr/>
          </p:nvSpPr>
          <p:spPr>
            <a:xfrm>
              <a:off x="3096788" y="2481632"/>
              <a:ext cx="500353" cy="118286"/>
            </a:xfrm>
            <a:custGeom>
              <a:avLst/>
              <a:gdLst/>
              <a:ahLst/>
              <a:cxnLst/>
              <a:rect l="l" t="t" r="r" b="b"/>
              <a:pathLst>
                <a:path w="18333" h="4334" extrusionOk="0">
                  <a:moveTo>
                    <a:pt x="3261" y="1613"/>
                  </a:moveTo>
                  <a:lnTo>
                    <a:pt x="3261" y="2689"/>
                  </a:lnTo>
                  <a:lnTo>
                    <a:pt x="2185" y="2689"/>
                  </a:lnTo>
                  <a:lnTo>
                    <a:pt x="2185" y="1613"/>
                  </a:lnTo>
                  <a:close/>
                  <a:moveTo>
                    <a:pt x="5410" y="1613"/>
                  </a:moveTo>
                  <a:lnTo>
                    <a:pt x="5410" y="2689"/>
                  </a:lnTo>
                  <a:lnTo>
                    <a:pt x="4330" y="2689"/>
                  </a:lnTo>
                  <a:lnTo>
                    <a:pt x="4330" y="1613"/>
                  </a:lnTo>
                  <a:close/>
                  <a:moveTo>
                    <a:pt x="7556" y="1613"/>
                  </a:moveTo>
                  <a:lnTo>
                    <a:pt x="7556" y="2689"/>
                  </a:lnTo>
                  <a:lnTo>
                    <a:pt x="6479" y="2689"/>
                  </a:lnTo>
                  <a:lnTo>
                    <a:pt x="6479" y="1613"/>
                  </a:lnTo>
                  <a:close/>
                  <a:moveTo>
                    <a:pt x="16148" y="1613"/>
                  </a:moveTo>
                  <a:lnTo>
                    <a:pt x="16148" y="2689"/>
                  </a:lnTo>
                  <a:lnTo>
                    <a:pt x="10777" y="2689"/>
                  </a:lnTo>
                  <a:lnTo>
                    <a:pt x="10777" y="1613"/>
                  </a:lnTo>
                  <a:close/>
                  <a:moveTo>
                    <a:pt x="1" y="0"/>
                  </a:moveTo>
                  <a:lnTo>
                    <a:pt x="1" y="4334"/>
                  </a:lnTo>
                  <a:lnTo>
                    <a:pt x="18332" y="4334"/>
                  </a:ln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4" name="Google Shape;1374;p63"/>
            <p:cNvSpPr/>
            <p:nvPr/>
          </p:nvSpPr>
          <p:spPr>
            <a:xfrm>
              <a:off x="3156395" y="2423090"/>
              <a:ext cx="381140" cy="29394"/>
            </a:xfrm>
            <a:custGeom>
              <a:avLst/>
              <a:gdLst/>
              <a:ahLst/>
              <a:cxnLst/>
              <a:rect l="l" t="t" r="r" b="b"/>
              <a:pathLst>
                <a:path w="13965" h="1077" extrusionOk="0">
                  <a:moveTo>
                    <a:pt x="1" y="0"/>
                  </a:moveTo>
                  <a:lnTo>
                    <a:pt x="1" y="1076"/>
                  </a:lnTo>
                  <a:lnTo>
                    <a:pt x="13964" y="1076"/>
                  </a:lnTo>
                  <a:lnTo>
                    <a:pt x="139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75" name="Google Shape;1375;p63"/>
          <p:cNvGrpSpPr/>
          <p:nvPr/>
        </p:nvGrpSpPr>
        <p:grpSpPr>
          <a:xfrm>
            <a:off x="3939089" y="2101120"/>
            <a:ext cx="400108" cy="400081"/>
            <a:chOff x="3939089" y="2101120"/>
            <a:chExt cx="400108" cy="400081"/>
          </a:xfrm>
        </p:grpSpPr>
        <p:sp>
          <p:nvSpPr>
            <p:cNvPr id="1376" name="Google Shape;1376;p63"/>
            <p:cNvSpPr/>
            <p:nvPr/>
          </p:nvSpPr>
          <p:spPr>
            <a:xfrm>
              <a:off x="4056310" y="2101120"/>
              <a:ext cx="129667" cy="164137"/>
            </a:xfrm>
            <a:custGeom>
              <a:avLst/>
              <a:gdLst/>
              <a:ahLst/>
              <a:cxnLst/>
              <a:rect l="l" t="t" r="r" b="b"/>
              <a:pathLst>
                <a:path w="4751" h="6014" extrusionOk="0">
                  <a:moveTo>
                    <a:pt x="0" y="1"/>
                  </a:moveTo>
                  <a:lnTo>
                    <a:pt x="0" y="6013"/>
                  </a:lnTo>
                  <a:lnTo>
                    <a:pt x="2174" y="6013"/>
                  </a:lnTo>
                  <a:lnTo>
                    <a:pt x="2174" y="4496"/>
                  </a:lnTo>
                  <a:lnTo>
                    <a:pt x="4750" y="2781"/>
                  </a:lnTo>
                  <a:lnTo>
                    <a:pt x="4750" y="1723"/>
                  </a:lnTo>
                  <a:lnTo>
                    <a:pt x="3889" y="1723"/>
                  </a:lnTo>
                  <a:lnTo>
                    <a:pt x="38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7" name="Google Shape;1377;p63"/>
            <p:cNvSpPr/>
            <p:nvPr/>
          </p:nvSpPr>
          <p:spPr>
            <a:xfrm>
              <a:off x="4148477" y="2197326"/>
              <a:ext cx="98553" cy="65529"/>
            </a:xfrm>
            <a:custGeom>
              <a:avLst/>
              <a:gdLst/>
              <a:ahLst/>
              <a:cxnLst/>
              <a:rect l="l" t="t" r="r" b="b"/>
              <a:pathLst>
                <a:path w="3611" h="2401" extrusionOk="0">
                  <a:moveTo>
                    <a:pt x="1804" y="1"/>
                  </a:moveTo>
                  <a:lnTo>
                    <a:pt x="0" y="1200"/>
                  </a:lnTo>
                  <a:lnTo>
                    <a:pt x="1804" y="2400"/>
                  </a:lnTo>
                  <a:lnTo>
                    <a:pt x="3610" y="1200"/>
                  </a:lnTo>
                  <a:lnTo>
                    <a:pt x="18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8" name="Google Shape;1378;p63"/>
            <p:cNvSpPr/>
            <p:nvPr/>
          </p:nvSpPr>
          <p:spPr>
            <a:xfrm>
              <a:off x="4186032" y="2101120"/>
              <a:ext cx="23526" cy="23526"/>
            </a:xfrm>
            <a:custGeom>
              <a:avLst/>
              <a:gdLst/>
              <a:ahLst/>
              <a:cxnLst/>
              <a:rect l="l" t="t" r="r" b="b"/>
              <a:pathLst>
                <a:path w="862" h="862" extrusionOk="0">
                  <a:moveTo>
                    <a:pt x="1" y="1"/>
                  </a:moveTo>
                  <a:lnTo>
                    <a:pt x="1" y="862"/>
                  </a:lnTo>
                  <a:lnTo>
                    <a:pt x="862" y="862"/>
                  </a:lnTo>
                  <a:lnTo>
                    <a:pt x="8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9" name="Google Shape;1379;p63"/>
            <p:cNvSpPr/>
            <p:nvPr/>
          </p:nvSpPr>
          <p:spPr>
            <a:xfrm>
              <a:off x="3939089" y="2218232"/>
              <a:ext cx="93832" cy="188318"/>
            </a:xfrm>
            <a:custGeom>
              <a:avLst/>
              <a:gdLst/>
              <a:ahLst/>
              <a:cxnLst/>
              <a:rect l="l" t="t" r="r" b="b"/>
              <a:pathLst>
                <a:path w="3438" h="6900" extrusionOk="0">
                  <a:moveTo>
                    <a:pt x="1" y="0"/>
                  </a:moveTo>
                  <a:lnTo>
                    <a:pt x="1" y="6899"/>
                  </a:lnTo>
                  <a:lnTo>
                    <a:pt x="3438" y="6899"/>
                  </a:lnTo>
                  <a:lnTo>
                    <a:pt x="34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0" name="Google Shape;1380;p63"/>
            <p:cNvSpPr/>
            <p:nvPr/>
          </p:nvSpPr>
          <p:spPr>
            <a:xfrm>
              <a:off x="4209531" y="2251938"/>
              <a:ext cx="46834" cy="85153"/>
            </a:xfrm>
            <a:custGeom>
              <a:avLst/>
              <a:gdLst/>
              <a:ahLst/>
              <a:cxnLst/>
              <a:rect l="l" t="t" r="r" b="b"/>
              <a:pathLst>
                <a:path w="1716" h="3120" extrusionOk="0">
                  <a:moveTo>
                    <a:pt x="1716" y="1"/>
                  </a:moveTo>
                  <a:lnTo>
                    <a:pt x="1" y="1147"/>
                  </a:lnTo>
                  <a:lnTo>
                    <a:pt x="1" y="3120"/>
                  </a:lnTo>
                  <a:lnTo>
                    <a:pt x="1716" y="1973"/>
                  </a:lnTo>
                  <a:lnTo>
                    <a:pt x="171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1" name="Google Shape;1381;p63"/>
            <p:cNvSpPr/>
            <p:nvPr/>
          </p:nvSpPr>
          <p:spPr>
            <a:xfrm>
              <a:off x="4139225" y="2251829"/>
              <a:ext cx="46834" cy="85262"/>
            </a:xfrm>
            <a:custGeom>
              <a:avLst/>
              <a:gdLst/>
              <a:ahLst/>
              <a:cxnLst/>
              <a:rect l="l" t="t" r="r" b="b"/>
              <a:pathLst>
                <a:path w="1716" h="3124" extrusionOk="0">
                  <a:moveTo>
                    <a:pt x="1" y="1"/>
                  </a:moveTo>
                  <a:lnTo>
                    <a:pt x="1" y="1977"/>
                  </a:lnTo>
                  <a:lnTo>
                    <a:pt x="1716" y="3124"/>
                  </a:lnTo>
                  <a:lnTo>
                    <a:pt x="1716" y="1148"/>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2" name="Google Shape;1382;p63"/>
            <p:cNvSpPr/>
            <p:nvPr/>
          </p:nvSpPr>
          <p:spPr>
            <a:xfrm>
              <a:off x="3939089" y="2430022"/>
              <a:ext cx="400108" cy="71179"/>
            </a:xfrm>
            <a:custGeom>
              <a:avLst/>
              <a:gdLst/>
              <a:ahLst/>
              <a:cxnLst/>
              <a:rect l="l" t="t" r="r" b="b"/>
              <a:pathLst>
                <a:path w="14660" h="2608" extrusionOk="0">
                  <a:moveTo>
                    <a:pt x="1" y="0"/>
                  </a:moveTo>
                  <a:lnTo>
                    <a:pt x="1" y="1747"/>
                  </a:lnTo>
                  <a:lnTo>
                    <a:pt x="1719" y="1747"/>
                  </a:lnTo>
                  <a:lnTo>
                    <a:pt x="1719" y="2608"/>
                  </a:lnTo>
                  <a:lnTo>
                    <a:pt x="2577" y="2608"/>
                  </a:lnTo>
                  <a:lnTo>
                    <a:pt x="2577" y="1747"/>
                  </a:lnTo>
                  <a:lnTo>
                    <a:pt x="12052" y="1747"/>
                  </a:lnTo>
                  <a:lnTo>
                    <a:pt x="12052" y="2608"/>
                  </a:lnTo>
                  <a:lnTo>
                    <a:pt x="12913" y="2608"/>
                  </a:lnTo>
                  <a:lnTo>
                    <a:pt x="12913" y="1747"/>
                  </a:lnTo>
                  <a:lnTo>
                    <a:pt x="14659" y="1747"/>
                  </a:lnTo>
                  <a:lnTo>
                    <a:pt x="146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3" name="Google Shape;1383;p63"/>
            <p:cNvSpPr/>
            <p:nvPr/>
          </p:nvSpPr>
          <p:spPr>
            <a:xfrm>
              <a:off x="3939089" y="2101120"/>
              <a:ext cx="93832" cy="93832"/>
            </a:xfrm>
            <a:custGeom>
              <a:avLst/>
              <a:gdLst/>
              <a:ahLst/>
              <a:cxnLst/>
              <a:rect l="l" t="t" r="r" b="b"/>
              <a:pathLst>
                <a:path w="3438" h="3438" extrusionOk="0">
                  <a:moveTo>
                    <a:pt x="2150" y="1289"/>
                  </a:moveTo>
                  <a:lnTo>
                    <a:pt x="2150" y="2150"/>
                  </a:lnTo>
                  <a:lnTo>
                    <a:pt x="1289" y="2150"/>
                  </a:lnTo>
                  <a:lnTo>
                    <a:pt x="1289" y="1289"/>
                  </a:lnTo>
                  <a:close/>
                  <a:moveTo>
                    <a:pt x="1" y="1"/>
                  </a:moveTo>
                  <a:lnTo>
                    <a:pt x="1" y="3438"/>
                  </a:lnTo>
                  <a:lnTo>
                    <a:pt x="3438" y="3438"/>
                  </a:lnTo>
                  <a:lnTo>
                    <a:pt x="34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4" name="Google Shape;1384;p63"/>
            <p:cNvSpPr/>
            <p:nvPr/>
          </p:nvSpPr>
          <p:spPr>
            <a:xfrm>
              <a:off x="4209449" y="2101120"/>
              <a:ext cx="129749" cy="164028"/>
            </a:xfrm>
            <a:custGeom>
              <a:avLst/>
              <a:gdLst/>
              <a:ahLst/>
              <a:cxnLst/>
              <a:rect l="l" t="t" r="r" b="b"/>
              <a:pathLst>
                <a:path w="4754" h="6010" extrusionOk="0">
                  <a:moveTo>
                    <a:pt x="858" y="1"/>
                  </a:moveTo>
                  <a:lnTo>
                    <a:pt x="858" y="1715"/>
                  </a:lnTo>
                  <a:lnTo>
                    <a:pt x="0" y="1715"/>
                  </a:lnTo>
                  <a:lnTo>
                    <a:pt x="0" y="2774"/>
                  </a:lnTo>
                  <a:lnTo>
                    <a:pt x="2576" y="4489"/>
                  </a:lnTo>
                  <a:lnTo>
                    <a:pt x="2576" y="6010"/>
                  </a:lnTo>
                  <a:lnTo>
                    <a:pt x="4753" y="6010"/>
                  </a:lnTo>
                  <a:lnTo>
                    <a:pt x="47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5" name="Google Shape;1385;p63"/>
            <p:cNvSpPr/>
            <p:nvPr/>
          </p:nvSpPr>
          <p:spPr>
            <a:xfrm>
              <a:off x="4056310" y="2288729"/>
              <a:ext cx="282887" cy="118013"/>
            </a:xfrm>
            <a:custGeom>
              <a:avLst/>
              <a:gdLst/>
              <a:ahLst/>
              <a:cxnLst/>
              <a:rect l="l" t="t" r="r" b="b"/>
              <a:pathLst>
                <a:path w="10365" h="4324" extrusionOk="0">
                  <a:moveTo>
                    <a:pt x="0" y="0"/>
                  </a:moveTo>
                  <a:lnTo>
                    <a:pt x="0" y="4323"/>
                  </a:lnTo>
                  <a:lnTo>
                    <a:pt x="10364" y="4323"/>
                  </a:lnTo>
                  <a:lnTo>
                    <a:pt x="10364" y="0"/>
                  </a:lnTo>
                  <a:lnTo>
                    <a:pt x="8191" y="0"/>
                  </a:lnTo>
                  <a:lnTo>
                    <a:pt x="8191" y="1087"/>
                  </a:lnTo>
                  <a:lnTo>
                    <a:pt x="5188" y="3123"/>
                  </a:lnTo>
                  <a:lnTo>
                    <a:pt x="2181" y="1087"/>
                  </a:lnTo>
                  <a:lnTo>
                    <a:pt x="218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86" name="Google Shape;1386;p63"/>
          <p:cNvGrpSpPr/>
          <p:nvPr/>
        </p:nvGrpSpPr>
        <p:grpSpPr>
          <a:xfrm>
            <a:off x="4681063" y="2099592"/>
            <a:ext cx="500435" cy="500435"/>
            <a:chOff x="4681063" y="2099592"/>
            <a:chExt cx="500435" cy="500435"/>
          </a:xfrm>
        </p:grpSpPr>
        <p:sp>
          <p:nvSpPr>
            <p:cNvPr id="1387" name="Google Shape;1387;p63"/>
            <p:cNvSpPr/>
            <p:nvPr/>
          </p:nvSpPr>
          <p:spPr>
            <a:xfrm>
              <a:off x="4916625" y="2393696"/>
              <a:ext cx="29394" cy="29421"/>
            </a:xfrm>
            <a:custGeom>
              <a:avLst/>
              <a:gdLst/>
              <a:ahLst/>
              <a:cxnLst/>
              <a:rect l="l" t="t" r="r" b="b"/>
              <a:pathLst>
                <a:path w="1077" h="1078" extrusionOk="0">
                  <a:moveTo>
                    <a:pt x="541" y="1"/>
                  </a:moveTo>
                  <a:cubicBezTo>
                    <a:pt x="244" y="1"/>
                    <a:pt x="1" y="241"/>
                    <a:pt x="1" y="537"/>
                  </a:cubicBezTo>
                  <a:cubicBezTo>
                    <a:pt x="1" y="834"/>
                    <a:pt x="244" y="1077"/>
                    <a:pt x="541" y="1077"/>
                  </a:cubicBezTo>
                  <a:cubicBezTo>
                    <a:pt x="837" y="1077"/>
                    <a:pt x="1077" y="834"/>
                    <a:pt x="1077" y="537"/>
                  </a:cubicBezTo>
                  <a:cubicBezTo>
                    <a:pt x="1077" y="241"/>
                    <a:pt x="837"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8" name="Google Shape;1388;p63"/>
            <p:cNvSpPr/>
            <p:nvPr/>
          </p:nvSpPr>
          <p:spPr>
            <a:xfrm>
              <a:off x="4858082" y="2335044"/>
              <a:ext cx="146588" cy="146615"/>
            </a:xfrm>
            <a:custGeom>
              <a:avLst/>
              <a:gdLst/>
              <a:ahLst/>
              <a:cxnLst/>
              <a:rect l="l" t="t" r="r" b="b"/>
              <a:pathLst>
                <a:path w="5371" h="5372" extrusionOk="0">
                  <a:moveTo>
                    <a:pt x="2686" y="1077"/>
                  </a:moveTo>
                  <a:cubicBezTo>
                    <a:pt x="3571" y="1077"/>
                    <a:pt x="4295" y="1800"/>
                    <a:pt x="4295" y="2686"/>
                  </a:cubicBezTo>
                  <a:cubicBezTo>
                    <a:pt x="4295" y="3572"/>
                    <a:pt x="3571" y="4295"/>
                    <a:pt x="2686" y="4295"/>
                  </a:cubicBezTo>
                  <a:cubicBezTo>
                    <a:pt x="1800" y="4295"/>
                    <a:pt x="1076" y="3572"/>
                    <a:pt x="1076" y="2686"/>
                  </a:cubicBezTo>
                  <a:cubicBezTo>
                    <a:pt x="1076" y="1800"/>
                    <a:pt x="1800" y="1077"/>
                    <a:pt x="2686" y="1077"/>
                  </a:cubicBezTo>
                  <a:close/>
                  <a:moveTo>
                    <a:pt x="2686" y="1"/>
                  </a:moveTo>
                  <a:cubicBezTo>
                    <a:pt x="1203" y="1"/>
                    <a:pt x="0" y="1204"/>
                    <a:pt x="0" y="2686"/>
                  </a:cubicBezTo>
                  <a:cubicBezTo>
                    <a:pt x="0" y="4168"/>
                    <a:pt x="1203" y="5371"/>
                    <a:pt x="2686" y="5371"/>
                  </a:cubicBezTo>
                  <a:cubicBezTo>
                    <a:pt x="4168" y="5371"/>
                    <a:pt x="5371" y="4168"/>
                    <a:pt x="5371" y="2686"/>
                  </a:cubicBezTo>
                  <a:cubicBezTo>
                    <a:pt x="5371" y="1204"/>
                    <a:pt x="4164" y="1"/>
                    <a:pt x="26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9" name="Google Shape;1389;p63"/>
            <p:cNvSpPr/>
            <p:nvPr/>
          </p:nvSpPr>
          <p:spPr>
            <a:xfrm>
              <a:off x="4681063" y="2158052"/>
              <a:ext cx="500435" cy="412608"/>
            </a:xfrm>
            <a:custGeom>
              <a:avLst/>
              <a:gdLst/>
              <a:ahLst/>
              <a:cxnLst/>
              <a:rect l="l" t="t" r="r" b="b"/>
              <a:pathLst>
                <a:path w="18336" h="15118" extrusionOk="0">
                  <a:moveTo>
                    <a:pt x="9172" y="5413"/>
                  </a:moveTo>
                  <a:cubicBezTo>
                    <a:pt x="11243" y="5413"/>
                    <a:pt x="12930" y="7100"/>
                    <a:pt x="12930" y="9171"/>
                  </a:cubicBezTo>
                  <a:cubicBezTo>
                    <a:pt x="12930" y="11246"/>
                    <a:pt x="11243" y="12929"/>
                    <a:pt x="9172" y="12929"/>
                  </a:cubicBezTo>
                  <a:cubicBezTo>
                    <a:pt x="7097" y="12929"/>
                    <a:pt x="5413" y="11246"/>
                    <a:pt x="5413" y="9171"/>
                  </a:cubicBezTo>
                  <a:cubicBezTo>
                    <a:pt x="5413" y="7100"/>
                    <a:pt x="7097" y="5413"/>
                    <a:pt x="9172" y="5413"/>
                  </a:cubicBezTo>
                  <a:close/>
                  <a:moveTo>
                    <a:pt x="0" y="0"/>
                  </a:moveTo>
                  <a:lnTo>
                    <a:pt x="0" y="1076"/>
                  </a:lnTo>
                  <a:lnTo>
                    <a:pt x="4588" y="1076"/>
                  </a:lnTo>
                  <a:lnTo>
                    <a:pt x="6423" y="3769"/>
                  </a:lnTo>
                  <a:cubicBezTo>
                    <a:pt x="3882" y="4746"/>
                    <a:pt x="1606" y="6966"/>
                    <a:pt x="4" y="9171"/>
                  </a:cubicBezTo>
                  <a:cubicBezTo>
                    <a:pt x="2167" y="12149"/>
                    <a:pt x="5523" y="15117"/>
                    <a:pt x="9172" y="15117"/>
                  </a:cubicBezTo>
                  <a:cubicBezTo>
                    <a:pt x="12820" y="15117"/>
                    <a:pt x="16176" y="12149"/>
                    <a:pt x="18336" y="9171"/>
                  </a:cubicBezTo>
                  <a:cubicBezTo>
                    <a:pt x="16176" y="6200"/>
                    <a:pt x="12820" y="3225"/>
                    <a:pt x="9172" y="3225"/>
                  </a:cubicBezTo>
                  <a:cubicBezTo>
                    <a:pt x="8603" y="3225"/>
                    <a:pt x="8046" y="3303"/>
                    <a:pt x="7499" y="3433"/>
                  </a:cubicBezTo>
                  <a:lnTo>
                    <a:pt x="516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0" name="Google Shape;1390;p63"/>
            <p:cNvSpPr/>
            <p:nvPr/>
          </p:nvSpPr>
          <p:spPr>
            <a:xfrm>
              <a:off x="5093535" y="2216786"/>
              <a:ext cx="87964" cy="89028"/>
            </a:xfrm>
            <a:custGeom>
              <a:avLst/>
              <a:gdLst/>
              <a:ahLst/>
              <a:cxnLst/>
              <a:rect l="l" t="t" r="r" b="b"/>
              <a:pathLst>
                <a:path w="3223" h="3262" extrusionOk="0">
                  <a:moveTo>
                    <a:pt x="1" y="1"/>
                  </a:moveTo>
                  <a:lnTo>
                    <a:pt x="1" y="1073"/>
                  </a:lnTo>
                  <a:lnTo>
                    <a:pt x="2146" y="1073"/>
                  </a:lnTo>
                  <a:lnTo>
                    <a:pt x="2146" y="3261"/>
                  </a:lnTo>
                  <a:lnTo>
                    <a:pt x="3223" y="3261"/>
                  </a:lnTo>
                  <a:lnTo>
                    <a:pt x="32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1" name="Google Shape;1391;p63"/>
            <p:cNvSpPr/>
            <p:nvPr/>
          </p:nvSpPr>
          <p:spPr>
            <a:xfrm>
              <a:off x="5093535" y="2510999"/>
              <a:ext cx="87964" cy="89028"/>
            </a:xfrm>
            <a:custGeom>
              <a:avLst/>
              <a:gdLst/>
              <a:ahLst/>
              <a:cxnLst/>
              <a:rect l="l" t="t" r="r" b="b"/>
              <a:pathLst>
                <a:path w="3223" h="3262" extrusionOk="0">
                  <a:moveTo>
                    <a:pt x="2146" y="1"/>
                  </a:moveTo>
                  <a:lnTo>
                    <a:pt x="2146" y="2185"/>
                  </a:lnTo>
                  <a:lnTo>
                    <a:pt x="1" y="2185"/>
                  </a:lnTo>
                  <a:lnTo>
                    <a:pt x="1" y="3261"/>
                  </a:lnTo>
                  <a:lnTo>
                    <a:pt x="3223" y="3261"/>
                  </a:lnTo>
                  <a:lnTo>
                    <a:pt x="32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2" name="Google Shape;1392;p63"/>
            <p:cNvSpPr/>
            <p:nvPr/>
          </p:nvSpPr>
          <p:spPr>
            <a:xfrm>
              <a:off x="4681063" y="2216676"/>
              <a:ext cx="89001" cy="89137"/>
            </a:xfrm>
            <a:custGeom>
              <a:avLst/>
              <a:gdLst/>
              <a:ahLst/>
              <a:cxnLst/>
              <a:rect l="l" t="t" r="r" b="b"/>
              <a:pathLst>
                <a:path w="3261" h="3266" extrusionOk="0">
                  <a:moveTo>
                    <a:pt x="0" y="1"/>
                  </a:moveTo>
                  <a:lnTo>
                    <a:pt x="0" y="3265"/>
                  </a:lnTo>
                  <a:lnTo>
                    <a:pt x="1077" y="3265"/>
                  </a:lnTo>
                  <a:lnTo>
                    <a:pt x="1077" y="1077"/>
                  </a:lnTo>
                  <a:lnTo>
                    <a:pt x="3261" y="1077"/>
                  </a:lnTo>
                  <a:lnTo>
                    <a:pt x="32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3" name="Google Shape;1393;p63"/>
            <p:cNvSpPr/>
            <p:nvPr/>
          </p:nvSpPr>
          <p:spPr>
            <a:xfrm>
              <a:off x="4681063" y="2510999"/>
              <a:ext cx="89001" cy="89028"/>
            </a:xfrm>
            <a:custGeom>
              <a:avLst/>
              <a:gdLst/>
              <a:ahLst/>
              <a:cxnLst/>
              <a:rect l="l" t="t" r="r" b="b"/>
              <a:pathLst>
                <a:path w="3261" h="3262" extrusionOk="0">
                  <a:moveTo>
                    <a:pt x="0" y="1"/>
                  </a:moveTo>
                  <a:lnTo>
                    <a:pt x="0" y="3261"/>
                  </a:lnTo>
                  <a:lnTo>
                    <a:pt x="3261" y="3261"/>
                  </a:lnTo>
                  <a:lnTo>
                    <a:pt x="3261" y="2185"/>
                  </a:lnTo>
                  <a:lnTo>
                    <a:pt x="1077" y="2185"/>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4" name="Google Shape;1394;p63"/>
            <p:cNvSpPr/>
            <p:nvPr/>
          </p:nvSpPr>
          <p:spPr>
            <a:xfrm>
              <a:off x="4681063"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5" name="Google Shape;1395;p63"/>
            <p:cNvSpPr/>
            <p:nvPr/>
          </p:nvSpPr>
          <p:spPr>
            <a:xfrm>
              <a:off x="4739797"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6" name="Google Shape;1396;p63"/>
            <p:cNvSpPr/>
            <p:nvPr/>
          </p:nvSpPr>
          <p:spPr>
            <a:xfrm>
              <a:off x="4798448"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7" name="Google Shape;1397;p63"/>
            <p:cNvSpPr/>
            <p:nvPr/>
          </p:nvSpPr>
          <p:spPr>
            <a:xfrm>
              <a:off x="5064277"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8" name="Google Shape;1398;p63"/>
            <p:cNvSpPr/>
            <p:nvPr/>
          </p:nvSpPr>
          <p:spPr>
            <a:xfrm>
              <a:off x="5064277"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9" name="Google Shape;1399;p63"/>
            <p:cNvSpPr/>
            <p:nvPr/>
          </p:nvSpPr>
          <p:spPr>
            <a:xfrm>
              <a:off x="5122929" y="2099592"/>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0" name="Google Shape;1400;p63"/>
            <p:cNvSpPr/>
            <p:nvPr/>
          </p:nvSpPr>
          <p:spPr>
            <a:xfrm>
              <a:off x="5122929" y="2158243"/>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01" name="Google Shape;1401;p63"/>
          <p:cNvGrpSpPr/>
          <p:nvPr/>
        </p:nvGrpSpPr>
        <p:grpSpPr>
          <a:xfrm>
            <a:off x="6265420" y="2099482"/>
            <a:ext cx="500544" cy="500544"/>
            <a:chOff x="6265420" y="2099482"/>
            <a:chExt cx="500544" cy="500544"/>
          </a:xfrm>
        </p:grpSpPr>
        <p:sp>
          <p:nvSpPr>
            <p:cNvPr id="1402" name="Google Shape;1402;p63"/>
            <p:cNvSpPr/>
            <p:nvPr/>
          </p:nvSpPr>
          <p:spPr>
            <a:xfrm>
              <a:off x="6339765" y="2172872"/>
              <a:ext cx="117249" cy="117330"/>
            </a:xfrm>
            <a:custGeom>
              <a:avLst/>
              <a:gdLst/>
              <a:ahLst/>
              <a:cxnLst/>
              <a:rect l="l" t="t" r="r" b="b"/>
              <a:pathLst>
                <a:path w="4296" h="4299" extrusionOk="0">
                  <a:moveTo>
                    <a:pt x="2686" y="1606"/>
                  </a:moveTo>
                  <a:lnTo>
                    <a:pt x="2686" y="2682"/>
                  </a:lnTo>
                  <a:lnTo>
                    <a:pt x="1610" y="2682"/>
                  </a:lnTo>
                  <a:lnTo>
                    <a:pt x="1610" y="1606"/>
                  </a:lnTo>
                  <a:close/>
                  <a:moveTo>
                    <a:pt x="2146" y="0"/>
                  </a:moveTo>
                  <a:cubicBezTo>
                    <a:pt x="961" y="0"/>
                    <a:pt x="1" y="964"/>
                    <a:pt x="1" y="2149"/>
                  </a:cubicBezTo>
                  <a:cubicBezTo>
                    <a:pt x="1" y="3335"/>
                    <a:pt x="961" y="4298"/>
                    <a:pt x="2146" y="4298"/>
                  </a:cubicBezTo>
                  <a:cubicBezTo>
                    <a:pt x="3332" y="4298"/>
                    <a:pt x="4295" y="3335"/>
                    <a:pt x="4295" y="2149"/>
                  </a:cubicBezTo>
                  <a:cubicBezTo>
                    <a:pt x="4295" y="964"/>
                    <a:pt x="3332" y="0"/>
                    <a:pt x="21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3" name="Google Shape;1403;p63"/>
            <p:cNvSpPr/>
            <p:nvPr/>
          </p:nvSpPr>
          <p:spPr>
            <a:xfrm>
              <a:off x="6265420" y="2099482"/>
              <a:ext cx="500353" cy="56168"/>
            </a:xfrm>
            <a:custGeom>
              <a:avLst/>
              <a:gdLst/>
              <a:ahLst/>
              <a:cxnLst/>
              <a:rect l="l" t="t" r="r" b="b"/>
              <a:pathLst>
                <a:path w="18333" h="2058" extrusionOk="0">
                  <a:moveTo>
                    <a:pt x="1" y="1"/>
                  </a:moveTo>
                  <a:lnTo>
                    <a:pt x="1" y="1077"/>
                  </a:lnTo>
                  <a:lnTo>
                    <a:pt x="3261" y="1077"/>
                  </a:lnTo>
                  <a:lnTo>
                    <a:pt x="3261" y="2058"/>
                  </a:lnTo>
                  <a:cubicBezTo>
                    <a:pt x="3738" y="1783"/>
                    <a:pt x="4284" y="1610"/>
                    <a:pt x="4870" y="1610"/>
                  </a:cubicBezTo>
                  <a:cubicBezTo>
                    <a:pt x="5463" y="1610"/>
                    <a:pt x="6006" y="1779"/>
                    <a:pt x="6483" y="2058"/>
                  </a:cubicBezTo>
                  <a:lnTo>
                    <a:pt x="6483" y="1077"/>
                  </a:lnTo>
                  <a:lnTo>
                    <a:pt x="11854" y="1077"/>
                  </a:lnTo>
                  <a:lnTo>
                    <a:pt x="11854" y="2058"/>
                  </a:lnTo>
                  <a:cubicBezTo>
                    <a:pt x="12330" y="1783"/>
                    <a:pt x="12877" y="1610"/>
                    <a:pt x="13463" y="1610"/>
                  </a:cubicBezTo>
                  <a:cubicBezTo>
                    <a:pt x="14056" y="1610"/>
                    <a:pt x="14599" y="1779"/>
                    <a:pt x="15075" y="2058"/>
                  </a:cubicBezTo>
                  <a:lnTo>
                    <a:pt x="15075" y="1077"/>
                  </a:lnTo>
                  <a:lnTo>
                    <a:pt x="18332" y="1077"/>
                  </a:lnTo>
                  <a:lnTo>
                    <a:pt x="183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4" name="Google Shape;1404;p63"/>
            <p:cNvSpPr/>
            <p:nvPr/>
          </p:nvSpPr>
          <p:spPr>
            <a:xfrm>
              <a:off x="6354503" y="2307206"/>
              <a:ext cx="87964" cy="116866"/>
            </a:xfrm>
            <a:custGeom>
              <a:avLst/>
              <a:gdLst/>
              <a:ahLst/>
              <a:cxnLst/>
              <a:rect l="l" t="t" r="r" b="b"/>
              <a:pathLst>
                <a:path w="3223" h="4282" extrusionOk="0">
                  <a:moveTo>
                    <a:pt x="1" y="1"/>
                  </a:moveTo>
                  <a:lnTo>
                    <a:pt x="1" y="2062"/>
                  </a:lnTo>
                  <a:lnTo>
                    <a:pt x="1077" y="2062"/>
                  </a:lnTo>
                  <a:lnTo>
                    <a:pt x="1077" y="4281"/>
                  </a:lnTo>
                  <a:lnTo>
                    <a:pt x="2146" y="4281"/>
                  </a:lnTo>
                  <a:lnTo>
                    <a:pt x="2146" y="2062"/>
                  </a:lnTo>
                  <a:lnTo>
                    <a:pt x="3222" y="2062"/>
                  </a:lnTo>
                  <a:lnTo>
                    <a:pt x="3222" y="1"/>
                  </a:lnTo>
                  <a:cubicBezTo>
                    <a:pt x="2746" y="280"/>
                    <a:pt x="2199" y="453"/>
                    <a:pt x="1610" y="453"/>
                  </a:cubicBezTo>
                  <a:cubicBezTo>
                    <a:pt x="1020" y="453"/>
                    <a:pt x="477" y="280"/>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5" name="Google Shape;1405;p63"/>
            <p:cNvSpPr/>
            <p:nvPr/>
          </p:nvSpPr>
          <p:spPr>
            <a:xfrm>
              <a:off x="6265420" y="2453412"/>
              <a:ext cx="500544" cy="146615"/>
            </a:xfrm>
            <a:custGeom>
              <a:avLst/>
              <a:gdLst/>
              <a:ahLst/>
              <a:cxnLst/>
              <a:rect l="l" t="t" r="r" b="b"/>
              <a:pathLst>
                <a:path w="18340" h="5372" extrusionOk="0">
                  <a:moveTo>
                    <a:pt x="7033" y="1070"/>
                  </a:moveTo>
                  <a:cubicBezTo>
                    <a:pt x="6800" y="1384"/>
                    <a:pt x="6617" y="1747"/>
                    <a:pt x="6539" y="2146"/>
                  </a:cubicBezTo>
                  <a:lnTo>
                    <a:pt x="5357" y="2146"/>
                  </a:lnTo>
                  <a:cubicBezTo>
                    <a:pt x="5276" y="1747"/>
                    <a:pt x="5096" y="1387"/>
                    <a:pt x="4860" y="1070"/>
                  </a:cubicBezTo>
                  <a:close/>
                  <a:moveTo>
                    <a:pt x="13477" y="1070"/>
                  </a:moveTo>
                  <a:cubicBezTo>
                    <a:pt x="13244" y="1384"/>
                    <a:pt x="13067" y="1747"/>
                    <a:pt x="12983" y="2146"/>
                  </a:cubicBezTo>
                  <a:lnTo>
                    <a:pt x="11801" y="2146"/>
                  </a:lnTo>
                  <a:cubicBezTo>
                    <a:pt x="11720" y="1747"/>
                    <a:pt x="11540" y="1387"/>
                    <a:pt x="11303" y="1070"/>
                  </a:cubicBezTo>
                  <a:close/>
                  <a:moveTo>
                    <a:pt x="3261" y="2143"/>
                  </a:moveTo>
                  <a:lnTo>
                    <a:pt x="3261" y="3219"/>
                  </a:lnTo>
                  <a:lnTo>
                    <a:pt x="2185" y="3219"/>
                  </a:lnTo>
                  <a:lnTo>
                    <a:pt x="2185" y="2143"/>
                  </a:lnTo>
                  <a:close/>
                  <a:moveTo>
                    <a:pt x="9705" y="2143"/>
                  </a:moveTo>
                  <a:lnTo>
                    <a:pt x="9705" y="3219"/>
                  </a:lnTo>
                  <a:lnTo>
                    <a:pt x="8628" y="3219"/>
                  </a:lnTo>
                  <a:lnTo>
                    <a:pt x="8628" y="2143"/>
                  </a:lnTo>
                  <a:close/>
                  <a:moveTo>
                    <a:pt x="16155" y="2143"/>
                  </a:moveTo>
                  <a:lnTo>
                    <a:pt x="16155" y="3219"/>
                  </a:lnTo>
                  <a:lnTo>
                    <a:pt x="15079" y="3219"/>
                  </a:lnTo>
                  <a:lnTo>
                    <a:pt x="15079" y="2143"/>
                  </a:lnTo>
                  <a:close/>
                  <a:moveTo>
                    <a:pt x="6539" y="3219"/>
                  </a:moveTo>
                  <a:cubicBezTo>
                    <a:pt x="6617" y="3621"/>
                    <a:pt x="6800" y="3977"/>
                    <a:pt x="7037" y="4295"/>
                  </a:cubicBezTo>
                  <a:lnTo>
                    <a:pt x="4860" y="4295"/>
                  </a:lnTo>
                  <a:cubicBezTo>
                    <a:pt x="5096" y="3981"/>
                    <a:pt x="5273" y="3621"/>
                    <a:pt x="5357" y="3219"/>
                  </a:cubicBezTo>
                  <a:close/>
                  <a:moveTo>
                    <a:pt x="12983" y="3219"/>
                  </a:moveTo>
                  <a:cubicBezTo>
                    <a:pt x="13064" y="3621"/>
                    <a:pt x="13244" y="3977"/>
                    <a:pt x="13480" y="4295"/>
                  </a:cubicBezTo>
                  <a:lnTo>
                    <a:pt x="11303" y="4295"/>
                  </a:lnTo>
                  <a:cubicBezTo>
                    <a:pt x="11540" y="3981"/>
                    <a:pt x="11716" y="3621"/>
                    <a:pt x="11801" y="3219"/>
                  </a:cubicBezTo>
                  <a:close/>
                  <a:moveTo>
                    <a:pt x="2725" y="1"/>
                  </a:moveTo>
                  <a:cubicBezTo>
                    <a:pt x="1243" y="1"/>
                    <a:pt x="1" y="1204"/>
                    <a:pt x="1" y="2686"/>
                  </a:cubicBezTo>
                  <a:cubicBezTo>
                    <a:pt x="1" y="4168"/>
                    <a:pt x="1243" y="5371"/>
                    <a:pt x="2725" y="5371"/>
                  </a:cubicBezTo>
                  <a:lnTo>
                    <a:pt x="15615" y="5371"/>
                  </a:lnTo>
                  <a:cubicBezTo>
                    <a:pt x="17097" y="5371"/>
                    <a:pt x="18339" y="4168"/>
                    <a:pt x="18339" y="2686"/>
                  </a:cubicBezTo>
                  <a:cubicBezTo>
                    <a:pt x="18339" y="1204"/>
                    <a:pt x="17094" y="1"/>
                    <a:pt x="156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6" name="Google Shape;1406;p63"/>
            <p:cNvSpPr/>
            <p:nvPr/>
          </p:nvSpPr>
          <p:spPr>
            <a:xfrm>
              <a:off x="6574371" y="2172872"/>
              <a:ext cx="117249" cy="117330"/>
            </a:xfrm>
            <a:custGeom>
              <a:avLst/>
              <a:gdLst/>
              <a:ahLst/>
              <a:cxnLst/>
              <a:rect l="l" t="t" r="r" b="b"/>
              <a:pathLst>
                <a:path w="4296" h="4299" extrusionOk="0">
                  <a:moveTo>
                    <a:pt x="2683" y="1606"/>
                  </a:moveTo>
                  <a:lnTo>
                    <a:pt x="2683" y="2682"/>
                  </a:lnTo>
                  <a:lnTo>
                    <a:pt x="1606" y="2682"/>
                  </a:lnTo>
                  <a:lnTo>
                    <a:pt x="1606" y="1606"/>
                  </a:lnTo>
                  <a:close/>
                  <a:moveTo>
                    <a:pt x="2146" y="0"/>
                  </a:moveTo>
                  <a:cubicBezTo>
                    <a:pt x="961" y="0"/>
                    <a:pt x="1" y="964"/>
                    <a:pt x="1" y="2149"/>
                  </a:cubicBezTo>
                  <a:cubicBezTo>
                    <a:pt x="1" y="3335"/>
                    <a:pt x="961" y="4298"/>
                    <a:pt x="2146" y="4298"/>
                  </a:cubicBezTo>
                  <a:cubicBezTo>
                    <a:pt x="3335" y="4298"/>
                    <a:pt x="4295" y="3335"/>
                    <a:pt x="4295" y="2149"/>
                  </a:cubicBezTo>
                  <a:cubicBezTo>
                    <a:pt x="4295" y="964"/>
                    <a:pt x="3335" y="0"/>
                    <a:pt x="21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7" name="Google Shape;1407;p63"/>
            <p:cNvSpPr/>
            <p:nvPr/>
          </p:nvSpPr>
          <p:spPr>
            <a:xfrm>
              <a:off x="6589027" y="2307206"/>
              <a:ext cx="87936" cy="116866"/>
            </a:xfrm>
            <a:custGeom>
              <a:avLst/>
              <a:gdLst/>
              <a:ahLst/>
              <a:cxnLst/>
              <a:rect l="l" t="t" r="r" b="b"/>
              <a:pathLst>
                <a:path w="3222" h="4282" extrusionOk="0">
                  <a:moveTo>
                    <a:pt x="0" y="1"/>
                  </a:moveTo>
                  <a:lnTo>
                    <a:pt x="0" y="2062"/>
                  </a:lnTo>
                  <a:lnTo>
                    <a:pt x="1076" y="2062"/>
                  </a:lnTo>
                  <a:lnTo>
                    <a:pt x="1076" y="4281"/>
                  </a:lnTo>
                  <a:lnTo>
                    <a:pt x="2146" y="4281"/>
                  </a:lnTo>
                  <a:lnTo>
                    <a:pt x="2146" y="2062"/>
                  </a:lnTo>
                  <a:lnTo>
                    <a:pt x="3222" y="2062"/>
                  </a:lnTo>
                  <a:lnTo>
                    <a:pt x="3222" y="1"/>
                  </a:lnTo>
                  <a:cubicBezTo>
                    <a:pt x="2745" y="280"/>
                    <a:pt x="2199" y="453"/>
                    <a:pt x="1609" y="453"/>
                  </a:cubicBezTo>
                  <a:cubicBezTo>
                    <a:pt x="1020" y="453"/>
                    <a:pt x="477" y="280"/>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08" name="Google Shape;1408;p63"/>
          <p:cNvGrpSpPr/>
          <p:nvPr/>
        </p:nvGrpSpPr>
        <p:grpSpPr>
          <a:xfrm>
            <a:off x="7175925" y="2099592"/>
            <a:ext cx="263891" cy="500326"/>
            <a:chOff x="7175925" y="2099592"/>
            <a:chExt cx="263891" cy="500326"/>
          </a:xfrm>
        </p:grpSpPr>
        <p:sp>
          <p:nvSpPr>
            <p:cNvPr id="1409" name="Google Shape;1409;p63"/>
            <p:cNvSpPr/>
            <p:nvPr/>
          </p:nvSpPr>
          <p:spPr>
            <a:xfrm>
              <a:off x="7175925" y="2158243"/>
              <a:ext cx="263891" cy="59525"/>
            </a:xfrm>
            <a:custGeom>
              <a:avLst/>
              <a:gdLst/>
              <a:ahLst/>
              <a:cxnLst/>
              <a:rect l="l" t="t" r="r" b="b"/>
              <a:pathLst>
                <a:path w="9669" h="2181" extrusionOk="0">
                  <a:moveTo>
                    <a:pt x="0" y="0"/>
                  </a:moveTo>
                  <a:lnTo>
                    <a:pt x="0" y="2181"/>
                  </a:lnTo>
                  <a:lnTo>
                    <a:pt x="9669" y="2181"/>
                  </a:lnTo>
                  <a:lnTo>
                    <a:pt x="96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0" name="Google Shape;1410;p63"/>
            <p:cNvSpPr/>
            <p:nvPr/>
          </p:nvSpPr>
          <p:spPr>
            <a:xfrm>
              <a:off x="7175925" y="2540284"/>
              <a:ext cx="263891" cy="59634"/>
            </a:xfrm>
            <a:custGeom>
              <a:avLst/>
              <a:gdLst/>
              <a:ahLst/>
              <a:cxnLst/>
              <a:rect l="l" t="t" r="r" b="b"/>
              <a:pathLst>
                <a:path w="9669" h="2185" extrusionOk="0">
                  <a:moveTo>
                    <a:pt x="0" y="0"/>
                  </a:moveTo>
                  <a:lnTo>
                    <a:pt x="0" y="2185"/>
                  </a:lnTo>
                  <a:lnTo>
                    <a:pt x="9669" y="2185"/>
                  </a:lnTo>
                  <a:lnTo>
                    <a:pt x="96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1" name="Google Shape;1411;p63"/>
            <p:cNvSpPr/>
            <p:nvPr/>
          </p:nvSpPr>
          <p:spPr>
            <a:xfrm>
              <a:off x="7175925" y="2247135"/>
              <a:ext cx="263891" cy="263809"/>
            </a:xfrm>
            <a:custGeom>
              <a:avLst/>
              <a:gdLst/>
              <a:ahLst/>
              <a:cxnLst/>
              <a:rect l="l" t="t" r="r" b="b"/>
              <a:pathLst>
                <a:path w="9669" h="9666" extrusionOk="0">
                  <a:moveTo>
                    <a:pt x="7520" y="1073"/>
                  </a:moveTo>
                  <a:lnTo>
                    <a:pt x="7520" y="2149"/>
                  </a:lnTo>
                  <a:lnTo>
                    <a:pt x="2149" y="2149"/>
                  </a:lnTo>
                  <a:lnTo>
                    <a:pt x="2149" y="1073"/>
                  </a:lnTo>
                  <a:close/>
                  <a:moveTo>
                    <a:pt x="7520" y="3222"/>
                  </a:moveTo>
                  <a:lnTo>
                    <a:pt x="7520" y="4298"/>
                  </a:lnTo>
                  <a:lnTo>
                    <a:pt x="2149" y="4298"/>
                  </a:lnTo>
                  <a:lnTo>
                    <a:pt x="2149" y="3222"/>
                  </a:lnTo>
                  <a:close/>
                  <a:moveTo>
                    <a:pt x="7520" y="5371"/>
                  </a:moveTo>
                  <a:lnTo>
                    <a:pt x="7520" y="6447"/>
                  </a:lnTo>
                  <a:lnTo>
                    <a:pt x="2149" y="6447"/>
                  </a:lnTo>
                  <a:lnTo>
                    <a:pt x="2149" y="5371"/>
                  </a:lnTo>
                  <a:close/>
                  <a:moveTo>
                    <a:pt x="7520" y="7516"/>
                  </a:moveTo>
                  <a:lnTo>
                    <a:pt x="7520" y="8592"/>
                  </a:lnTo>
                  <a:lnTo>
                    <a:pt x="2149" y="8592"/>
                  </a:lnTo>
                  <a:lnTo>
                    <a:pt x="2149" y="7516"/>
                  </a:lnTo>
                  <a:close/>
                  <a:moveTo>
                    <a:pt x="0" y="0"/>
                  </a:moveTo>
                  <a:lnTo>
                    <a:pt x="0" y="9665"/>
                  </a:lnTo>
                  <a:lnTo>
                    <a:pt x="9669" y="9665"/>
                  </a:lnTo>
                  <a:lnTo>
                    <a:pt x="96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2" name="Google Shape;1412;p63"/>
            <p:cNvSpPr/>
            <p:nvPr/>
          </p:nvSpPr>
          <p:spPr>
            <a:xfrm>
              <a:off x="7234577" y="2099592"/>
              <a:ext cx="146588" cy="29394"/>
            </a:xfrm>
            <a:custGeom>
              <a:avLst/>
              <a:gdLst/>
              <a:ahLst/>
              <a:cxnLst/>
              <a:rect l="l" t="t" r="r" b="b"/>
              <a:pathLst>
                <a:path w="5371" h="1077" extrusionOk="0">
                  <a:moveTo>
                    <a:pt x="0" y="0"/>
                  </a:moveTo>
                  <a:lnTo>
                    <a:pt x="0" y="1076"/>
                  </a:lnTo>
                  <a:lnTo>
                    <a:pt x="5371" y="1076"/>
                  </a:lnTo>
                  <a:lnTo>
                    <a:pt x="53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13" name="Google Shape;1413;p63"/>
          <p:cNvGrpSpPr/>
          <p:nvPr/>
        </p:nvGrpSpPr>
        <p:grpSpPr>
          <a:xfrm>
            <a:off x="7849968" y="2099401"/>
            <a:ext cx="500353" cy="500626"/>
            <a:chOff x="7849968" y="2099401"/>
            <a:chExt cx="500353" cy="500626"/>
          </a:xfrm>
        </p:grpSpPr>
        <p:sp>
          <p:nvSpPr>
            <p:cNvPr id="1414" name="Google Shape;1414;p63"/>
            <p:cNvSpPr/>
            <p:nvPr/>
          </p:nvSpPr>
          <p:spPr>
            <a:xfrm>
              <a:off x="8114814" y="2099401"/>
              <a:ext cx="235507" cy="500326"/>
            </a:xfrm>
            <a:custGeom>
              <a:avLst/>
              <a:gdLst/>
              <a:ahLst/>
              <a:cxnLst/>
              <a:rect l="l" t="t" r="r" b="b"/>
              <a:pathLst>
                <a:path w="8629" h="18332" extrusionOk="0">
                  <a:moveTo>
                    <a:pt x="371" y="0"/>
                  </a:moveTo>
                  <a:lnTo>
                    <a:pt x="1" y="371"/>
                  </a:lnTo>
                  <a:lnTo>
                    <a:pt x="1" y="5371"/>
                  </a:lnTo>
                  <a:lnTo>
                    <a:pt x="1077" y="5371"/>
                  </a:lnTo>
                  <a:lnTo>
                    <a:pt x="1077" y="6447"/>
                  </a:lnTo>
                  <a:lnTo>
                    <a:pt x="1" y="6447"/>
                  </a:lnTo>
                  <a:lnTo>
                    <a:pt x="1" y="11073"/>
                  </a:lnTo>
                  <a:lnTo>
                    <a:pt x="1077" y="11609"/>
                  </a:lnTo>
                  <a:lnTo>
                    <a:pt x="1077" y="15039"/>
                  </a:lnTo>
                  <a:lnTo>
                    <a:pt x="1" y="15039"/>
                  </a:lnTo>
                  <a:lnTo>
                    <a:pt x="1" y="18332"/>
                  </a:lnTo>
                  <a:lnTo>
                    <a:pt x="3226" y="18332"/>
                  </a:lnTo>
                  <a:lnTo>
                    <a:pt x="3226" y="15039"/>
                  </a:lnTo>
                  <a:lnTo>
                    <a:pt x="2150" y="15039"/>
                  </a:lnTo>
                  <a:lnTo>
                    <a:pt x="2150" y="13963"/>
                  </a:lnTo>
                  <a:lnTo>
                    <a:pt x="5407" y="13963"/>
                  </a:lnTo>
                  <a:lnTo>
                    <a:pt x="5407" y="15039"/>
                  </a:lnTo>
                  <a:lnTo>
                    <a:pt x="8629" y="15039"/>
                  </a:lnTo>
                  <a:lnTo>
                    <a:pt x="8629" y="11818"/>
                  </a:lnTo>
                  <a:lnTo>
                    <a:pt x="5403" y="11818"/>
                  </a:lnTo>
                  <a:lnTo>
                    <a:pt x="5403" y="12894"/>
                  </a:lnTo>
                  <a:lnTo>
                    <a:pt x="2143" y="12894"/>
                  </a:lnTo>
                  <a:lnTo>
                    <a:pt x="2143" y="11507"/>
                  </a:lnTo>
                  <a:lnTo>
                    <a:pt x="3219" y="10431"/>
                  </a:lnTo>
                  <a:lnTo>
                    <a:pt x="3219" y="9672"/>
                  </a:lnTo>
                  <a:lnTo>
                    <a:pt x="1074" y="9672"/>
                  </a:lnTo>
                  <a:lnTo>
                    <a:pt x="1074" y="7523"/>
                  </a:lnTo>
                  <a:lnTo>
                    <a:pt x="2146" y="7523"/>
                  </a:lnTo>
                  <a:lnTo>
                    <a:pt x="2146" y="8600"/>
                  </a:lnTo>
                  <a:lnTo>
                    <a:pt x="4295" y="8600"/>
                  </a:lnTo>
                  <a:lnTo>
                    <a:pt x="4295" y="7858"/>
                  </a:lnTo>
                  <a:lnTo>
                    <a:pt x="5372" y="7319"/>
                  </a:lnTo>
                  <a:lnTo>
                    <a:pt x="5372" y="6451"/>
                  </a:lnTo>
                  <a:lnTo>
                    <a:pt x="2146" y="6451"/>
                  </a:lnTo>
                  <a:lnTo>
                    <a:pt x="2146" y="5374"/>
                  </a:lnTo>
                  <a:lnTo>
                    <a:pt x="5372" y="5374"/>
                  </a:lnTo>
                  <a:lnTo>
                    <a:pt x="5372" y="4506"/>
                  </a:lnTo>
                  <a:lnTo>
                    <a:pt x="4295" y="3966"/>
                  </a:lnTo>
                  <a:lnTo>
                    <a:pt x="4295" y="3225"/>
                  </a:lnTo>
                  <a:lnTo>
                    <a:pt x="2146" y="3225"/>
                  </a:lnTo>
                  <a:lnTo>
                    <a:pt x="2146" y="4302"/>
                  </a:lnTo>
                  <a:lnTo>
                    <a:pt x="1074" y="4302"/>
                  </a:lnTo>
                  <a:lnTo>
                    <a:pt x="1074" y="2153"/>
                  </a:lnTo>
                  <a:lnTo>
                    <a:pt x="3219" y="2153"/>
                  </a:lnTo>
                  <a:lnTo>
                    <a:pt x="3219" y="716"/>
                  </a:lnTo>
                  <a:lnTo>
                    <a:pt x="3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5" name="Google Shape;1415;p63"/>
            <p:cNvSpPr/>
            <p:nvPr/>
          </p:nvSpPr>
          <p:spPr>
            <a:xfrm>
              <a:off x="7849968" y="2099592"/>
              <a:ext cx="235507" cy="500435"/>
            </a:xfrm>
            <a:custGeom>
              <a:avLst/>
              <a:gdLst/>
              <a:ahLst/>
              <a:cxnLst/>
              <a:rect l="l" t="t" r="r" b="b"/>
              <a:pathLst>
                <a:path w="8629" h="18336" extrusionOk="0">
                  <a:moveTo>
                    <a:pt x="8258" y="0"/>
                  </a:moveTo>
                  <a:lnTo>
                    <a:pt x="5407" y="713"/>
                  </a:lnTo>
                  <a:lnTo>
                    <a:pt x="5407" y="2153"/>
                  </a:lnTo>
                  <a:lnTo>
                    <a:pt x="7556" y="2153"/>
                  </a:lnTo>
                  <a:lnTo>
                    <a:pt x="7556" y="4302"/>
                  </a:lnTo>
                  <a:lnTo>
                    <a:pt x="6480" y="4302"/>
                  </a:lnTo>
                  <a:lnTo>
                    <a:pt x="6480" y="3225"/>
                  </a:lnTo>
                  <a:lnTo>
                    <a:pt x="4331" y="3225"/>
                  </a:lnTo>
                  <a:lnTo>
                    <a:pt x="4331" y="3966"/>
                  </a:lnTo>
                  <a:lnTo>
                    <a:pt x="3254" y="4503"/>
                  </a:lnTo>
                  <a:lnTo>
                    <a:pt x="3254" y="5371"/>
                  </a:lnTo>
                  <a:lnTo>
                    <a:pt x="6480" y="5371"/>
                  </a:lnTo>
                  <a:lnTo>
                    <a:pt x="6480" y="6447"/>
                  </a:lnTo>
                  <a:lnTo>
                    <a:pt x="3254" y="6447"/>
                  </a:lnTo>
                  <a:lnTo>
                    <a:pt x="3254" y="7319"/>
                  </a:lnTo>
                  <a:lnTo>
                    <a:pt x="4331" y="7855"/>
                  </a:lnTo>
                  <a:lnTo>
                    <a:pt x="4331" y="8596"/>
                  </a:lnTo>
                  <a:lnTo>
                    <a:pt x="6480" y="8596"/>
                  </a:lnTo>
                  <a:lnTo>
                    <a:pt x="6480" y="7520"/>
                  </a:lnTo>
                  <a:lnTo>
                    <a:pt x="7556" y="7520"/>
                  </a:lnTo>
                  <a:lnTo>
                    <a:pt x="7556" y="9669"/>
                  </a:lnTo>
                  <a:lnTo>
                    <a:pt x="5407" y="9669"/>
                  </a:lnTo>
                  <a:lnTo>
                    <a:pt x="5407" y="10427"/>
                  </a:lnTo>
                  <a:lnTo>
                    <a:pt x="6483" y="11504"/>
                  </a:lnTo>
                  <a:lnTo>
                    <a:pt x="6483" y="12894"/>
                  </a:lnTo>
                  <a:lnTo>
                    <a:pt x="3261" y="12894"/>
                  </a:lnTo>
                  <a:lnTo>
                    <a:pt x="3261" y="11818"/>
                  </a:lnTo>
                  <a:lnTo>
                    <a:pt x="1" y="11818"/>
                  </a:lnTo>
                  <a:lnTo>
                    <a:pt x="1" y="15039"/>
                  </a:lnTo>
                  <a:lnTo>
                    <a:pt x="3261" y="15039"/>
                  </a:lnTo>
                  <a:lnTo>
                    <a:pt x="3261" y="13963"/>
                  </a:lnTo>
                  <a:lnTo>
                    <a:pt x="6480" y="13963"/>
                  </a:lnTo>
                  <a:lnTo>
                    <a:pt x="6480" y="15039"/>
                  </a:lnTo>
                  <a:lnTo>
                    <a:pt x="5403" y="15039"/>
                  </a:lnTo>
                  <a:lnTo>
                    <a:pt x="5403" y="18335"/>
                  </a:lnTo>
                  <a:lnTo>
                    <a:pt x="8629" y="18335"/>
                  </a:lnTo>
                  <a:lnTo>
                    <a:pt x="8629" y="15039"/>
                  </a:lnTo>
                  <a:lnTo>
                    <a:pt x="7552" y="15039"/>
                  </a:lnTo>
                  <a:lnTo>
                    <a:pt x="7552" y="11613"/>
                  </a:lnTo>
                  <a:lnTo>
                    <a:pt x="8629" y="11073"/>
                  </a:lnTo>
                  <a:lnTo>
                    <a:pt x="8629" y="6444"/>
                  </a:lnTo>
                  <a:lnTo>
                    <a:pt x="7552" y="6444"/>
                  </a:lnTo>
                  <a:lnTo>
                    <a:pt x="7552" y="5367"/>
                  </a:lnTo>
                  <a:lnTo>
                    <a:pt x="8629" y="5367"/>
                  </a:lnTo>
                  <a:lnTo>
                    <a:pt x="8629" y="371"/>
                  </a:lnTo>
                  <a:lnTo>
                    <a:pt x="82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16" name="Google Shape;1416;p63"/>
          <p:cNvGrpSpPr/>
          <p:nvPr/>
        </p:nvGrpSpPr>
        <p:grpSpPr>
          <a:xfrm>
            <a:off x="720103" y="2734825"/>
            <a:ext cx="500544" cy="500353"/>
            <a:chOff x="720103" y="2734825"/>
            <a:chExt cx="500544" cy="500353"/>
          </a:xfrm>
        </p:grpSpPr>
        <p:sp>
          <p:nvSpPr>
            <p:cNvPr id="1417" name="Google Shape;1417;p63"/>
            <p:cNvSpPr/>
            <p:nvPr/>
          </p:nvSpPr>
          <p:spPr>
            <a:xfrm>
              <a:off x="838470" y="2734825"/>
              <a:ext cx="146697" cy="146697"/>
            </a:xfrm>
            <a:custGeom>
              <a:avLst/>
              <a:gdLst/>
              <a:ahLst/>
              <a:cxnLst/>
              <a:rect l="l" t="t" r="r" b="b"/>
              <a:pathLst>
                <a:path w="5375" h="5375" extrusionOk="0">
                  <a:moveTo>
                    <a:pt x="3226" y="2149"/>
                  </a:moveTo>
                  <a:lnTo>
                    <a:pt x="3226" y="3226"/>
                  </a:lnTo>
                  <a:lnTo>
                    <a:pt x="2149" y="3226"/>
                  </a:lnTo>
                  <a:lnTo>
                    <a:pt x="2149" y="2149"/>
                  </a:lnTo>
                  <a:close/>
                  <a:moveTo>
                    <a:pt x="2689" y="0"/>
                  </a:moveTo>
                  <a:cubicBezTo>
                    <a:pt x="1207" y="0"/>
                    <a:pt x="0" y="1204"/>
                    <a:pt x="0" y="2686"/>
                  </a:cubicBezTo>
                  <a:cubicBezTo>
                    <a:pt x="0" y="4168"/>
                    <a:pt x="1200" y="5375"/>
                    <a:pt x="2689" y="5375"/>
                  </a:cubicBezTo>
                  <a:cubicBezTo>
                    <a:pt x="4171" y="5375"/>
                    <a:pt x="5375" y="4168"/>
                    <a:pt x="5375" y="2686"/>
                  </a:cubicBezTo>
                  <a:cubicBezTo>
                    <a:pt x="5375" y="1204"/>
                    <a:pt x="4171" y="0"/>
                    <a:pt x="26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8" name="Google Shape;1418;p63"/>
            <p:cNvSpPr/>
            <p:nvPr/>
          </p:nvSpPr>
          <p:spPr>
            <a:xfrm>
              <a:off x="1073950" y="2734825"/>
              <a:ext cx="146697" cy="175873"/>
            </a:xfrm>
            <a:custGeom>
              <a:avLst/>
              <a:gdLst/>
              <a:ahLst/>
              <a:cxnLst/>
              <a:rect l="l" t="t" r="r" b="b"/>
              <a:pathLst>
                <a:path w="5375" h="6444" extrusionOk="0">
                  <a:moveTo>
                    <a:pt x="3225" y="2149"/>
                  </a:moveTo>
                  <a:lnTo>
                    <a:pt x="3225" y="3226"/>
                  </a:lnTo>
                  <a:lnTo>
                    <a:pt x="2149" y="3226"/>
                  </a:lnTo>
                  <a:lnTo>
                    <a:pt x="2149" y="2149"/>
                  </a:lnTo>
                  <a:close/>
                  <a:moveTo>
                    <a:pt x="2689" y="0"/>
                  </a:moveTo>
                  <a:cubicBezTo>
                    <a:pt x="1207" y="0"/>
                    <a:pt x="0" y="1204"/>
                    <a:pt x="0" y="2686"/>
                  </a:cubicBezTo>
                  <a:lnTo>
                    <a:pt x="0" y="6444"/>
                  </a:lnTo>
                  <a:lnTo>
                    <a:pt x="5374" y="6444"/>
                  </a:lnTo>
                  <a:lnTo>
                    <a:pt x="5374" y="2686"/>
                  </a:lnTo>
                  <a:cubicBezTo>
                    <a:pt x="5374" y="1204"/>
                    <a:pt x="4171" y="0"/>
                    <a:pt x="26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9" name="Google Shape;1419;p63"/>
            <p:cNvSpPr/>
            <p:nvPr/>
          </p:nvSpPr>
          <p:spPr>
            <a:xfrm>
              <a:off x="720103" y="3174561"/>
              <a:ext cx="383132" cy="60617"/>
            </a:xfrm>
            <a:custGeom>
              <a:avLst/>
              <a:gdLst/>
              <a:ahLst/>
              <a:cxnLst/>
              <a:rect l="l" t="t" r="r" b="b"/>
              <a:pathLst>
                <a:path w="14038" h="2221" extrusionOk="0">
                  <a:moveTo>
                    <a:pt x="0" y="1"/>
                  </a:moveTo>
                  <a:lnTo>
                    <a:pt x="0" y="2220"/>
                  </a:lnTo>
                  <a:lnTo>
                    <a:pt x="14038" y="2220"/>
                  </a:lnTo>
                  <a:lnTo>
                    <a:pt x="140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0" name="Google Shape;1420;p63"/>
            <p:cNvSpPr/>
            <p:nvPr/>
          </p:nvSpPr>
          <p:spPr>
            <a:xfrm>
              <a:off x="1103317" y="2940064"/>
              <a:ext cx="88155" cy="146697"/>
            </a:xfrm>
            <a:custGeom>
              <a:avLst/>
              <a:gdLst/>
              <a:ahLst/>
              <a:cxnLst/>
              <a:rect l="l" t="t" r="r" b="b"/>
              <a:pathLst>
                <a:path w="3230" h="5375" extrusionOk="0">
                  <a:moveTo>
                    <a:pt x="4" y="0"/>
                  </a:moveTo>
                  <a:lnTo>
                    <a:pt x="4" y="1076"/>
                  </a:lnTo>
                  <a:lnTo>
                    <a:pt x="1080" y="1076"/>
                  </a:lnTo>
                  <a:lnTo>
                    <a:pt x="1080" y="3225"/>
                  </a:lnTo>
                  <a:lnTo>
                    <a:pt x="0" y="3225"/>
                  </a:lnTo>
                  <a:lnTo>
                    <a:pt x="0" y="5374"/>
                  </a:lnTo>
                  <a:lnTo>
                    <a:pt x="1077" y="5374"/>
                  </a:lnTo>
                  <a:lnTo>
                    <a:pt x="1077" y="4298"/>
                  </a:lnTo>
                  <a:lnTo>
                    <a:pt x="2153" y="4298"/>
                  </a:lnTo>
                  <a:lnTo>
                    <a:pt x="2153" y="5374"/>
                  </a:lnTo>
                  <a:lnTo>
                    <a:pt x="3229" y="5374"/>
                  </a:lnTo>
                  <a:lnTo>
                    <a:pt x="3229" y="3225"/>
                  </a:lnTo>
                  <a:lnTo>
                    <a:pt x="2153" y="3225"/>
                  </a:lnTo>
                  <a:lnTo>
                    <a:pt x="2153" y="1076"/>
                  </a:lnTo>
                  <a:lnTo>
                    <a:pt x="3229" y="1076"/>
                  </a:lnTo>
                  <a:lnTo>
                    <a:pt x="32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1" name="Google Shape;1421;p63"/>
            <p:cNvSpPr/>
            <p:nvPr/>
          </p:nvSpPr>
          <p:spPr>
            <a:xfrm>
              <a:off x="1004026" y="2764191"/>
              <a:ext cx="50955" cy="87964"/>
            </a:xfrm>
            <a:custGeom>
              <a:avLst/>
              <a:gdLst/>
              <a:ahLst/>
              <a:cxnLst/>
              <a:rect l="l" t="t" r="r" b="b"/>
              <a:pathLst>
                <a:path w="1867" h="3223" extrusionOk="0">
                  <a:moveTo>
                    <a:pt x="0" y="1"/>
                  </a:moveTo>
                  <a:cubicBezTo>
                    <a:pt x="233" y="491"/>
                    <a:pt x="374" y="1035"/>
                    <a:pt x="374" y="1610"/>
                  </a:cubicBezTo>
                  <a:cubicBezTo>
                    <a:pt x="374" y="2189"/>
                    <a:pt x="233" y="2732"/>
                    <a:pt x="0" y="3222"/>
                  </a:cubicBezTo>
                  <a:lnTo>
                    <a:pt x="1489" y="3222"/>
                  </a:lnTo>
                  <a:lnTo>
                    <a:pt x="1489" y="1610"/>
                  </a:lnTo>
                  <a:cubicBezTo>
                    <a:pt x="1489" y="1035"/>
                    <a:pt x="1630" y="491"/>
                    <a:pt x="18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2" name="Google Shape;1422;p63"/>
            <p:cNvSpPr/>
            <p:nvPr/>
          </p:nvSpPr>
          <p:spPr>
            <a:xfrm>
              <a:off x="897122" y="3042629"/>
              <a:ext cx="29394" cy="29394"/>
            </a:xfrm>
            <a:custGeom>
              <a:avLst/>
              <a:gdLst/>
              <a:ahLst/>
              <a:cxnLst/>
              <a:rect l="l" t="t" r="r" b="b"/>
              <a:pathLst>
                <a:path w="1077" h="1077" extrusionOk="0">
                  <a:moveTo>
                    <a:pt x="540" y="0"/>
                  </a:moveTo>
                  <a:cubicBezTo>
                    <a:pt x="244" y="0"/>
                    <a:pt x="0" y="244"/>
                    <a:pt x="0" y="540"/>
                  </a:cubicBezTo>
                  <a:cubicBezTo>
                    <a:pt x="0" y="837"/>
                    <a:pt x="240" y="1077"/>
                    <a:pt x="540" y="1077"/>
                  </a:cubicBezTo>
                  <a:cubicBezTo>
                    <a:pt x="833" y="1077"/>
                    <a:pt x="1077" y="837"/>
                    <a:pt x="1077" y="540"/>
                  </a:cubicBezTo>
                  <a:cubicBezTo>
                    <a:pt x="1077" y="244"/>
                    <a:pt x="833" y="0"/>
                    <a:pt x="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3" name="Google Shape;1423;p63"/>
            <p:cNvSpPr/>
            <p:nvPr/>
          </p:nvSpPr>
          <p:spPr>
            <a:xfrm>
              <a:off x="779900" y="2900463"/>
              <a:ext cx="264792" cy="244950"/>
            </a:xfrm>
            <a:custGeom>
              <a:avLst/>
              <a:gdLst/>
              <a:ahLst/>
              <a:cxnLst/>
              <a:rect l="l" t="t" r="r" b="b"/>
              <a:pathLst>
                <a:path w="9702" h="8975" extrusionOk="0">
                  <a:moveTo>
                    <a:pt x="4835" y="4140"/>
                  </a:moveTo>
                  <a:cubicBezTo>
                    <a:pt x="5721" y="4140"/>
                    <a:pt x="6444" y="4863"/>
                    <a:pt x="6444" y="5749"/>
                  </a:cubicBezTo>
                  <a:cubicBezTo>
                    <a:pt x="6444" y="6635"/>
                    <a:pt x="5721" y="7358"/>
                    <a:pt x="4835" y="7358"/>
                  </a:cubicBezTo>
                  <a:cubicBezTo>
                    <a:pt x="3946" y="7358"/>
                    <a:pt x="3223" y="6635"/>
                    <a:pt x="3223" y="5749"/>
                  </a:cubicBezTo>
                  <a:cubicBezTo>
                    <a:pt x="3219" y="4863"/>
                    <a:pt x="3942" y="4140"/>
                    <a:pt x="4835" y="4140"/>
                  </a:cubicBezTo>
                  <a:close/>
                  <a:moveTo>
                    <a:pt x="3223" y="1"/>
                  </a:moveTo>
                  <a:lnTo>
                    <a:pt x="3223" y="2905"/>
                  </a:lnTo>
                  <a:cubicBezTo>
                    <a:pt x="1959" y="3508"/>
                    <a:pt x="1077" y="4789"/>
                    <a:pt x="1077" y="6286"/>
                  </a:cubicBezTo>
                  <a:cubicBezTo>
                    <a:pt x="1070" y="6582"/>
                    <a:pt x="834" y="6825"/>
                    <a:pt x="534" y="6825"/>
                  </a:cubicBezTo>
                  <a:lnTo>
                    <a:pt x="1" y="6825"/>
                  </a:lnTo>
                  <a:lnTo>
                    <a:pt x="1" y="8974"/>
                  </a:lnTo>
                  <a:lnTo>
                    <a:pt x="9701" y="8974"/>
                  </a:lnTo>
                  <a:lnTo>
                    <a:pt x="9701" y="6825"/>
                  </a:lnTo>
                  <a:lnTo>
                    <a:pt x="9165" y="6825"/>
                  </a:lnTo>
                  <a:cubicBezTo>
                    <a:pt x="8869" y="6825"/>
                    <a:pt x="8593" y="6582"/>
                    <a:pt x="8593" y="6286"/>
                  </a:cubicBezTo>
                  <a:cubicBezTo>
                    <a:pt x="8593" y="4789"/>
                    <a:pt x="7711" y="3508"/>
                    <a:pt x="6444" y="2905"/>
                  </a:cubicBezTo>
                  <a:lnTo>
                    <a:pt x="6444" y="1"/>
                  </a:lnTo>
                  <a:cubicBezTo>
                    <a:pt x="5954" y="234"/>
                    <a:pt x="5410" y="375"/>
                    <a:pt x="4835" y="375"/>
                  </a:cubicBezTo>
                  <a:cubicBezTo>
                    <a:pt x="4256" y="375"/>
                    <a:pt x="3713" y="234"/>
                    <a:pt x="3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24" name="Google Shape;1424;p63"/>
          <p:cNvGrpSpPr/>
          <p:nvPr/>
        </p:nvGrpSpPr>
        <p:grpSpPr>
          <a:xfrm>
            <a:off x="1531208" y="2734715"/>
            <a:ext cx="469131" cy="500463"/>
            <a:chOff x="1531208" y="2734715"/>
            <a:chExt cx="469131" cy="500463"/>
          </a:xfrm>
        </p:grpSpPr>
        <p:sp>
          <p:nvSpPr>
            <p:cNvPr id="1425" name="Google Shape;1425;p63"/>
            <p:cNvSpPr/>
            <p:nvPr/>
          </p:nvSpPr>
          <p:spPr>
            <a:xfrm>
              <a:off x="1531208" y="2734715"/>
              <a:ext cx="469131" cy="440747"/>
            </a:xfrm>
            <a:custGeom>
              <a:avLst/>
              <a:gdLst/>
              <a:ahLst/>
              <a:cxnLst/>
              <a:rect l="l" t="t" r="r" b="b"/>
              <a:pathLst>
                <a:path w="17189" h="16149" extrusionOk="0">
                  <a:moveTo>
                    <a:pt x="13431" y="2189"/>
                  </a:moveTo>
                  <a:lnTo>
                    <a:pt x="13431" y="3265"/>
                  </a:lnTo>
                  <a:lnTo>
                    <a:pt x="10206" y="3265"/>
                  </a:lnTo>
                  <a:lnTo>
                    <a:pt x="10206" y="2189"/>
                  </a:lnTo>
                  <a:close/>
                  <a:moveTo>
                    <a:pt x="13441" y="5414"/>
                  </a:moveTo>
                  <a:lnTo>
                    <a:pt x="13441" y="6490"/>
                  </a:lnTo>
                  <a:lnTo>
                    <a:pt x="13978" y="6490"/>
                  </a:lnTo>
                  <a:lnTo>
                    <a:pt x="13978" y="7027"/>
                  </a:lnTo>
                  <a:lnTo>
                    <a:pt x="15054" y="7027"/>
                  </a:lnTo>
                  <a:lnTo>
                    <a:pt x="15054" y="8103"/>
                  </a:lnTo>
                  <a:lnTo>
                    <a:pt x="13978" y="8103"/>
                  </a:lnTo>
                  <a:lnTo>
                    <a:pt x="13978" y="9179"/>
                  </a:lnTo>
                  <a:lnTo>
                    <a:pt x="15054" y="9179"/>
                  </a:lnTo>
                  <a:lnTo>
                    <a:pt x="15054" y="10255"/>
                  </a:lnTo>
                  <a:lnTo>
                    <a:pt x="13978" y="10255"/>
                  </a:lnTo>
                  <a:lnTo>
                    <a:pt x="13978" y="10795"/>
                  </a:lnTo>
                  <a:lnTo>
                    <a:pt x="13431" y="10795"/>
                  </a:lnTo>
                  <a:lnTo>
                    <a:pt x="13431" y="11872"/>
                  </a:lnTo>
                  <a:lnTo>
                    <a:pt x="12355" y="11872"/>
                  </a:lnTo>
                  <a:lnTo>
                    <a:pt x="12355" y="10795"/>
                  </a:lnTo>
                  <a:lnTo>
                    <a:pt x="11278" y="10795"/>
                  </a:lnTo>
                  <a:lnTo>
                    <a:pt x="11278" y="11872"/>
                  </a:lnTo>
                  <a:lnTo>
                    <a:pt x="10202" y="11872"/>
                  </a:lnTo>
                  <a:lnTo>
                    <a:pt x="10202" y="10795"/>
                  </a:lnTo>
                  <a:lnTo>
                    <a:pt x="9666" y="10795"/>
                  </a:lnTo>
                  <a:lnTo>
                    <a:pt x="9666" y="10255"/>
                  </a:lnTo>
                  <a:lnTo>
                    <a:pt x="8589" y="10255"/>
                  </a:lnTo>
                  <a:lnTo>
                    <a:pt x="8589" y="9172"/>
                  </a:lnTo>
                  <a:lnTo>
                    <a:pt x="9673" y="9172"/>
                  </a:lnTo>
                  <a:lnTo>
                    <a:pt x="9673" y="8096"/>
                  </a:lnTo>
                  <a:lnTo>
                    <a:pt x="8596" y="8096"/>
                  </a:lnTo>
                  <a:lnTo>
                    <a:pt x="8596" y="7016"/>
                  </a:lnTo>
                  <a:lnTo>
                    <a:pt x="9673" y="7016"/>
                  </a:lnTo>
                  <a:lnTo>
                    <a:pt x="9673" y="6480"/>
                  </a:lnTo>
                  <a:lnTo>
                    <a:pt x="10213" y="6480"/>
                  </a:lnTo>
                  <a:lnTo>
                    <a:pt x="10213" y="5414"/>
                  </a:lnTo>
                  <a:lnTo>
                    <a:pt x="11289" y="5414"/>
                  </a:lnTo>
                  <a:lnTo>
                    <a:pt x="11289" y="6490"/>
                  </a:lnTo>
                  <a:lnTo>
                    <a:pt x="12365" y="6490"/>
                  </a:lnTo>
                  <a:lnTo>
                    <a:pt x="12365" y="5414"/>
                  </a:lnTo>
                  <a:close/>
                  <a:moveTo>
                    <a:pt x="0" y="1"/>
                  </a:moveTo>
                  <a:lnTo>
                    <a:pt x="0" y="3261"/>
                  </a:lnTo>
                  <a:lnTo>
                    <a:pt x="3226" y="3261"/>
                  </a:lnTo>
                  <a:lnTo>
                    <a:pt x="3226" y="2185"/>
                  </a:lnTo>
                  <a:lnTo>
                    <a:pt x="4302" y="2185"/>
                  </a:lnTo>
                  <a:lnTo>
                    <a:pt x="4302" y="4331"/>
                  </a:lnTo>
                  <a:lnTo>
                    <a:pt x="2153" y="4331"/>
                  </a:lnTo>
                  <a:lnTo>
                    <a:pt x="2153" y="5407"/>
                  </a:lnTo>
                  <a:lnTo>
                    <a:pt x="6447" y="5407"/>
                  </a:lnTo>
                  <a:lnTo>
                    <a:pt x="6447" y="7556"/>
                  </a:lnTo>
                  <a:lnTo>
                    <a:pt x="4302" y="7556"/>
                  </a:lnTo>
                  <a:lnTo>
                    <a:pt x="4302" y="6480"/>
                  </a:lnTo>
                  <a:lnTo>
                    <a:pt x="1077" y="6480"/>
                  </a:lnTo>
                  <a:lnTo>
                    <a:pt x="1077" y="9705"/>
                  </a:lnTo>
                  <a:lnTo>
                    <a:pt x="4302" y="9705"/>
                  </a:lnTo>
                  <a:lnTo>
                    <a:pt x="4302" y="8629"/>
                  </a:lnTo>
                  <a:lnTo>
                    <a:pt x="6447" y="8629"/>
                  </a:lnTo>
                  <a:lnTo>
                    <a:pt x="6447" y="10778"/>
                  </a:lnTo>
                  <a:lnTo>
                    <a:pt x="2153" y="10778"/>
                  </a:lnTo>
                  <a:lnTo>
                    <a:pt x="2153" y="11854"/>
                  </a:lnTo>
                  <a:lnTo>
                    <a:pt x="4302" y="11854"/>
                  </a:lnTo>
                  <a:lnTo>
                    <a:pt x="4302" y="13999"/>
                  </a:lnTo>
                  <a:lnTo>
                    <a:pt x="3226" y="13999"/>
                  </a:lnTo>
                  <a:lnTo>
                    <a:pt x="3226" y="12923"/>
                  </a:lnTo>
                  <a:lnTo>
                    <a:pt x="0" y="12923"/>
                  </a:lnTo>
                  <a:lnTo>
                    <a:pt x="0" y="16148"/>
                  </a:lnTo>
                  <a:lnTo>
                    <a:pt x="3226" y="16148"/>
                  </a:lnTo>
                  <a:lnTo>
                    <a:pt x="3226" y="15083"/>
                  </a:lnTo>
                  <a:lnTo>
                    <a:pt x="5371" y="15083"/>
                  </a:lnTo>
                  <a:lnTo>
                    <a:pt x="5371" y="11857"/>
                  </a:lnTo>
                  <a:lnTo>
                    <a:pt x="6447" y="11857"/>
                  </a:lnTo>
                  <a:lnTo>
                    <a:pt x="6447" y="15083"/>
                  </a:lnTo>
                  <a:lnTo>
                    <a:pt x="17189" y="15083"/>
                  </a:lnTo>
                  <a:lnTo>
                    <a:pt x="17189" y="4"/>
                  </a:lnTo>
                  <a:lnTo>
                    <a:pt x="6447" y="4"/>
                  </a:lnTo>
                  <a:lnTo>
                    <a:pt x="6447" y="4338"/>
                  </a:lnTo>
                  <a:lnTo>
                    <a:pt x="5371" y="4338"/>
                  </a:lnTo>
                  <a:lnTo>
                    <a:pt x="5371" y="1113"/>
                  </a:lnTo>
                  <a:lnTo>
                    <a:pt x="3226" y="1113"/>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6" name="Google Shape;1426;p63"/>
            <p:cNvSpPr/>
            <p:nvPr/>
          </p:nvSpPr>
          <p:spPr>
            <a:xfrm>
              <a:off x="1531318" y="3029038"/>
              <a:ext cx="29394" cy="29394"/>
            </a:xfrm>
            <a:custGeom>
              <a:avLst/>
              <a:gdLst/>
              <a:ahLst/>
              <a:cxnLst/>
              <a:rect l="l" t="t" r="r" b="b"/>
              <a:pathLst>
                <a:path w="1077" h="1077" extrusionOk="0">
                  <a:moveTo>
                    <a:pt x="0" y="1"/>
                  </a:moveTo>
                  <a:lnTo>
                    <a:pt x="0" y="1077"/>
                  </a:lnTo>
                  <a:lnTo>
                    <a:pt x="1076" y="1077"/>
                  </a:lnTo>
                  <a:lnTo>
                    <a:pt x="107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7" name="Google Shape;1427;p63"/>
            <p:cNvSpPr/>
            <p:nvPr/>
          </p:nvSpPr>
          <p:spPr>
            <a:xfrm>
              <a:off x="1531318" y="2853001"/>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8" name="Google Shape;1428;p63"/>
            <p:cNvSpPr/>
            <p:nvPr/>
          </p:nvSpPr>
          <p:spPr>
            <a:xfrm>
              <a:off x="1707163" y="3175517"/>
              <a:ext cx="293176" cy="59661"/>
            </a:xfrm>
            <a:custGeom>
              <a:avLst/>
              <a:gdLst/>
              <a:ahLst/>
              <a:cxnLst/>
              <a:rect l="l" t="t" r="r" b="b"/>
              <a:pathLst>
                <a:path w="10742" h="2186" extrusionOk="0">
                  <a:moveTo>
                    <a:pt x="0" y="1"/>
                  </a:moveTo>
                  <a:lnTo>
                    <a:pt x="0" y="2185"/>
                  </a:lnTo>
                  <a:lnTo>
                    <a:pt x="10742" y="2185"/>
                  </a:lnTo>
                  <a:lnTo>
                    <a:pt x="107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9" name="Google Shape;1429;p63"/>
            <p:cNvSpPr/>
            <p:nvPr/>
          </p:nvSpPr>
          <p:spPr>
            <a:xfrm>
              <a:off x="1824466" y="2941019"/>
              <a:ext cx="58570" cy="58679"/>
            </a:xfrm>
            <a:custGeom>
              <a:avLst/>
              <a:gdLst/>
              <a:ahLst/>
              <a:cxnLst/>
              <a:rect l="l" t="t" r="r" b="b"/>
              <a:pathLst>
                <a:path w="2146" h="2150" extrusionOk="0">
                  <a:moveTo>
                    <a:pt x="0" y="0"/>
                  </a:moveTo>
                  <a:lnTo>
                    <a:pt x="0" y="2149"/>
                  </a:lnTo>
                  <a:lnTo>
                    <a:pt x="2146" y="2149"/>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30" name="Google Shape;1430;p63"/>
          <p:cNvGrpSpPr/>
          <p:nvPr/>
        </p:nvGrpSpPr>
        <p:grpSpPr>
          <a:xfrm>
            <a:off x="2341359" y="2734825"/>
            <a:ext cx="440064" cy="500435"/>
            <a:chOff x="2341359" y="2734825"/>
            <a:chExt cx="440064" cy="500435"/>
          </a:xfrm>
        </p:grpSpPr>
        <p:sp>
          <p:nvSpPr>
            <p:cNvPr id="1431" name="Google Shape;1431;p63"/>
            <p:cNvSpPr/>
            <p:nvPr/>
          </p:nvSpPr>
          <p:spPr>
            <a:xfrm>
              <a:off x="2341359" y="3118039"/>
              <a:ext cx="439846" cy="117221"/>
            </a:xfrm>
            <a:custGeom>
              <a:avLst/>
              <a:gdLst/>
              <a:ahLst/>
              <a:cxnLst/>
              <a:rect l="l" t="t" r="r" b="b"/>
              <a:pathLst>
                <a:path w="16116" h="4295" extrusionOk="0">
                  <a:moveTo>
                    <a:pt x="6207" y="1073"/>
                  </a:moveTo>
                  <a:cubicBezTo>
                    <a:pt x="6020" y="1391"/>
                    <a:pt x="5907" y="1754"/>
                    <a:pt x="5907" y="2149"/>
                  </a:cubicBezTo>
                  <a:cubicBezTo>
                    <a:pt x="5907" y="2541"/>
                    <a:pt x="6020" y="2908"/>
                    <a:pt x="6207" y="3226"/>
                  </a:cubicBezTo>
                  <a:lnTo>
                    <a:pt x="3998" y="3226"/>
                  </a:lnTo>
                  <a:cubicBezTo>
                    <a:pt x="4182" y="2908"/>
                    <a:pt x="4298" y="2544"/>
                    <a:pt x="4298" y="2149"/>
                  </a:cubicBezTo>
                  <a:cubicBezTo>
                    <a:pt x="4298" y="1751"/>
                    <a:pt x="4182" y="1391"/>
                    <a:pt x="3998" y="1073"/>
                  </a:cubicBezTo>
                  <a:close/>
                  <a:moveTo>
                    <a:pt x="12118" y="1073"/>
                  </a:moveTo>
                  <a:cubicBezTo>
                    <a:pt x="11931" y="1391"/>
                    <a:pt x="11818" y="1754"/>
                    <a:pt x="11818" y="2149"/>
                  </a:cubicBezTo>
                  <a:cubicBezTo>
                    <a:pt x="11818" y="2541"/>
                    <a:pt x="11931" y="2908"/>
                    <a:pt x="12118" y="3226"/>
                  </a:cubicBezTo>
                  <a:lnTo>
                    <a:pt x="9909" y="3226"/>
                  </a:lnTo>
                  <a:cubicBezTo>
                    <a:pt x="10092" y="2908"/>
                    <a:pt x="10209" y="2544"/>
                    <a:pt x="10209" y="2149"/>
                  </a:cubicBezTo>
                  <a:cubicBezTo>
                    <a:pt x="10209" y="1751"/>
                    <a:pt x="10092" y="1391"/>
                    <a:pt x="9909" y="1073"/>
                  </a:cubicBezTo>
                  <a:close/>
                  <a:moveTo>
                    <a:pt x="2149" y="0"/>
                  </a:moveTo>
                  <a:cubicBezTo>
                    <a:pt x="964" y="0"/>
                    <a:pt x="0" y="960"/>
                    <a:pt x="0" y="2149"/>
                  </a:cubicBezTo>
                  <a:cubicBezTo>
                    <a:pt x="0" y="3331"/>
                    <a:pt x="967" y="4295"/>
                    <a:pt x="2149" y="4295"/>
                  </a:cubicBezTo>
                  <a:lnTo>
                    <a:pt x="13967" y="4295"/>
                  </a:lnTo>
                  <a:cubicBezTo>
                    <a:pt x="15153" y="4295"/>
                    <a:pt x="16116" y="3335"/>
                    <a:pt x="16116" y="2149"/>
                  </a:cubicBezTo>
                  <a:cubicBezTo>
                    <a:pt x="16116" y="960"/>
                    <a:pt x="15153" y="0"/>
                    <a:pt x="139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2" name="Google Shape;1432;p63"/>
            <p:cNvSpPr/>
            <p:nvPr/>
          </p:nvSpPr>
          <p:spPr>
            <a:xfrm>
              <a:off x="2341359" y="2853083"/>
              <a:ext cx="88155" cy="206222"/>
            </a:xfrm>
            <a:custGeom>
              <a:avLst/>
              <a:gdLst/>
              <a:ahLst/>
              <a:cxnLst/>
              <a:rect l="l" t="t" r="r" b="b"/>
              <a:pathLst>
                <a:path w="3230" h="7556" extrusionOk="0">
                  <a:moveTo>
                    <a:pt x="1613" y="1"/>
                  </a:moveTo>
                  <a:cubicBezTo>
                    <a:pt x="724" y="1"/>
                    <a:pt x="0" y="724"/>
                    <a:pt x="0" y="1610"/>
                  </a:cubicBezTo>
                  <a:lnTo>
                    <a:pt x="0" y="3219"/>
                  </a:lnTo>
                  <a:lnTo>
                    <a:pt x="1076" y="3219"/>
                  </a:lnTo>
                  <a:lnTo>
                    <a:pt x="1076" y="5403"/>
                  </a:lnTo>
                  <a:lnTo>
                    <a:pt x="0" y="5403"/>
                  </a:lnTo>
                  <a:lnTo>
                    <a:pt x="0" y="5407"/>
                  </a:lnTo>
                  <a:lnTo>
                    <a:pt x="0" y="7556"/>
                  </a:lnTo>
                  <a:lnTo>
                    <a:pt x="1076" y="7556"/>
                  </a:lnTo>
                  <a:lnTo>
                    <a:pt x="1076" y="6479"/>
                  </a:lnTo>
                  <a:lnTo>
                    <a:pt x="2153" y="6479"/>
                  </a:lnTo>
                  <a:lnTo>
                    <a:pt x="2153" y="7556"/>
                  </a:lnTo>
                  <a:lnTo>
                    <a:pt x="3229" y="7556"/>
                  </a:lnTo>
                  <a:lnTo>
                    <a:pt x="3229" y="5407"/>
                  </a:lnTo>
                  <a:lnTo>
                    <a:pt x="2153" y="5407"/>
                  </a:lnTo>
                  <a:lnTo>
                    <a:pt x="2153" y="3222"/>
                  </a:lnTo>
                  <a:lnTo>
                    <a:pt x="3229" y="3222"/>
                  </a:lnTo>
                  <a:lnTo>
                    <a:pt x="32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3" name="Google Shape;1433;p63"/>
            <p:cNvSpPr/>
            <p:nvPr/>
          </p:nvSpPr>
          <p:spPr>
            <a:xfrm>
              <a:off x="2546489" y="2734825"/>
              <a:ext cx="29394" cy="91621"/>
            </a:xfrm>
            <a:custGeom>
              <a:avLst/>
              <a:gdLst/>
              <a:ahLst/>
              <a:cxnLst/>
              <a:rect l="l" t="t" r="r" b="b"/>
              <a:pathLst>
                <a:path w="1077" h="3357" extrusionOk="0">
                  <a:moveTo>
                    <a:pt x="540" y="0"/>
                  </a:moveTo>
                  <a:cubicBezTo>
                    <a:pt x="353" y="0"/>
                    <a:pt x="177" y="32"/>
                    <a:pt x="0" y="53"/>
                  </a:cubicBezTo>
                  <a:lnTo>
                    <a:pt x="0" y="3356"/>
                  </a:lnTo>
                  <a:cubicBezTo>
                    <a:pt x="170" y="3296"/>
                    <a:pt x="350" y="3261"/>
                    <a:pt x="540" y="3261"/>
                  </a:cubicBezTo>
                  <a:cubicBezTo>
                    <a:pt x="734" y="3261"/>
                    <a:pt x="911" y="3300"/>
                    <a:pt x="1077" y="3356"/>
                  </a:cubicBezTo>
                  <a:lnTo>
                    <a:pt x="1077" y="53"/>
                  </a:lnTo>
                  <a:cubicBezTo>
                    <a:pt x="900" y="29"/>
                    <a:pt x="724" y="0"/>
                    <a:pt x="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4" name="Google Shape;1434;p63"/>
            <p:cNvSpPr/>
            <p:nvPr/>
          </p:nvSpPr>
          <p:spPr>
            <a:xfrm>
              <a:off x="2546680" y="2853001"/>
              <a:ext cx="29394" cy="29503"/>
            </a:xfrm>
            <a:custGeom>
              <a:avLst/>
              <a:gdLst/>
              <a:ahLst/>
              <a:cxnLst/>
              <a:rect l="l" t="t" r="r" b="b"/>
              <a:pathLst>
                <a:path w="1077" h="1081" extrusionOk="0">
                  <a:moveTo>
                    <a:pt x="537" y="0"/>
                  </a:moveTo>
                  <a:cubicBezTo>
                    <a:pt x="240" y="0"/>
                    <a:pt x="0" y="244"/>
                    <a:pt x="0" y="540"/>
                  </a:cubicBezTo>
                  <a:cubicBezTo>
                    <a:pt x="0" y="837"/>
                    <a:pt x="237" y="1080"/>
                    <a:pt x="537" y="1080"/>
                  </a:cubicBezTo>
                  <a:cubicBezTo>
                    <a:pt x="833" y="1080"/>
                    <a:pt x="1077" y="837"/>
                    <a:pt x="1077" y="540"/>
                  </a:cubicBezTo>
                  <a:cubicBezTo>
                    <a:pt x="1077" y="244"/>
                    <a:pt x="833" y="0"/>
                    <a:pt x="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5" name="Google Shape;1435;p63"/>
            <p:cNvSpPr/>
            <p:nvPr/>
          </p:nvSpPr>
          <p:spPr>
            <a:xfrm>
              <a:off x="2458662" y="2745032"/>
              <a:ext cx="205240" cy="343640"/>
            </a:xfrm>
            <a:custGeom>
              <a:avLst/>
              <a:gdLst/>
              <a:ahLst/>
              <a:cxnLst/>
              <a:rect l="l" t="t" r="r" b="b"/>
              <a:pathLst>
                <a:path w="7520" h="12591" extrusionOk="0">
                  <a:moveTo>
                    <a:pt x="5371" y="1"/>
                  </a:moveTo>
                  <a:lnTo>
                    <a:pt x="5371" y="4496"/>
                  </a:lnTo>
                  <a:cubicBezTo>
                    <a:pt x="5371" y="5382"/>
                    <a:pt x="4648" y="6105"/>
                    <a:pt x="3762" y="6105"/>
                  </a:cubicBezTo>
                  <a:cubicBezTo>
                    <a:pt x="2876" y="6105"/>
                    <a:pt x="2153" y="5382"/>
                    <a:pt x="2153" y="4496"/>
                  </a:cubicBezTo>
                  <a:lnTo>
                    <a:pt x="2153" y="8"/>
                  </a:lnTo>
                  <a:cubicBezTo>
                    <a:pt x="886" y="611"/>
                    <a:pt x="4" y="1927"/>
                    <a:pt x="4" y="3423"/>
                  </a:cubicBezTo>
                  <a:lnTo>
                    <a:pt x="4" y="9369"/>
                  </a:lnTo>
                  <a:lnTo>
                    <a:pt x="2153" y="9369"/>
                  </a:lnTo>
                  <a:lnTo>
                    <a:pt x="2153" y="10446"/>
                  </a:lnTo>
                  <a:lnTo>
                    <a:pt x="0" y="10446"/>
                  </a:lnTo>
                  <a:lnTo>
                    <a:pt x="0" y="12591"/>
                  </a:lnTo>
                  <a:lnTo>
                    <a:pt x="7520" y="12591"/>
                  </a:lnTo>
                  <a:lnTo>
                    <a:pt x="7520" y="10442"/>
                  </a:lnTo>
                  <a:lnTo>
                    <a:pt x="5371" y="10442"/>
                  </a:lnTo>
                  <a:lnTo>
                    <a:pt x="5371" y="9366"/>
                  </a:lnTo>
                  <a:lnTo>
                    <a:pt x="7520" y="9366"/>
                  </a:lnTo>
                  <a:lnTo>
                    <a:pt x="7520" y="3420"/>
                  </a:lnTo>
                  <a:cubicBezTo>
                    <a:pt x="7520" y="1924"/>
                    <a:pt x="6638" y="604"/>
                    <a:pt x="53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6" name="Google Shape;1436;p63"/>
            <p:cNvSpPr/>
            <p:nvPr/>
          </p:nvSpPr>
          <p:spPr>
            <a:xfrm>
              <a:off x="2693268" y="2853192"/>
              <a:ext cx="88155" cy="206113"/>
            </a:xfrm>
            <a:custGeom>
              <a:avLst/>
              <a:gdLst/>
              <a:ahLst/>
              <a:cxnLst/>
              <a:rect l="l" t="t" r="r" b="b"/>
              <a:pathLst>
                <a:path w="3230" h="7552" extrusionOk="0">
                  <a:moveTo>
                    <a:pt x="11" y="0"/>
                  </a:moveTo>
                  <a:lnTo>
                    <a:pt x="11" y="3226"/>
                  </a:lnTo>
                  <a:lnTo>
                    <a:pt x="1087" y="3226"/>
                  </a:lnTo>
                  <a:lnTo>
                    <a:pt x="1087" y="5406"/>
                  </a:lnTo>
                  <a:lnTo>
                    <a:pt x="0" y="5406"/>
                  </a:lnTo>
                  <a:lnTo>
                    <a:pt x="0" y="7552"/>
                  </a:lnTo>
                  <a:lnTo>
                    <a:pt x="1076" y="7552"/>
                  </a:lnTo>
                  <a:lnTo>
                    <a:pt x="1076" y="6475"/>
                  </a:lnTo>
                  <a:lnTo>
                    <a:pt x="2153" y="6475"/>
                  </a:lnTo>
                  <a:lnTo>
                    <a:pt x="2153" y="7552"/>
                  </a:lnTo>
                  <a:lnTo>
                    <a:pt x="3229" y="7552"/>
                  </a:lnTo>
                  <a:lnTo>
                    <a:pt x="3229" y="5403"/>
                  </a:lnTo>
                  <a:lnTo>
                    <a:pt x="2153" y="5403"/>
                  </a:lnTo>
                  <a:lnTo>
                    <a:pt x="2153" y="3218"/>
                  </a:lnTo>
                  <a:lnTo>
                    <a:pt x="3229" y="3218"/>
                  </a:lnTo>
                  <a:lnTo>
                    <a:pt x="3229" y="1609"/>
                  </a:lnTo>
                  <a:cubicBezTo>
                    <a:pt x="3229" y="724"/>
                    <a:pt x="2506" y="0"/>
                    <a:pt x="16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37" name="Google Shape;1437;p63"/>
          <p:cNvGrpSpPr/>
          <p:nvPr/>
        </p:nvGrpSpPr>
        <p:grpSpPr>
          <a:xfrm>
            <a:off x="3106531" y="2734825"/>
            <a:ext cx="500517" cy="500435"/>
            <a:chOff x="3106531" y="2734825"/>
            <a:chExt cx="500517" cy="500435"/>
          </a:xfrm>
        </p:grpSpPr>
        <p:sp>
          <p:nvSpPr>
            <p:cNvPr id="1438" name="Google Shape;1438;p63"/>
            <p:cNvSpPr/>
            <p:nvPr/>
          </p:nvSpPr>
          <p:spPr>
            <a:xfrm>
              <a:off x="3196078" y="2911735"/>
              <a:ext cx="95005" cy="58679"/>
            </a:xfrm>
            <a:custGeom>
              <a:avLst/>
              <a:gdLst/>
              <a:ahLst/>
              <a:cxnLst/>
              <a:rect l="l" t="t" r="r" b="b"/>
              <a:pathLst>
                <a:path w="3481" h="2150" extrusionOk="0">
                  <a:moveTo>
                    <a:pt x="1" y="1"/>
                  </a:moveTo>
                  <a:cubicBezTo>
                    <a:pt x="75" y="770"/>
                    <a:pt x="294" y="1493"/>
                    <a:pt x="629" y="2150"/>
                  </a:cubicBezTo>
                  <a:lnTo>
                    <a:pt x="3480" y="2150"/>
                  </a:lnTo>
                  <a:cubicBezTo>
                    <a:pt x="3332" y="1472"/>
                    <a:pt x="3240" y="738"/>
                    <a:pt x="32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9" name="Google Shape;1439;p63"/>
            <p:cNvSpPr/>
            <p:nvPr/>
          </p:nvSpPr>
          <p:spPr>
            <a:xfrm>
              <a:off x="3313299" y="2822843"/>
              <a:ext cx="86790" cy="59661"/>
            </a:xfrm>
            <a:custGeom>
              <a:avLst/>
              <a:gdLst/>
              <a:ahLst/>
              <a:cxnLst/>
              <a:rect l="l" t="t" r="r" b="b"/>
              <a:pathLst>
                <a:path w="3180" h="2186" extrusionOk="0">
                  <a:moveTo>
                    <a:pt x="286" y="1"/>
                  </a:moveTo>
                  <a:cubicBezTo>
                    <a:pt x="134" y="608"/>
                    <a:pt x="36" y="1366"/>
                    <a:pt x="0" y="2185"/>
                  </a:cubicBezTo>
                  <a:lnTo>
                    <a:pt x="3180" y="2185"/>
                  </a:lnTo>
                  <a:cubicBezTo>
                    <a:pt x="3148" y="1366"/>
                    <a:pt x="3046" y="604"/>
                    <a:pt x="28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0" name="Google Shape;1440;p63"/>
            <p:cNvSpPr/>
            <p:nvPr/>
          </p:nvSpPr>
          <p:spPr>
            <a:xfrm>
              <a:off x="3330903" y="2764191"/>
              <a:ext cx="51747" cy="29421"/>
            </a:xfrm>
            <a:custGeom>
              <a:avLst/>
              <a:gdLst/>
              <a:ahLst/>
              <a:cxnLst/>
              <a:rect l="l" t="t" r="r" b="b"/>
              <a:pathLst>
                <a:path w="1896" h="1078" extrusionOk="0">
                  <a:moveTo>
                    <a:pt x="947" y="1"/>
                  </a:moveTo>
                  <a:cubicBezTo>
                    <a:pt x="650" y="1"/>
                    <a:pt x="301" y="392"/>
                    <a:pt x="1" y="1077"/>
                  </a:cubicBezTo>
                  <a:lnTo>
                    <a:pt x="1896" y="1077"/>
                  </a:lnTo>
                  <a:cubicBezTo>
                    <a:pt x="1589" y="392"/>
                    <a:pt x="1243" y="1"/>
                    <a:pt x="9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1" name="Google Shape;1441;p63"/>
            <p:cNvSpPr/>
            <p:nvPr/>
          </p:nvSpPr>
          <p:spPr>
            <a:xfrm>
              <a:off x="3330821" y="2999671"/>
              <a:ext cx="51637" cy="29394"/>
            </a:xfrm>
            <a:custGeom>
              <a:avLst/>
              <a:gdLst/>
              <a:ahLst/>
              <a:cxnLst/>
              <a:rect l="l" t="t" r="r" b="b"/>
              <a:pathLst>
                <a:path w="1892" h="1077" extrusionOk="0">
                  <a:moveTo>
                    <a:pt x="0" y="0"/>
                  </a:moveTo>
                  <a:cubicBezTo>
                    <a:pt x="304" y="682"/>
                    <a:pt x="653" y="1077"/>
                    <a:pt x="950" y="1077"/>
                  </a:cubicBezTo>
                  <a:cubicBezTo>
                    <a:pt x="1246" y="1077"/>
                    <a:pt x="1592" y="685"/>
                    <a:pt x="18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2" name="Google Shape;1442;p63"/>
            <p:cNvSpPr/>
            <p:nvPr/>
          </p:nvSpPr>
          <p:spPr>
            <a:xfrm>
              <a:off x="3313381" y="2911844"/>
              <a:ext cx="86817" cy="58570"/>
            </a:xfrm>
            <a:custGeom>
              <a:avLst/>
              <a:gdLst/>
              <a:ahLst/>
              <a:cxnLst/>
              <a:rect l="l" t="t" r="r" b="b"/>
              <a:pathLst>
                <a:path w="3181" h="2146" extrusionOk="0">
                  <a:moveTo>
                    <a:pt x="1" y="0"/>
                  </a:moveTo>
                  <a:cubicBezTo>
                    <a:pt x="36" y="815"/>
                    <a:pt x="131" y="1539"/>
                    <a:pt x="287" y="2146"/>
                  </a:cubicBezTo>
                  <a:lnTo>
                    <a:pt x="2898" y="2146"/>
                  </a:lnTo>
                  <a:cubicBezTo>
                    <a:pt x="3043" y="1539"/>
                    <a:pt x="3145" y="812"/>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3" name="Google Shape;1443;p63"/>
            <p:cNvSpPr/>
            <p:nvPr/>
          </p:nvSpPr>
          <p:spPr>
            <a:xfrm>
              <a:off x="3196269" y="2822843"/>
              <a:ext cx="95005" cy="59661"/>
            </a:xfrm>
            <a:custGeom>
              <a:avLst/>
              <a:gdLst/>
              <a:ahLst/>
              <a:cxnLst/>
              <a:rect l="l" t="t" r="r" b="b"/>
              <a:pathLst>
                <a:path w="3481" h="2186" extrusionOk="0">
                  <a:moveTo>
                    <a:pt x="625" y="1"/>
                  </a:moveTo>
                  <a:cubicBezTo>
                    <a:pt x="287" y="654"/>
                    <a:pt x="68" y="1416"/>
                    <a:pt x="1" y="2185"/>
                  </a:cubicBezTo>
                  <a:lnTo>
                    <a:pt x="3205" y="2185"/>
                  </a:lnTo>
                  <a:cubicBezTo>
                    <a:pt x="3237" y="1448"/>
                    <a:pt x="3328" y="678"/>
                    <a:pt x="34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4" name="Google Shape;1444;p63"/>
            <p:cNvSpPr/>
            <p:nvPr/>
          </p:nvSpPr>
          <p:spPr>
            <a:xfrm>
              <a:off x="3232486" y="2999671"/>
              <a:ext cx="124263" cy="58679"/>
            </a:xfrm>
            <a:custGeom>
              <a:avLst/>
              <a:gdLst/>
              <a:ahLst/>
              <a:cxnLst/>
              <a:rect l="l" t="t" r="r" b="b"/>
              <a:pathLst>
                <a:path w="4553" h="2150" extrusionOk="0">
                  <a:moveTo>
                    <a:pt x="1" y="0"/>
                  </a:moveTo>
                  <a:cubicBezTo>
                    <a:pt x="1084" y="1310"/>
                    <a:pt x="2721" y="2149"/>
                    <a:pt x="4553" y="2149"/>
                  </a:cubicBezTo>
                  <a:cubicBezTo>
                    <a:pt x="3614" y="2149"/>
                    <a:pt x="2908" y="1264"/>
                    <a:pt x="24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5" name="Google Shape;1445;p63"/>
            <p:cNvSpPr/>
            <p:nvPr/>
          </p:nvSpPr>
          <p:spPr>
            <a:xfrm>
              <a:off x="3356831" y="2999671"/>
              <a:ext cx="124263" cy="58679"/>
            </a:xfrm>
            <a:custGeom>
              <a:avLst/>
              <a:gdLst/>
              <a:ahLst/>
              <a:cxnLst/>
              <a:rect l="l" t="t" r="r" b="b"/>
              <a:pathLst>
                <a:path w="4553" h="2150" extrusionOk="0">
                  <a:moveTo>
                    <a:pt x="2096" y="0"/>
                  </a:moveTo>
                  <a:cubicBezTo>
                    <a:pt x="1645" y="1264"/>
                    <a:pt x="939" y="2149"/>
                    <a:pt x="0" y="2149"/>
                  </a:cubicBezTo>
                  <a:cubicBezTo>
                    <a:pt x="1828" y="2149"/>
                    <a:pt x="3469" y="1310"/>
                    <a:pt x="4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6" name="Google Shape;1446;p63"/>
            <p:cNvSpPr/>
            <p:nvPr/>
          </p:nvSpPr>
          <p:spPr>
            <a:xfrm>
              <a:off x="3232486" y="2734825"/>
              <a:ext cx="124263" cy="58679"/>
            </a:xfrm>
            <a:custGeom>
              <a:avLst/>
              <a:gdLst/>
              <a:ahLst/>
              <a:cxnLst/>
              <a:rect l="l" t="t" r="r" b="b"/>
              <a:pathLst>
                <a:path w="4553" h="2150" extrusionOk="0">
                  <a:moveTo>
                    <a:pt x="4553" y="0"/>
                  </a:moveTo>
                  <a:cubicBezTo>
                    <a:pt x="2721" y="0"/>
                    <a:pt x="1084" y="840"/>
                    <a:pt x="1" y="2149"/>
                  </a:cubicBezTo>
                  <a:lnTo>
                    <a:pt x="2457" y="2149"/>
                  </a:lnTo>
                  <a:cubicBezTo>
                    <a:pt x="2905" y="886"/>
                    <a:pt x="3611" y="0"/>
                    <a:pt x="45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7" name="Google Shape;1447;p63"/>
            <p:cNvSpPr/>
            <p:nvPr/>
          </p:nvSpPr>
          <p:spPr>
            <a:xfrm>
              <a:off x="3422224" y="2911844"/>
              <a:ext cx="94978" cy="58570"/>
            </a:xfrm>
            <a:custGeom>
              <a:avLst/>
              <a:gdLst/>
              <a:ahLst/>
              <a:cxnLst/>
              <a:rect l="l" t="t" r="r" b="b"/>
              <a:pathLst>
                <a:path w="3480" h="2146" extrusionOk="0">
                  <a:moveTo>
                    <a:pt x="272" y="0"/>
                  </a:moveTo>
                  <a:cubicBezTo>
                    <a:pt x="244" y="734"/>
                    <a:pt x="148" y="1468"/>
                    <a:pt x="0" y="2146"/>
                  </a:cubicBezTo>
                  <a:lnTo>
                    <a:pt x="2855" y="2146"/>
                  </a:lnTo>
                  <a:cubicBezTo>
                    <a:pt x="3194" y="1489"/>
                    <a:pt x="3413" y="766"/>
                    <a:pt x="3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8" name="Google Shape;1448;p63"/>
            <p:cNvSpPr/>
            <p:nvPr/>
          </p:nvSpPr>
          <p:spPr>
            <a:xfrm>
              <a:off x="3422306" y="2822843"/>
              <a:ext cx="95005" cy="59661"/>
            </a:xfrm>
            <a:custGeom>
              <a:avLst/>
              <a:gdLst/>
              <a:ahLst/>
              <a:cxnLst/>
              <a:rect l="l" t="t" r="r" b="b"/>
              <a:pathLst>
                <a:path w="3481" h="2186" extrusionOk="0">
                  <a:moveTo>
                    <a:pt x="1" y="1"/>
                  </a:moveTo>
                  <a:cubicBezTo>
                    <a:pt x="152" y="678"/>
                    <a:pt x="244" y="1448"/>
                    <a:pt x="276" y="2185"/>
                  </a:cubicBezTo>
                  <a:lnTo>
                    <a:pt x="3480" y="2185"/>
                  </a:lnTo>
                  <a:cubicBezTo>
                    <a:pt x="3410" y="1416"/>
                    <a:pt x="3191" y="654"/>
                    <a:pt x="28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9" name="Google Shape;1449;p63"/>
            <p:cNvSpPr/>
            <p:nvPr/>
          </p:nvSpPr>
          <p:spPr>
            <a:xfrm>
              <a:off x="3356831" y="2734825"/>
              <a:ext cx="124263" cy="58679"/>
            </a:xfrm>
            <a:custGeom>
              <a:avLst/>
              <a:gdLst/>
              <a:ahLst/>
              <a:cxnLst/>
              <a:rect l="l" t="t" r="r" b="b"/>
              <a:pathLst>
                <a:path w="4553" h="2150" extrusionOk="0">
                  <a:moveTo>
                    <a:pt x="0" y="0"/>
                  </a:moveTo>
                  <a:cubicBezTo>
                    <a:pt x="939" y="0"/>
                    <a:pt x="1645" y="886"/>
                    <a:pt x="2096" y="2149"/>
                  </a:cubicBezTo>
                  <a:lnTo>
                    <a:pt x="4552" y="2149"/>
                  </a:lnTo>
                  <a:cubicBezTo>
                    <a:pt x="3469" y="837"/>
                    <a:pt x="1832" y="0"/>
                    <a:pt x="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0" name="Google Shape;1450;p63"/>
            <p:cNvSpPr/>
            <p:nvPr/>
          </p:nvSpPr>
          <p:spPr>
            <a:xfrm>
              <a:off x="3430029" y="3205866"/>
              <a:ext cx="29394" cy="29394"/>
            </a:xfrm>
            <a:custGeom>
              <a:avLst/>
              <a:gdLst/>
              <a:ahLst/>
              <a:cxnLst/>
              <a:rect l="l" t="t" r="r" b="b"/>
              <a:pathLst>
                <a:path w="1077" h="1077" extrusionOk="0">
                  <a:moveTo>
                    <a:pt x="0" y="0"/>
                  </a:moveTo>
                  <a:lnTo>
                    <a:pt x="0" y="1077"/>
                  </a:lnTo>
                  <a:lnTo>
                    <a:pt x="1076" y="1077"/>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1" name="Google Shape;1451;p63"/>
            <p:cNvSpPr/>
            <p:nvPr/>
          </p:nvSpPr>
          <p:spPr>
            <a:xfrm>
              <a:off x="3254157" y="3205866"/>
              <a:ext cx="29394" cy="29394"/>
            </a:xfrm>
            <a:custGeom>
              <a:avLst/>
              <a:gdLst/>
              <a:ahLst/>
              <a:cxnLst/>
              <a:rect l="l" t="t" r="r" b="b"/>
              <a:pathLst>
                <a:path w="1077" h="1077" extrusionOk="0">
                  <a:moveTo>
                    <a:pt x="1" y="0"/>
                  </a:moveTo>
                  <a:lnTo>
                    <a:pt x="1"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2" name="Google Shape;1452;p63"/>
            <p:cNvSpPr/>
            <p:nvPr/>
          </p:nvSpPr>
          <p:spPr>
            <a:xfrm>
              <a:off x="3106531" y="3057367"/>
              <a:ext cx="177019" cy="119159"/>
            </a:xfrm>
            <a:custGeom>
              <a:avLst/>
              <a:gdLst/>
              <a:ahLst/>
              <a:cxnLst/>
              <a:rect l="l" t="t" r="r" b="b"/>
              <a:pathLst>
                <a:path w="6486" h="4366" extrusionOk="0">
                  <a:moveTo>
                    <a:pt x="5410" y="0"/>
                  </a:moveTo>
                  <a:lnTo>
                    <a:pt x="5410" y="1108"/>
                  </a:lnTo>
                  <a:lnTo>
                    <a:pt x="3261" y="1108"/>
                  </a:lnTo>
                  <a:lnTo>
                    <a:pt x="3261" y="28"/>
                  </a:lnTo>
                  <a:lnTo>
                    <a:pt x="0" y="28"/>
                  </a:lnTo>
                  <a:lnTo>
                    <a:pt x="0" y="3254"/>
                  </a:lnTo>
                  <a:lnTo>
                    <a:pt x="3261" y="3254"/>
                  </a:lnTo>
                  <a:lnTo>
                    <a:pt x="3261" y="2184"/>
                  </a:lnTo>
                  <a:lnTo>
                    <a:pt x="5410" y="2184"/>
                  </a:lnTo>
                  <a:lnTo>
                    <a:pt x="5410" y="4365"/>
                  </a:lnTo>
                  <a:lnTo>
                    <a:pt x="6486" y="4365"/>
                  </a:lnTo>
                  <a:lnTo>
                    <a:pt x="6486" y="568"/>
                  </a:lnTo>
                  <a:cubicBezTo>
                    <a:pt x="6112" y="409"/>
                    <a:pt x="5752" y="215"/>
                    <a:pt x="54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3" name="Google Shape;1453;p63"/>
            <p:cNvSpPr/>
            <p:nvPr/>
          </p:nvSpPr>
          <p:spPr>
            <a:xfrm>
              <a:off x="3430029" y="3057449"/>
              <a:ext cx="177019" cy="119268"/>
            </a:xfrm>
            <a:custGeom>
              <a:avLst/>
              <a:gdLst/>
              <a:ahLst/>
              <a:cxnLst/>
              <a:rect l="l" t="t" r="r" b="b"/>
              <a:pathLst>
                <a:path w="6486" h="4370" extrusionOk="0">
                  <a:moveTo>
                    <a:pt x="1076" y="1"/>
                  </a:moveTo>
                  <a:cubicBezTo>
                    <a:pt x="738" y="216"/>
                    <a:pt x="381" y="410"/>
                    <a:pt x="0" y="569"/>
                  </a:cubicBezTo>
                  <a:lnTo>
                    <a:pt x="0" y="4369"/>
                  </a:lnTo>
                  <a:lnTo>
                    <a:pt x="1076" y="4369"/>
                  </a:lnTo>
                  <a:lnTo>
                    <a:pt x="1076" y="2185"/>
                  </a:lnTo>
                  <a:lnTo>
                    <a:pt x="3225" y="2185"/>
                  </a:lnTo>
                  <a:lnTo>
                    <a:pt x="3225" y="3261"/>
                  </a:lnTo>
                  <a:lnTo>
                    <a:pt x="6486" y="3261"/>
                  </a:lnTo>
                  <a:lnTo>
                    <a:pt x="6486" y="36"/>
                  </a:lnTo>
                  <a:lnTo>
                    <a:pt x="3225" y="36"/>
                  </a:lnTo>
                  <a:lnTo>
                    <a:pt x="3225" y="1109"/>
                  </a:lnTo>
                  <a:lnTo>
                    <a:pt x="1076" y="1109"/>
                  </a:lnTo>
                  <a:lnTo>
                    <a:pt x="107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4" name="Google Shape;1454;p63"/>
            <p:cNvSpPr/>
            <p:nvPr/>
          </p:nvSpPr>
          <p:spPr>
            <a:xfrm>
              <a:off x="3312617" y="3086925"/>
              <a:ext cx="88046" cy="148335"/>
            </a:xfrm>
            <a:custGeom>
              <a:avLst/>
              <a:gdLst/>
              <a:ahLst/>
              <a:cxnLst/>
              <a:rect l="l" t="t" r="r" b="b"/>
              <a:pathLst>
                <a:path w="3226" h="5435" extrusionOk="0">
                  <a:moveTo>
                    <a:pt x="1077" y="0"/>
                  </a:moveTo>
                  <a:lnTo>
                    <a:pt x="1077" y="2178"/>
                  </a:lnTo>
                  <a:lnTo>
                    <a:pt x="1" y="2178"/>
                  </a:lnTo>
                  <a:lnTo>
                    <a:pt x="1" y="5435"/>
                  </a:lnTo>
                  <a:lnTo>
                    <a:pt x="3226" y="5435"/>
                  </a:lnTo>
                  <a:lnTo>
                    <a:pt x="3226" y="2178"/>
                  </a:lnTo>
                  <a:lnTo>
                    <a:pt x="2150" y="2178"/>
                  </a:lnTo>
                  <a:lnTo>
                    <a:pt x="2150" y="0"/>
                  </a:lnTo>
                  <a:cubicBezTo>
                    <a:pt x="1977" y="15"/>
                    <a:pt x="1797" y="29"/>
                    <a:pt x="1617" y="29"/>
                  </a:cubicBezTo>
                  <a:cubicBezTo>
                    <a:pt x="1437" y="29"/>
                    <a:pt x="1260" y="15"/>
                    <a:pt x="1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55" name="Google Shape;1455;p63"/>
          <p:cNvGrpSpPr/>
          <p:nvPr/>
        </p:nvGrpSpPr>
        <p:grpSpPr>
          <a:xfrm>
            <a:off x="3902108" y="2734934"/>
            <a:ext cx="500353" cy="500326"/>
            <a:chOff x="3902108" y="2734934"/>
            <a:chExt cx="500353" cy="500326"/>
          </a:xfrm>
        </p:grpSpPr>
        <p:sp>
          <p:nvSpPr>
            <p:cNvPr id="1456" name="Google Shape;1456;p63"/>
            <p:cNvSpPr/>
            <p:nvPr/>
          </p:nvSpPr>
          <p:spPr>
            <a:xfrm>
              <a:off x="4108112" y="2999671"/>
              <a:ext cx="88073" cy="235589"/>
            </a:xfrm>
            <a:custGeom>
              <a:avLst/>
              <a:gdLst/>
              <a:ahLst/>
              <a:cxnLst/>
              <a:rect l="l" t="t" r="r" b="b"/>
              <a:pathLst>
                <a:path w="3227" h="8632" extrusionOk="0">
                  <a:moveTo>
                    <a:pt x="541" y="0"/>
                  </a:moveTo>
                  <a:lnTo>
                    <a:pt x="541" y="4334"/>
                  </a:lnTo>
                  <a:lnTo>
                    <a:pt x="1077" y="4334"/>
                  </a:lnTo>
                  <a:lnTo>
                    <a:pt x="1077" y="5410"/>
                  </a:lnTo>
                  <a:lnTo>
                    <a:pt x="1" y="5410"/>
                  </a:lnTo>
                  <a:lnTo>
                    <a:pt x="1" y="8632"/>
                  </a:lnTo>
                  <a:lnTo>
                    <a:pt x="3226" y="8632"/>
                  </a:lnTo>
                  <a:lnTo>
                    <a:pt x="3226" y="5410"/>
                  </a:lnTo>
                  <a:lnTo>
                    <a:pt x="2150" y="5410"/>
                  </a:lnTo>
                  <a:lnTo>
                    <a:pt x="2150" y="4334"/>
                  </a:lnTo>
                  <a:lnTo>
                    <a:pt x="2686" y="4334"/>
                  </a:lnTo>
                  <a:lnTo>
                    <a:pt x="26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7" name="Google Shape;1457;p63"/>
            <p:cNvSpPr/>
            <p:nvPr/>
          </p:nvSpPr>
          <p:spPr>
            <a:xfrm>
              <a:off x="4137506" y="2882477"/>
              <a:ext cx="29394" cy="29394"/>
            </a:xfrm>
            <a:custGeom>
              <a:avLst/>
              <a:gdLst/>
              <a:ahLst/>
              <a:cxnLst/>
              <a:rect l="l" t="t" r="r" b="b"/>
              <a:pathLst>
                <a:path w="1077" h="1077" extrusionOk="0">
                  <a:moveTo>
                    <a:pt x="540" y="0"/>
                  </a:moveTo>
                  <a:cubicBezTo>
                    <a:pt x="244" y="0"/>
                    <a:pt x="0" y="240"/>
                    <a:pt x="0" y="536"/>
                  </a:cubicBezTo>
                  <a:cubicBezTo>
                    <a:pt x="0" y="833"/>
                    <a:pt x="240" y="1076"/>
                    <a:pt x="540" y="1076"/>
                  </a:cubicBezTo>
                  <a:cubicBezTo>
                    <a:pt x="833" y="1076"/>
                    <a:pt x="1076" y="833"/>
                    <a:pt x="1076" y="536"/>
                  </a:cubicBezTo>
                  <a:cubicBezTo>
                    <a:pt x="1076" y="240"/>
                    <a:pt x="833" y="0"/>
                    <a:pt x="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8" name="Google Shape;1458;p63"/>
            <p:cNvSpPr/>
            <p:nvPr/>
          </p:nvSpPr>
          <p:spPr>
            <a:xfrm>
              <a:off x="3902108" y="2734934"/>
              <a:ext cx="500353" cy="500326"/>
            </a:xfrm>
            <a:custGeom>
              <a:avLst/>
              <a:gdLst/>
              <a:ahLst/>
              <a:cxnLst/>
              <a:rect l="l" t="t" r="r" b="b"/>
              <a:pathLst>
                <a:path w="18333" h="18332" extrusionOk="0">
                  <a:moveTo>
                    <a:pt x="9165" y="4326"/>
                  </a:moveTo>
                  <a:cubicBezTo>
                    <a:pt x="10051" y="4326"/>
                    <a:pt x="10774" y="5053"/>
                    <a:pt x="10774" y="5939"/>
                  </a:cubicBezTo>
                  <a:cubicBezTo>
                    <a:pt x="10774" y="6825"/>
                    <a:pt x="10051" y="7548"/>
                    <a:pt x="9165" y="7548"/>
                  </a:cubicBezTo>
                  <a:cubicBezTo>
                    <a:pt x="8279" y="7548"/>
                    <a:pt x="7556" y="6825"/>
                    <a:pt x="7556" y="5939"/>
                  </a:cubicBezTo>
                  <a:cubicBezTo>
                    <a:pt x="7549" y="5053"/>
                    <a:pt x="8272" y="4326"/>
                    <a:pt x="9165" y="4326"/>
                  </a:cubicBezTo>
                  <a:close/>
                  <a:moveTo>
                    <a:pt x="9169" y="0"/>
                  </a:moveTo>
                  <a:lnTo>
                    <a:pt x="2185" y="7559"/>
                  </a:lnTo>
                  <a:lnTo>
                    <a:pt x="4334" y="7559"/>
                  </a:lnTo>
                  <a:lnTo>
                    <a:pt x="4334" y="14037"/>
                  </a:lnTo>
                  <a:lnTo>
                    <a:pt x="5410" y="14037"/>
                  </a:lnTo>
                  <a:lnTo>
                    <a:pt x="5410" y="16186"/>
                  </a:lnTo>
                  <a:lnTo>
                    <a:pt x="3261" y="16186"/>
                  </a:lnTo>
                  <a:lnTo>
                    <a:pt x="3261" y="15110"/>
                  </a:lnTo>
                  <a:lnTo>
                    <a:pt x="1" y="15110"/>
                  </a:lnTo>
                  <a:lnTo>
                    <a:pt x="1" y="18332"/>
                  </a:lnTo>
                  <a:lnTo>
                    <a:pt x="3261" y="18332"/>
                  </a:lnTo>
                  <a:lnTo>
                    <a:pt x="3261" y="17255"/>
                  </a:lnTo>
                  <a:lnTo>
                    <a:pt x="6480" y="17255"/>
                  </a:lnTo>
                  <a:lnTo>
                    <a:pt x="6480" y="14034"/>
                  </a:lnTo>
                  <a:lnTo>
                    <a:pt x="7016" y="14034"/>
                  </a:lnTo>
                  <a:lnTo>
                    <a:pt x="7016" y="8624"/>
                  </a:lnTo>
                  <a:lnTo>
                    <a:pt x="11311" y="8624"/>
                  </a:lnTo>
                  <a:lnTo>
                    <a:pt x="11311" y="14034"/>
                  </a:lnTo>
                  <a:lnTo>
                    <a:pt x="11850" y="14034"/>
                  </a:lnTo>
                  <a:lnTo>
                    <a:pt x="11850" y="17255"/>
                  </a:lnTo>
                  <a:lnTo>
                    <a:pt x="15076" y="17255"/>
                  </a:lnTo>
                  <a:lnTo>
                    <a:pt x="15076" y="18332"/>
                  </a:lnTo>
                  <a:lnTo>
                    <a:pt x="18333" y="18332"/>
                  </a:lnTo>
                  <a:lnTo>
                    <a:pt x="18333" y="15110"/>
                  </a:lnTo>
                  <a:lnTo>
                    <a:pt x="15076" y="15110"/>
                  </a:lnTo>
                  <a:lnTo>
                    <a:pt x="15076" y="16186"/>
                  </a:lnTo>
                  <a:lnTo>
                    <a:pt x="12927" y="16186"/>
                  </a:lnTo>
                  <a:lnTo>
                    <a:pt x="12927" y="14037"/>
                  </a:lnTo>
                  <a:lnTo>
                    <a:pt x="14003" y="14037"/>
                  </a:lnTo>
                  <a:lnTo>
                    <a:pt x="14003" y="7559"/>
                  </a:lnTo>
                  <a:lnTo>
                    <a:pt x="16152" y="7559"/>
                  </a:lnTo>
                  <a:lnTo>
                    <a:pt x="14003" y="5240"/>
                  </a:lnTo>
                  <a:lnTo>
                    <a:pt x="14003" y="0"/>
                  </a:lnTo>
                  <a:lnTo>
                    <a:pt x="10778" y="0"/>
                  </a:lnTo>
                  <a:lnTo>
                    <a:pt x="10778" y="1736"/>
                  </a:lnTo>
                  <a:lnTo>
                    <a:pt x="91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59" name="Google Shape;1459;p63"/>
          <p:cNvGrpSpPr/>
          <p:nvPr/>
        </p:nvGrpSpPr>
        <p:grpSpPr>
          <a:xfrm>
            <a:off x="4697439" y="2734715"/>
            <a:ext cx="500326" cy="500463"/>
            <a:chOff x="4697439" y="2734715"/>
            <a:chExt cx="500326" cy="500463"/>
          </a:xfrm>
        </p:grpSpPr>
        <p:sp>
          <p:nvSpPr>
            <p:cNvPr id="1460" name="Google Shape;1460;p63"/>
            <p:cNvSpPr/>
            <p:nvPr/>
          </p:nvSpPr>
          <p:spPr>
            <a:xfrm>
              <a:off x="4844982"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1" name="Google Shape;1461;p63"/>
            <p:cNvSpPr/>
            <p:nvPr/>
          </p:nvSpPr>
          <p:spPr>
            <a:xfrm>
              <a:off x="5020937"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2" name="Google Shape;1462;p63"/>
            <p:cNvSpPr/>
            <p:nvPr/>
          </p:nvSpPr>
          <p:spPr>
            <a:xfrm>
              <a:off x="4727761" y="2734715"/>
              <a:ext cx="439982" cy="412608"/>
            </a:xfrm>
            <a:custGeom>
              <a:avLst/>
              <a:gdLst/>
              <a:ahLst/>
              <a:cxnLst/>
              <a:rect l="l" t="t" r="r" b="b"/>
              <a:pathLst>
                <a:path w="16121" h="15118" extrusionOk="0">
                  <a:moveTo>
                    <a:pt x="8057" y="8099"/>
                  </a:moveTo>
                  <a:cubicBezTo>
                    <a:pt x="9684" y="8099"/>
                    <a:pt x="11028" y="9924"/>
                    <a:pt x="11727" y="10785"/>
                  </a:cubicBezTo>
                  <a:cubicBezTo>
                    <a:pt x="10845" y="11872"/>
                    <a:pt x="9634" y="13470"/>
                    <a:pt x="8057" y="13470"/>
                  </a:cubicBezTo>
                  <a:cubicBezTo>
                    <a:pt x="6427" y="13470"/>
                    <a:pt x="5082" y="11646"/>
                    <a:pt x="4387" y="10785"/>
                  </a:cubicBezTo>
                  <a:cubicBezTo>
                    <a:pt x="5269" y="9694"/>
                    <a:pt x="6476" y="8099"/>
                    <a:pt x="8057" y="8099"/>
                  </a:cubicBezTo>
                  <a:close/>
                  <a:moveTo>
                    <a:pt x="12891" y="1"/>
                  </a:moveTo>
                  <a:lnTo>
                    <a:pt x="12891" y="3230"/>
                  </a:lnTo>
                  <a:lnTo>
                    <a:pt x="13968" y="3230"/>
                  </a:lnTo>
                  <a:lnTo>
                    <a:pt x="13968" y="4306"/>
                  </a:lnTo>
                  <a:lnTo>
                    <a:pt x="11819" y="4306"/>
                  </a:lnTo>
                  <a:lnTo>
                    <a:pt x="11819" y="2157"/>
                  </a:lnTo>
                  <a:lnTo>
                    <a:pt x="10742" y="2157"/>
                  </a:lnTo>
                  <a:lnTo>
                    <a:pt x="10742" y="6455"/>
                  </a:lnTo>
                  <a:lnTo>
                    <a:pt x="8593" y="6455"/>
                  </a:lnTo>
                  <a:lnTo>
                    <a:pt x="8593" y="4306"/>
                  </a:lnTo>
                  <a:lnTo>
                    <a:pt x="9670" y="4306"/>
                  </a:lnTo>
                  <a:lnTo>
                    <a:pt x="9670" y="1081"/>
                  </a:lnTo>
                  <a:lnTo>
                    <a:pt x="6444" y="1081"/>
                  </a:lnTo>
                  <a:lnTo>
                    <a:pt x="6444" y="4306"/>
                  </a:lnTo>
                  <a:lnTo>
                    <a:pt x="7521" y="4306"/>
                  </a:lnTo>
                  <a:lnTo>
                    <a:pt x="7521" y="6455"/>
                  </a:lnTo>
                  <a:lnTo>
                    <a:pt x="5375" y="6455"/>
                  </a:lnTo>
                  <a:lnTo>
                    <a:pt x="5375" y="2157"/>
                  </a:lnTo>
                  <a:lnTo>
                    <a:pt x="4299" y="2157"/>
                  </a:lnTo>
                  <a:lnTo>
                    <a:pt x="4299" y="4306"/>
                  </a:lnTo>
                  <a:lnTo>
                    <a:pt x="2150" y="4306"/>
                  </a:lnTo>
                  <a:lnTo>
                    <a:pt x="2150" y="3230"/>
                  </a:lnTo>
                  <a:lnTo>
                    <a:pt x="3226" y="3230"/>
                  </a:lnTo>
                  <a:lnTo>
                    <a:pt x="3226" y="4"/>
                  </a:lnTo>
                  <a:lnTo>
                    <a:pt x="1" y="4"/>
                  </a:lnTo>
                  <a:lnTo>
                    <a:pt x="1" y="3230"/>
                  </a:lnTo>
                  <a:lnTo>
                    <a:pt x="1077" y="3230"/>
                  </a:lnTo>
                  <a:lnTo>
                    <a:pt x="1077" y="5379"/>
                  </a:lnTo>
                  <a:lnTo>
                    <a:pt x="4302" y="5379"/>
                  </a:lnTo>
                  <a:lnTo>
                    <a:pt x="4302" y="6455"/>
                  </a:lnTo>
                  <a:lnTo>
                    <a:pt x="1077" y="6455"/>
                  </a:lnTo>
                  <a:lnTo>
                    <a:pt x="1077" y="15118"/>
                  </a:lnTo>
                  <a:lnTo>
                    <a:pt x="15044" y="15118"/>
                  </a:lnTo>
                  <a:lnTo>
                    <a:pt x="15044" y="6448"/>
                  </a:lnTo>
                  <a:lnTo>
                    <a:pt x="11819" y="6448"/>
                  </a:lnTo>
                  <a:lnTo>
                    <a:pt x="11819" y="5372"/>
                  </a:lnTo>
                  <a:lnTo>
                    <a:pt x="15044" y="5372"/>
                  </a:lnTo>
                  <a:lnTo>
                    <a:pt x="15044" y="3223"/>
                  </a:lnTo>
                  <a:lnTo>
                    <a:pt x="16120" y="3223"/>
                  </a:lnTo>
                  <a:lnTo>
                    <a:pt x="1612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3" name="Google Shape;1463;p63"/>
            <p:cNvSpPr/>
            <p:nvPr/>
          </p:nvSpPr>
          <p:spPr>
            <a:xfrm>
              <a:off x="4697439" y="3176499"/>
              <a:ext cx="500326" cy="58679"/>
            </a:xfrm>
            <a:custGeom>
              <a:avLst/>
              <a:gdLst/>
              <a:ahLst/>
              <a:cxnLst/>
              <a:rect l="l" t="t" r="r" b="b"/>
              <a:pathLst>
                <a:path w="18332" h="2150" extrusionOk="0">
                  <a:moveTo>
                    <a:pt x="0" y="0"/>
                  </a:moveTo>
                  <a:lnTo>
                    <a:pt x="0" y="540"/>
                  </a:lnTo>
                  <a:cubicBezTo>
                    <a:pt x="0" y="1429"/>
                    <a:pt x="724" y="2149"/>
                    <a:pt x="1609" y="2149"/>
                  </a:cubicBezTo>
                  <a:lnTo>
                    <a:pt x="16723" y="2149"/>
                  </a:lnTo>
                  <a:cubicBezTo>
                    <a:pt x="17612" y="2149"/>
                    <a:pt x="18332" y="1426"/>
                    <a:pt x="18332" y="540"/>
                  </a:cubicBez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4" name="Google Shape;1464;p63"/>
            <p:cNvSpPr/>
            <p:nvPr/>
          </p:nvSpPr>
          <p:spPr>
            <a:xfrm>
              <a:off x="4884365" y="2985042"/>
              <a:ext cx="126473" cy="87855"/>
            </a:xfrm>
            <a:custGeom>
              <a:avLst/>
              <a:gdLst/>
              <a:ahLst/>
              <a:cxnLst/>
              <a:rect l="l" t="t" r="r" b="b"/>
              <a:pathLst>
                <a:path w="4634" h="3219" extrusionOk="0">
                  <a:moveTo>
                    <a:pt x="2855" y="1069"/>
                  </a:moveTo>
                  <a:lnTo>
                    <a:pt x="2855" y="2146"/>
                  </a:lnTo>
                  <a:lnTo>
                    <a:pt x="1779" y="2146"/>
                  </a:lnTo>
                  <a:lnTo>
                    <a:pt x="1779" y="1069"/>
                  </a:lnTo>
                  <a:close/>
                  <a:moveTo>
                    <a:pt x="2319" y="0"/>
                  </a:moveTo>
                  <a:cubicBezTo>
                    <a:pt x="1585" y="0"/>
                    <a:pt x="685" y="783"/>
                    <a:pt x="1" y="1609"/>
                  </a:cubicBezTo>
                  <a:cubicBezTo>
                    <a:pt x="685" y="2438"/>
                    <a:pt x="1585" y="3218"/>
                    <a:pt x="2319" y="3218"/>
                  </a:cubicBezTo>
                  <a:cubicBezTo>
                    <a:pt x="3049" y="3218"/>
                    <a:pt x="3949" y="2435"/>
                    <a:pt x="4634" y="1609"/>
                  </a:cubicBezTo>
                  <a:cubicBezTo>
                    <a:pt x="3949" y="783"/>
                    <a:pt x="3049" y="0"/>
                    <a:pt x="23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65" name="Google Shape;1465;p63"/>
          <p:cNvGrpSpPr/>
          <p:nvPr/>
        </p:nvGrpSpPr>
        <p:grpSpPr>
          <a:xfrm>
            <a:off x="5449702" y="2102075"/>
            <a:ext cx="547542" cy="547651"/>
            <a:chOff x="5449702" y="2102075"/>
            <a:chExt cx="547542" cy="547651"/>
          </a:xfrm>
        </p:grpSpPr>
        <p:sp>
          <p:nvSpPr>
            <p:cNvPr id="1466" name="Google Shape;1466;p63"/>
            <p:cNvSpPr/>
            <p:nvPr/>
          </p:nvSpPr>
          <p:spPr>
            <a:xfrm>
              <a:off x="5449702" y="2279586"/>
              <a:ext cx="161517" cy="192630"/>
            </a:xfrm>
            <a:custGeom>
              <a:avLst/>
              <a:gdLst/>
              <a:ahLst/>
              <a:cxnLst/>
              <a:rect l="l" t="t" r="r" b="b"/>
              <a:pathLst>
                <a:path w="5918" h="7058" extrusionOk="0">
                  <a:moveTo>
                    <a:pt x="2978" y="0"/>
                  </a:moveTo>
                  <a:lnTo>
                    <a:pt x="0" y="1765"/>
                  </a:lnTo>
                  <a:lnTo>
                    <a:pt x="0" y="5293"/>
                  </a:lnTo>
                  <a:lnTo>
                    <a:pt x="2978" y="7058"/>
                  </a:lnTo>
                  <a:lnTo>
                    <a:pt x="5918" y="5293"/>
                  </a:lnTo>
                  <a:lnTo>
                    <a:pt x="5918" y="1765"/>
                  </a:lnTo>
                  <a:lnTo>
                    <a:pt x="29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7" name="Google Shape;1467;p63"/>
            <p:cNvSpPr/>
            <p:nvPr/>
          </p:nvSpPr>
          <p:spPr>
            <a:xfrm>
              <a:off x="5643260" y="2279668"/>
              <a:ext cx="160398" cy="192658"/>
            </a:xfrm>
            <a:custGeom>
              <a:avLst/>
              <a:gdLst/>
              <a:ahLst/>
              <a:cxnLst/>
              <a:rect l="l" t="t" r="r" b="b"/>
              <a:pathLst>
                <a:path w="5877" h="7059" extrusionOk="0">
                  <a:moveTo>
                    <a:pt x="2940" y="1"/>
                  </a:moveTo>
                  <a:lnTo>
                    <a:pt x="1" y="1765"/>
                  </a:lnTo>
                  <a:lnTo>
                    <a:pt x="1" y="5294"/>
                  </a:lnTo>
                  <a:lnTo>
                    <a:pt x="2940" y="7058"/>
                  </a:lnTo>
                  <a:lnTo>
                    <a:pt x="5876" y="5294"/>
                  </a:lnTo>
                  <a:lnTo>
                    <a:pt x="5876"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8" name="Google Shape;1468;p63"/>
            <p:cNvSpPr/>
            <p:nvPr/>
          </p:nvSpPr>
          <p:spPr>
            <a:xfrm>
              <a:off x="5835781" y="2279668"/>
              <a:ext cx="161462" cy="192658"/>
            </a:xfrm>
            <a:custGeom>
              <a:avLst/>
              <a:gdLst/>
              <a:ahLst/>
              <a:cxnLst/>
              <a:rect l="l" t="t" r="r" b="b"/>
              <a:pathLst>
                <a:path w="5916" h="7059" extrusionOk="0">
                  <a:moveTo>
                    <a:pt x="2940" y="1"/>
                  </a:moveTo>
                  <a:lnTo>
                    <a:pt x="1" y="1765"/>
                  </a:lnTo>
                  <a:lnTo>
                    <a:pt x="1" y="5294"/>
                  </a:lnTo>
                  <a:lnTo>
                    <a:pt x="2940" y="7058"/>
                  </a:lnTo>
                  <a:lnTo>
                    <a:pt x="5915" y="5294"/>
                  </a:lnTo>
                  <a:lnTo>
                    <a:pt x="5915"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9" name="Google Shape;1469;p63"/>
            <p:cNvSpPr/>
            <p:nvPr/>
          </p:nvSpPr>
          <p:spPr>
            <a:xfrm>
              <a:off x="5739575" y="2102075"/>
              <a:ext cx="160398" cy="197953"/>
            </a:xfrm>
            <a:custGeom>
              <a:avLst/>
              <a:gdLst/>
              <a:ahLst/>
              <a:cxnLst/>
              <a:rect l="l" t="t" r="r" b="b"/>
              <a:pathLst>
                <a:path w="5877" h="7253" extrusionOk="0">
                  <a:moveTo>
                    <a:pt x="2940" y="1"/>
                  </a:moveTo>
                  <a:lnTo>
                    <a:pt x="1" y="1765"/>
                  </a:lnTo>
                  <a:lnTo>
                    <a:pt x="1" y="5488"/>
                  </a:lnTo>
                  <a:lnTo>
                    <a:pt x="2940" y="7252"/>
                  </a:lnTo>
                  <a:lnTo>
                    <a:pt x="5876" y="5488"/>
                  </a:lnTo>
                  <a:lnTo>
                    <a:pt x="5876"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0" name="Google Shape;1470;p63"/>
            <p:cNvSpPr/>
            <p:nvPr/>
          </p:nvSpPr>
          <p:spPr>
            <a:xfrm>
              <a:off x="5546972" y="2451774"/>
              <a:ext cx="160371" cy="197953"/>
            </a:xfrm>
            <a:custGeom>
              <a:avLst/>
              <a:gdLst/>
              <a:ahLst/>
              <a:cxnLst/>
              <a:rect l="l" t="t" r="r" b="b"/>
              <a:pathLst>
                <a:path w="5876" h="7253" extrusionOk="0">
                  <a:moveTo>
                    <a:pt x="2940" y="1"/>
                  </a:moveTo>
                  <a:lnTo>
                    <a:pt x="0" y="1765"/>
                  </a:lnTo>
                  <a:lnTo>
                    <a:pt x="0" y="5488"/>
                  </a:lnTo>
                  <a:lnTo>
                    <a:pt x="2940" y="7252"/>
                  </a:lnTo>
                  <a:lnTo>
                    <a:pt x="5876" y="5488"/>
                  </a:lnTo>
                  <a:lnTo>
                    <a:pt x="5876"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71" name="Google Shape;1471;p63"/>
          <p:cNvGrpSpPr/>
          <p:nvPr/>
        </p:nvGrpSpPr>
        <p:grpSpPr>
          <a:xfrm>
            <a:off x="5492851" y="2809087"/>
            <a:ext cx="500517" cy="351937"/>
            <a:chOff x="5492851" y="2809087"/>
            <a:chExt cx="500517" cy="351937"/>
          </a:xfrm>
        </p:grpSpPr>
        <p:sp>
          <p:nvSpPr>
            <p:cNvPr id="1472" name="Google Shape;1472;p63"/>
            <p:cNvSpPr/>
            <p:nvPr/>
          </p:nvSpPr>
          <p:spPr>
            <a:xfrm>
              <a:off x="5492851" y="3014300"/>
              <a:ext cx="146588" cy="146724"/>
            </a:xfrm>
            <a:custGeom>
              <a:avLst/>
              <a:gdLst/>
              <a:ahLst/>
              <a:cxnLst/>
              <a:rect l="l" t="t" r="r" b="b"/>
              <a:pathLst>
                <a:path w="5371" h="5376" extrusionOk="0">
                  <a:moveTo>
                    <a:pt x="3225" y="2150"/>
                  </a:moveTo>
                  <a:lnTo>
                    <a:pt x="3225" y="3226"/>
                  </a:lnTo>
                  <a:lnTo>
                    <a:pt x="2149" y="3226"/>
                  </a:lnTo>
                  <a:lnTo>
                    <a:pt x="2149" y="2150"/>
                  </a:lnTo>
                  <a:close/>
                  <a:moveTo>
                    <a:pt x="2685" y="1"/>
                  </a:moveTo>
                  <a:cubicBezTo>
                    <a:pt x="1203" y="1"/>
                    <a:pt x="0" y="1208"/>
                    <a:pt x="0" y="2690"/>
                  </a:cubicBezTo>
                  <a:cubicBezTo>
                    <a:pt x="0" y="4168"/>
                    <a:pt x="1203" y="5375"/>
                    <a:pt x="2685" y="5375"/>
                  </a:cubicBezTo>
                  <a:cubicBezTo>
                    <a:pt x="4167" y="5375"/>
                    <a:pt x="5371" y="4172"/>
                    <a:pt x="5371" y="2690"/>
                  </a:cubicBezTo>
                  <a:cubicBezTo>
                    <a:pt x="5371" y="1208"/>
                    <a:pt x="4167" y="1"/>
                    <a:pt x="26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3" name="Google Shape;1473;p63"/>
            <p:cNvSpPr/>
            <p:nvPr/>
          </p:nvSpPr>
          <p:spPr>
            <a:xfrm>
              <a:off x="5492851" y="2809087"/>
              <a:ext cx="146588" cy="146697"/>
            </a:xfrm>
            <a:custGeom>
              <a:avLst/>
              <a:gdLst/>
              <a:ahLst/>
              <a:cxnLst/>
              <a:rect l="l" t="t" r="r" b="b"/>
              <a:pathLst>
                <a:path w="5371" h="5375" extrusionOk="0">
                  <a:moveTo>
                    <a:pt x="3225" y="2149"/>
                  </a:moveTo>
                  <a:lnTo>
                    <a:pt x="3225" y="3225"/>
                  </a:lnTo>
                  <a:lnTo>
                    <a:pt x="2149" y="3225"/>
                  </a:lnTo>
                  <a:lnTo>
                    <a:pt x="2149" y="2149"/>
                  </a:lnTo>
                  <a:close/>
                  <a:moveTo>
                    <a:pt x="2685" y="0"/>
                  </a:moveTo>
                  <a:cubicBezTo>
                    <a:pt x="1203" y="0"/>
                    <a:pt x="0" y="1203"/>
                    <a:pt x="0" y="2689"/>
                  </a:cubicBezTo>
                  <a:cubicBezTo>
                    <a:pt x="0" y="4171"/>
                    <a:pt x="1203" y="5374"/>
                    <a:pt x="2685" y="5374"/>
                  </a:cubicBezTo>
                  <a:cubicBezTo>
                    <a:pt x="4167" y="5374"/>
                    <a:pt x="5371" y="4171"/>
                    <a:pt x="5371" y="2689"/>
                  </a:cubicBezTo>
                  <a:cubicBezTo>
                    <a:pt x="5371" y="1203"/>
                    <a:pt x="4167" y="0"/>
                    <a:pt x="26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4" name="Google Shape;1474;p63"/>
            <p:cNvSpPr/>
            <p:nvPr/>
          </p:nvSpPr>
          <p:spPr>
            <a:xfrm>
              <a:off x="5663975" y="2809087"/>
              <a:ext cx="329202" cy="307996"/>
            </a:xfrm>
            <a:custGeom>
              <a:avLst/>
              <a:gdLst/>
              <a:ahLst/>
              <a:cxnLst/>
              <a:rect l="l" t="t" r="r" b="b"/>
              <a:pathLst>
                <a:path w="12062" h="11285" extrusionOk="0">
                  <a:moveTo>
                    <a:pt x="9376" y="0"/>
                  </a:moveTo>
                  <a:lnTo>
                    <a:pt x="9376" y="1609"/>
                  </a:lnTo>
                  <a:lnTo>
                    <a:pt x="5498" y="1609"/>
                  </a:lnTo>
                  <a:lnTo>
                    <a:pt x="1200" y="9132"/>
                  </a:lnTo>
                  <a:lnTo>
                    <a:pt x="1" y="9132"/>
                  </a:lnTo>
                  <a:cubicBezTo>
                    <a:pt x="103" y="9475"/>
                    <a:pt x="177" y="9828"/>
                    <a:pt x="177" y="10209"/>
                  </a:cubicBezTo>
                  <a:cubicBezTo>
                    <a:pt x="177" y="10583"/>
                    <a:pt x="106" y="10939"/>
                    <a:pt x="1" y="11285"/>
                  </a:cubicBezTo>
                  <a:lnTo>
                    <a:pt x="2446" y="11285"/>
                  </a:lnTo>
                  <a:lnTo>
                    <a:pt x="6741" y="3765"/>
                  </a:lnTo>
                  <a:lnTo>
                    <a:pt x="9376" y="3765"/>
                  </a:lnTo>
                  <a:lnTo>
                    <a:pt x="9376" y="5374"/>
                  </a:lnTo>
                  <a:lnTo>
                    <a:pt x="12062" y="2689"/>
                  </a:lnTo>
                  <a:lnTo>
                    <a:pt x="93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5" name="Google Shape;1475;p63"/>
            <p:cNvSpPr/>
            <p:nvPr/>
          </p:nvSpPr>
          <p:spPr>
            <a:xfrm>
              <a:off x="5789384" y="3014300"/>
              <a:ext cx="203984" cy="146724"/>
            </a:xfrm>
            <a:custGeom>
              <a:avLst/>
              <a:gdLst/>
              <a:ahLst/>
              <a:cxnLst/>
              <a:rect l="l" t="t" r="r" b="b"/>
              <a:pathLst>
                <a:path w="7474" h="5376" extrusionOk="0">
                  <a:moveTo>
                    <a:pt x="4789" y="1"/>
                  </a:moveTo>
                  <a:lnTo>
                    <a:pt x="4789" y="1613"/>
                  </a:lnTo>
                  <a:lnTo>
                    <a:pt x="2153" y="1613"/>
                  </a:lnTo>
                  <a:lnTo>
                    <a:pt x="1235" y="11"/>
                  </a:lnTo>
                  <a:lnTo>
                    <a:pt x="0" y="2178"/>
                  </a:lnTo>
                  <a:lnTo>
                    <a:pt x="907" y="3766"/>
                  </a:lnTo>
                  <a:lnTo>
                    <a:pt x="4789" y="3766"/>
                  </a:lnTo>
                  <a:lnTo>
                    <a:pt x="4789" y="5375"/>
                  </a:lnTo>
                  <a:lnTo>
                    <a:pt x="7474" y="2690"/>
                  </a:lnTo>
                  <a:lnTo>
                    <a:pt x="47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6" name="Google Shape;1476;p63"/>
            <p:cNvSpPr/>
            <p:nvPr/>
          </p:nvSpPr>
          <p:spPr>
            <a:xfrm>
              <a:off x="5663975" y="2853083"/>
              <a:ext cx="91512" cy="102401"/>
            </a:xfrm>
            <a:custGeom>
              <a:avLst/>
              <a:gdLst/>
              <a:ahLst/>
              <a:cxnLst/>
              <a:rect l="l" t="t" r="r" b="b"/>
              <a:pathLst>
                <a:path w="3353" h="3752" extrusionOk="0">
                  <a:moveTo>
                    <a:pt x="1" y="1"/>
                  </a:moveTo>
                  <a:cubicBezTo>
                    <a:pt x="103" y="343"/>
                    <a:pt x="177" y="696"/>
                    <a:pt x="177" y="1077"/>
                  </a:cubicBezTo>
                  <a:cubicBezTo>
                    <a:pt x="177" y="1455"/>
                    <a:pt x="106" y="1807"/>
                    <a:pt x="1" y="2153"/>
                  </a:cubicBezTo>
                  <a:lnTo>
                    <a:pt x="1200" y="2153"/>
                  </a:lnTo>
                  <a:lnTo>
                    <a:pt x="2118" y="3752"/>
                  </a:lnTo>
                  <a:lnTo>
                    <a:pt x="3353" y="1589"/>
                  </a:lnTo>
                  <a:lnTo>
                    <a:pt x="24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77" name="Google Shape;1477;p63"/>
          <p:cNvGrpSpPr/>
          <p:nvPr/>
        </p:nvGrpSpPr>
        <p:grpSpPr>
          <a:xfrm>
            <a:off x="6296533" y="2747734"/>
            <a:ext cx="482804" cy="514982"/>
            <a:chOff x="6296533" y="2747734"/>
            <a:chExt cx="482804" cy="514982"/>
          </a:xfrm>
        </p:grpSpPr>
        <p:sp>
          <p:nvSpPr>
            <p:cNvPr id="1478" name="Google Shape;1478;p63"/>
            <p:cNvSpPr/>
            <p:nvPr/>
          </p:nvSpPr>
          <p:spPr>
            <a:xfrm>
              <a:off x="6356823" y="3080566"/>
              <a:ext cx="362226" cy="182150"/>
            </a:xfrm>
            <a:custGeom>
              <a:avLst/>
              <a:gdLst/>
              <a:ahLst/>
              <a:cxnLst/>
              <a:rect l="l" t="t" r="r" b="b"/>
              <a:pathLst>
                <a:path w="13272" h="6674" extrusionOk="0">
                  <a:moveTo>
                    <a:pt x="4425" y="1"/>
                  </a:moveTo>
                  <a:lnTo>
                    <a:pt x="4425" y="1109"/>
                  </a:lnTo>
                  <a:lnTo>
                    <a:pt x="1108" y="1109"/>
                  </a:lnTo>
                  <a:lnTo>
                    <a:pt x="1108" y="3318"/>
                  </a:lnTo>
                  <a:lnTo>
                    <a:pt x="0" y="3318"/>
                  </a:lnTo>
                  <a:lnTo>
                    <a:pt x="0" y="6673"/>
                  </a:lnTo>
                  <a:lnTo>
                    <a:pt x="3317" y="6673"/>
                  </a:lnTo>
                  <a:lnTo>
                    <a:pt x="3317" y="3318"/>
                  </a:lnTo>
                  <a:lnTo>
                    <a:pt x="2209" y="3318"/>
                  </a:lnTo>
                  <a:lnTo>
                    <a:pt x="2209" y="2210"/>
                  </a:lnTo>
                  <a:lnTo>
                    <a:pt x="6084" y="2210"/>
                  </a:lnTo>
                  <a:lnTo>
                    <a:pt x="6084" y="3318"/>
                  </a:lnTo>
                  <a:lnTo>
                    <a:pt x="4976" y="3318"/>
                  </a:lnTo>
                  <a:lnTo>
                    <a:pt x="4976" y="6673"/>
                  </a:lnTo>
                  <a:lnTo>
                    <a:pt x="8293" y="6673"/>
                  </a:lnTo>
                  <a:lnTo>
                    <a:pt x="8293" y="3318"/>
                  </a:lnTo>
                  <a:lnTo>
                    <a:pt x="7192" y="3318"/>
                  </a:lnTo>
                  <a:lnTo>
                    <a:pt x="7192" y="2210"/>
                  </a:lnTo>
                  <a:lnTo>
                    <a:pt x="11063" y="2210"/>
                  </a:lnTo>
                  <a:lnTo>
                    <a:pt x="11063" y="3318"/>
                  </a:lnTo>
                  <a:lnTo>
                    <a:pt x="9955" y="3318"/>
                  </a:lnTo>
                  <a:lnTo>
                    <a:pt x="9955" y="6673"/>
                  </a:lnTo>
                  <a:lnTo>
                    <a:pt x="13272" y="6673"/>
                  </a:lnTo>
                  <a:lnTo>
                    <a:pt x="13272" y="3318"/>
                  </a:lnTo>
                  <a:lnTo>
                    <a:pt x="12164" y="3318"/>
                  </a:lnTo>
                  <a:lnTo>
                    <a:pt x="12164" y="1109"/>
                  </a:lnTo>
                  <a:lnTo>
                    <a:pt x="8847" y="1109"/>
                  </a:lnTo>
                  <a:lnTo>
                    <a:pt x="8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9" name="Google Shape;1479;p63"/>
            <p:cNvSpPr/>
            <p:nvPr/>
          </p:nvSpPr>
          <p:spPr>
            <a:xfrm>
              <a:off x="6719021" y="2869267"/>
              <a:ext cx="60316" cy="30267"/>
            </a:xfrm>
            <a:custGeom>
              <a:avLst/>
              <a:gdLst/>
              <a:ahLst/>
              <a:cxnLst/>
              <a:rect l="l" t="t" r="r" b="b"/>
              <a:pathLst>
                <a:path w="2210" h="1109" extrusionOk="0">
                  <a:moveTo>
                    <a:pt x="1" y="1"/>
                  </a:moveTo>
                  <a:lnTo>
                    <a:pt x="1" y="1109"/>
                  </a:lnTo>
                  <a:lnTo>
                    <a:pt x="2210" y="1109"/>
                  </a:lnTo>
                  <a:lnTo>
                    <a:pt x="22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0" name="Google Shape;1480;p63"/>
            <p:cNvSpPr/>
            <p:nvPr/>
          </p:nvSpPr>
          <p:spPr>
            <a:xfrm>
              <a:off x="6710752" y="2781331"/>
              <a:ext cx="62036" cy="55404"/>
            </a:xfrm>
            <a:custGeom>
              <a:avLst/>
              <a:gdLst/>
              <a:ahLst/>
              <a:cxnLst/>
              <a:rect l="l" t="t" r="r" b="b"/>
              <a:pathLst>
                <a:path w="2273" h="2030" extrusionOk="0">
                  <a:moveTo>
                    <a:pt x="1659" y="1"/>
                  </a:moveTo>
                  <a:lnTo>
                    <a:pt x="0" y="1105"/>
                  </a:lnTo>
                  <a:lnTo>
                    <a:pt x="614" y="2030"/>
                  </a:lnTo>
                  <a:lnTo>
                    <a:pt x="2273" y="922"/>
                  </a:lnTo>
                  <a:lnTo>
                    <a:pt x="16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1" name="Google Shape;1481;p63"/>
            <p:cNvSpPr/>
            <p:nvPr/>
          </p:nvSpPr>
          <p:spPr>
            <a:xfrm>
              <a:off x="6710752" y="2932259"/>
              <a:ext cx="62036" cy="55404"/>
            </a:xfrm>
            <a:custGeom>
              <a:avLst/>
              <a:gdLst/>
              <a:ahLst/>
              <a:cxnLst/>
              <a:rect l="l" t="t" r="r" b="b"/>
              <a:pathLst>
                <a:path w="2273" h="2030" extrusionOk="0">
                  <a:moveTo>
                    <a:pt x="614" y="0"/>
                  </a:moveTo>
                  <a:lnTo>
                    <a:pt x="0" y="921"/>
                  </a:lnTo>
                  <a:lnTo>
                    <a:pt x="1659" y="2029"/>
                  </a:lnTo>
                  <a:lnTo>
                    <a:pt x="2273" y="1108"/>
                  </a:lnTo>
                  <a:lnTo>
                    <a:pt x="6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2" name="Google Shape;1482;p63"/>
            <p:cNvSpPr/>
            <p:nvPr/>
          </p:nvSpPr>
          <p:spPr>
            <a:xfrm>
              <a:off x="6296533" y="2869267"/>
              <a:ext cx="60316" cy="30267"/>
            </a:xfrm>
            <a:custGeom>
              <a:avLst/>
              <a:gdLst/>
              <a:ahLst/>
              <a:cxnLst/>
              <a:rect l="l" t="t" r="r" b="b"/>
              <a:pathLst>
                <a:path w="2210" h="1109" extrusionOk="0">
                  <a:moveTo>
                    <a:pt x="0" y="1"/>
                  </a:moveTo>
                  <a:lnTo>
                    <a:pt x="0" y="1109"/>
                  </a:lnTo>
                  <a:lnTo>
                    <a:pt x="2209" y="1109"/>
                  </a:lnTo>
                  <a:lnTo>
                    <a:pt x="22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3" name="Google Shape;1483;p63"/>
            <p:cNvSpPr/>
            <p:nvPr/>
          </p:nvSpPr>
          <p:spPr>
            <a:xfrm>
              <a:off x="6303275" y="2781140"/>
              <a:ext cx="62036" cy="55404"/>
            </a:xfrm>
            <a:custGeom>
              <a:avLst/>
              <a:gdLst/>
              <a:ahLst/>
              <a:cxnLst/>
              <a:rect l="l" t="t" r="r" b="b"/>
              <a:pathLst>
                <a:path w="2273" h="2030" extrusionOk="0">
                  <a:moveTo>
                    <a:pt x="611" y="1"/>
                  </a:moveTo>
                  <a:lnTo>
                    <a:pt x="0" y="925"/>
                  </a:lnTo>
                  <a:lnTo>
                    <a:pt x="1659" y="2030"/>
                  </a:lnTo>
                  <a:lnTo>
                    <a:pt x="2273" y="1109"/>
                  </a:lnTo>
                  <a:lnTo>
                    <a:pt x="6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4" name="Google Shape;1484;p63"/>
            <p:cNvSpPr/>
            <p:nvPr/>
          </p:nvSpPr>
          <p:spPr>
            <a:xfrm>
              <a:off x="6303275" y="2932259"/>
              <a:ext cx="62036" cy="55404"/>
            </a:xfrm>
            <a:custGeom>
              <a:avLst/>
              <a:gdLst/>
              <a:ahLst/>
              <a:cxnLst/>
              <a:rect l="l" t="t" r="r" b="b"/>
              <a:pathLst>
                <a:path w="2273" h="2030" extrusionOk="0">
                  <a:moveTo>
                    <a:pt x="1659" y="0"/>
                  </a:moveTo>
                  <a:lnTo>
                    <a:pt x="0" y="1108"/>
                  </a:lnTo>
                  <a:lnTo>
                    <a:pt x="611" y="2029"/>
                  </a:lnTo>
                  <a:lnTo>
                    <a:pt x="2273" y="921"/>
                  </a:lnTo>
                  <a:lnTo>
                    <a:pt x="16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5" name="Google Shape;1485;p63"/>
            <p:cNvSpPr/>
            <p:nvPr/>
          </p:nvSpPr>
          <p:spPr>
            <a:xfrm>
              <a:off x="6507723" y="2869267"/>
              <a:ext cx="60426" cy="60316"/>
            </a:xfrm>
            <a:custGeom>
              <a:avLst/>
              <a:gdLst/>
              <a:ahLst/>
              <a:cxnLst/>
              <a:rect l="l" t="t" r="r" b="b"/>
              <a:pathLst>
                <a:path w="2214" h="2210" extrusionOk="0">
                  <a:moveTo>
                    <a:pt x="1" y="1"/>
                  </a:moveTo>
                  <a:lnTo>
                    <a:pt x="1" y="2210"/>
                  </a:lnTo>
                  <a:lnTo>
                    <a:pt x="2213" y="2210"/>
                  </a:lnTo>
                  <a:lnTo>
                    <a:pt x="22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6" name="Google Shape;1486;p63"/>
            <p:cNvSpPr/>
            <p:nvPr/>
          </p:nvSpPr>
          <p:spPr>
            <a:xfrm>
              <a:off x="6386490" y="2747734"/>
              <a:ext cx="302428" cy="302810"/>
            </a:xfrm>
            <a:custGeom>
              <a:avLst/>
              <a:gdLst/>
              <a:ahLst/>
              <a:cxnLst/>
              <a:rect l="l" t="t" r="r" b="b"/>
              <a:pathLst>
                <a:path w="11081" h="11095" extrusionOk="0">
                  <a:moveTo>
                    <a:pt x="7216" y="2245"/>
                  </a:moveTo>
                  <a:lnTo>
                    <a:pt x="7216" y="3353"/>
                  </a:lnTo>
                  <a:lnTo>
                    <a:pt x="7767" y="3353"/>
                  </a:lnTo>
                  <a:lnTo>
                    <a:pt x="7767" y="3903"/>
                  </a:lnTo>
                  <a:lnTo>
                    <a:pt x="8875" y="3903"/>
                  </a:lnTo>
                  <a:lnTo>
                    <a:pt x="8875" y="5011"/>
                  </a:lnTo>
                  <a:lnTo>
                    <a:pt x="7767" y="5011"/>
                  </a:lnTo>
                  <a:lnTo>
                    <a:pt x="7767" y="6116"/>
                  </a:lnTo>
                  <a:lnTo>
                    <a:pt x="8875" y="6116"/>
                  </a:lnTo>
                  <a:lnTo>
                    <a:pt x="8875" y="7224"/>
                  </a:lnTo>
                  <a:lnTo>
                    <a:pt x="7767" y="7224"/>
                  </a:lnTo>
                  <a:lnTo>
                    <a:pt x="7767" y="7774"/>
                  </a:lnTo>
                  <a:lnTo>
                    <a:pt x="7216" y="7774"/>
                  </a:lnTo>
                  <a:lnTo>
                    <a:pt x="7216" y="8882"/>
                  </a:lnTo>
                  <a:lnTo>
                    <a:pt x="6105" y="8882"/>
                  </a:lnTo>
                  <a:lnTo>
                    <a:pt x="6105" y="7774"/>
                  </a:lnTo>
                  <a:lnTo>
                    <a:pt x="5000" y="7774"/>
                  </a:lnTo>
                  <a:lnTo>
                    <a:pt x="5000" y="8882"/>
                  </a:lnTo>
                  <a:lnTo>
                    <a:pt x="3892" y="8882"/>
                  </a:lnTo>
                  <a:lnTo>
                    <a:pt x="3892" y="7774"/>
                  </a:lnTo>
                  <a:lnTo>
                    <a:pt x="3342" y="7774"/>
                  </a:lnTo>
                  <a:lnTo>
                    <a:pt x="3342" y="7224"/>
                  </a:lnTo>
                  <a:lnTo>
                    <a:pt x="2234" y="7224"/>
                  </a:lnTo>
                  <a:lnTo>
                    <a:pt x="2234" y="7220"/>
                  </a:lnTo>
                  <a:lnTo>
                    <a:pt x="2234" y="6112"/>
                  </a:lnTo>
                  <a:lnTo>
                    <a:pt x="3342" y="6112"/>
                  </a:lnTo>
                  <a:lnTo>
                    <a:pt x="3342" y="5008"/>
                  </a:lnTo>
                  <a:lnTo>
                    <a:pt x="2234" y="5008"/>
                  </a:lnTo>
                  <a:lnTo>
                    <a:pt x="2234" y="3900"/>
                  </a:lnTo>
                  <a:lnTo>
                    <a:pt x="3342" y="3900"/>
                  </a:lnTo>
                  <a:lnTo>
                    <a:pt x="3342" y="3349"/>
                  </a:lnTo>
                  <a:lnTo>
                    <a:pt x="3892" y="3349"/>
                  </a:lnTo>
                  <a:lnTo>
                    <a:pt x="3892" y="2245"/>
                  </a:lnTo>
                  <a:lnTo>
                    <a:pt x="5000" y="2245"/>
                  </a:lnTo>
                  <a:lnTo>
                    <a:pt x="5000" y="3353"/>
                  </a:lnTo>
                  <a:lnTo>
                    <a:pt x="6108" y="3353"/>
                  </a:lnTo>
                  <a:lnTo>
                    <a:pt x="6108" y="2245"/>
                  </a:lnTo>
                  <a:close/>
                  <a:moveTo>
                    <a:pt x="5541" y="0"/>
                  </a:moveTo>
                  <a:cubicBezTo>
                    <a:pt x="2418" y="0"/>
                    <a:pt x="0" y="2557"/>
                    <a:pt x="21" y="5590"/>
                  </a:cubicBezTo>
                  <a:cubicBezTo>
                    <a:pt x="35" y="7640"/>
                    <a:pt x="1186" y="9535"/>
                    <a:pt x="3060" y="10484"/>
                  </a:cubicBezTo>
                  <a:cubicBezTo>
                    <a:pt x="3229" y="10569"/>
                    <a:pt x="3338" y="10752"/>
                    <a:pt x="3338" y="10957"/>
                  </a:cubicBezTo>
                  <a:lnTo>
                    <a:pt x="3338" y="11095"/>
                  </a:lnTo>
                  <a:lnTo>
                    <a:pt x="7763" y="11095"/>
                  </a:lnTo>
                  <a:lnTo>
                    <a:pt x="7763" y="10957"/>
                  </a:lnTo>
                  <a:cubicBezTo>
                    <a:pt x="7763" y="10752"/>
                    <a:pt x="7873" y="10569"/>
                    <a:pt x="8046" y="10481"/>
                  </a:cubicBezTo>
                  <a:cubicBezTo>
                    <a:pt x="9919" y="9531"/>
                    <a:pt x="11080" y="7647"/>
                    <a:pt x="11080" y="5565"/>
                  </a:cubicBezTo>
                  <a:cubicBezTo>
                    <a:pt x="11080" y="2495"/>
                    <a:pt x="8596" y="4"/>
                    <a:pt x="5547" y="0"/>
                  </a:cubicBezTo>
                  <a:cubicBezTo>
                    <a:pt x="5545" y="0"/>
                    <a:pt x="5543" y="0"/>
                    <a:pt x="55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87" name="Google Shape;1487;p63"/>
          <p:cNvGrpSpPr/>
          <p:nvPr/>
        </p:nvGrpSpPr>
        <p:grpSpPr>
          <a:xfrm>
            <a:off x="7114080" y="2734934"/>
            <a:ext cx="439764" cy="500244"/>
            <a:chOff x="7114080" y="2734934"/>
            <a:chExt cx="439764" cy="500244"/>
          </a:xfrm>
        </p:grpSpPr>
        <p:sp>
          <p:nvSpPr>
            <p:cNvPr id="1488" name="Google Shape;1488;p63"/>
            <p:cNvSpPr/>
            <p:nvPr/>
          </p:nvSpPr>
          <p:spPr>
            <a:xfrm>
              <a:off x="7231383" y="2734934"/>
              <a:ext cx="205376" cy="235480"/>
            </a:xfrm>
            <a:custGeom>
              <a:avLst/>
              <a:gdLst/>
              <a:ahLst/>
              <a:cxnLst/>
              <a:rect l="l" t="t" r="r" b="b"/>
              <a:pathLst>
                <a:path w="7525" h="8628" extrusionOk="0">
                  <a:moveTo>
                    <a:pt x="3223" y="1641"/>
                  </a:moveTo>
                  <a:lnTo>
                    <a:pt x="3223" y="2717"/>
                  </a:lnTo>
                  <a:lnTo>
                    <a:pt x="2146" y="2717"/>
                  </a:lnTo>
                  <a:lnTo>
                    <a:pt x="2146" y="1641"/>
                  </a:lnTo>
                  <a:close/>
                  <a:moveTo>
                    <a:pt x="5372" y="1641"/>
                  </a:moveTo>
                  <a:lnTo>
                    <a:pt x="5372" y="2717"/>
                  </a:lnTo>
                  <a:lnTo>
                    <a:pt x="4295" y="2717"/>
                  </a:lnTo>
                  <a:lnTo>
                    <a:pt x="4295" y="1641"/>
                  </a:lnTo>
                  <a:close/>
                  <a:moveTo>
                    <a:pt x="3223" y="3790"/>
                  </a:moveTo>
                  <a:lnTo>
                    <a:pt x="3223" y="4866"/>
                  </a:lnTo>
                  <a:lnTo>
                    <a:pt x="2146" y="4866"/>
                  </a:lnTo>
                  <a:lnTo>
                    <a:pt x="2146" y="3790"/>
                  </a:lnTo>
                  <a:close/>
                  <a:moveTo>
                    <a:pt x="5372" y="3790"/>
                  </a:moveTo>
                  <a:lnTo>
                    <a:pt x="5372" y="4866"/>
                  </a:lnTo>
                  <a:lnTo>
                    <a:pt x="4295" y="4866"/>
                  </a:lnTo>
                  <a:lnTo>
                    <a:pt x="4295" y="3790"/>
                  </a:lnTo>
                  <a:close/>
                  <a:moveTo>
                    <a:pt x="3223" y="5939"/>
                  </a:moveTo>
                  <a:lnTo>
                    <a:pt x="3223" y="7015"/>
                  </a:lnTo>
                  <a:lnTo>
                    <a:pt x="2146" y="7015"/>
                  </a:lnTo>
                  <a:lnTo>
                    <a:pt x="2146" y="5939"/>
                  </a:lnTo>
                  <a:close/>
                  <a:moveTo>
                    <a:pt x="5372" y="5939"/>
                  </a:moveTo>
                  <a:lnTo>
                    <a:pt x="5372" y="7015"/>
                  </a:lnTo>
                  <a:lnTo>
                    <a:pt x="4295" y="7015"/>
                  </a:lnTo>
                  <a:lnTo>
                    <a:pt x="4295" y="5939"/>
                  </a:lnTo>
                  <a:close/>
                  <a:moveTo>
                    <a:pt x="1613" y="0"/>
                  </a:moveTo>
                  <a:cubicBezTo>
                    <a:pt x="721" y="0"/>
                    <a:pt x="1" y="755"/>
                    <a:pt x="1" y="1648"/>
                  </a:cubicBezTo>
                  <a:lnTo>
                    <a:pt x="1" y="8628"/>
                  </a:lnTo>
                  <a:lnTo>
                    <a:pt x="7524" y="8628"/>
                  </a:lnTo>
                  <a:lnTo>
                    <a:pt x="7524" y="1648"/>
                  </a:lnTo>
                  <a:lnTo>
                    <a:pt x="7517" y="1648"/>
                  </a:lnTo>
                  <a:cubicBezTo>
                    <a:pt x="7517" y="755"/>
                    <a:pt x="6801" y="0"/>
                    <a:pt x="59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9" name="Google Shape;1489;p63"/>
            <p:cNvSpPr/>
            <p:nvPr/>
          </p:nvSpPr>
          <p:spPr>
            <a:xfrm>
              <a:off x="7231192" y="2999671"/>
              <a:ext cx="205267" cy="87964"/>
            </a:xfrm>
            <a:custGeom>
              <a:avLst/>
              <a:gdLst/>
              <a:ahLst/>
              <a:cxnLst/>
              <a:rect l="l" t="t" r="r" b="b"/>
              <a:pathLst>
                <a:path w="7521" h="3223" extrusionOk="0">
                  <a:moveTo>
                    <a:pt x="1" y="0"/>
                  </a:moveTo>
                  <a:lnTo>
                    <a:pt x="1" y="1610"/>
                  </a:lnTo>
                  <a:lnTo>
                    <a:pt x="4" y="1610"/>
                  </a:lnTo>
                  <a:cubicBezTo>
                    <a:pt x="4" y="2502"/>
                    <a:pt x="724" y="3222"/>
                    <a:pt x="1613" y="3222"/>
                  </a:cubicBezTo>
                  <a:lnTo>
                    <a:pt x="5911" y="3222"/>
                  </a:lnTo>
                  <a:cubicBezTo>
                    <a:pt x="6801" y="3222"/>
                    <a:pt x="7520" y="2502"/>
                    <a:pt x="7520" y="1610"/>
                  </a:cubicBezTo>
                  <a:lnTo>
                    <a:pt x="752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0" name="Google Shape;1490;p63"/>
            <p:cNvSpPr/>
            <p:nvPr/>
          </p:nvSpPr>
          <p:spPr>
            <a:xfrm>
              <a:off x="7172841" y="2970304"/>
              <a:ext cx="322270" cy="264874"/>
            </a:xfrm>
            <a:custGeom>
              <a:avLst/>
              <a:gdLst/>
              <a:ahLst/>
              <a:cxnLst/>
              <a:rect l="l" t="t" r="r" b="b"/>
              <a:pathLst>
                <a:path w="11808" h="9705" extrusionOk="0">
                  <a:moveTo>
                    <a:pt x="0" y="0"/>
                  </a:moveTo>
                  <a:lnTo>
                    <a:pt x="0" y="2686"/>
                  </a:lnTo>
                  <a:cubicBezTo>
                    <a:pt x="0" y="4760"/>
                    <a:pt x="1684" y="6444"/>
                    <a:pt x="3758" y="6444"/>
                  </a:cubicBezTo>
                  <a:lnTo>
                    <a:pt x="4295" y="6444"/>
                  </a:lnTo>
                  <a:lnTo>
                    <a:pt x="4295" y="8628"/>
                  </a:lnTo>
                  <a:lnTo>
                    <a:pt x="1066" y="8628"/>
                  </a:lnTo>
                  <a:lnTo>
                    <a:pt x="1066" y="9704"/>
                  </a:lnTo>
                  <a:lnTo>
                    <a:pt x="10735" y="9704"/>
                  </a:lnTo>
                  <a:lnTo>
                    <a:pt x="10735" y="8628"/>
                  </a:lnTo>
                  <a:lnTo>
                    <a:pt x="7509" y="8628"/>
                  </a:lnTo>
                  <a:lnTo>
                    <a:pt x="7509" y="6444"/>
                  </a:lnTo>
                  <a:lnTo>
                    <a:pt x="8049" y="6444"/>
                  </a:lnTo>
                  <a:cubicBezTo>
                    <a:pt x="10121" y="6444"/>
                    <a:pt x="11807" y="4760"/>
                    <a:pt x="11807" y="2686"/>
                  </a:cubicBezTo>
                  <a:lnTo>
                    <a:pt x="11807" y="0"/>
                  </a:lnTo>
                  <a:lnTo>
                    <a:pt x="9658" y="0"/>
                  </a:lnTo>
                  <a:lnTo>
                    <a:pt x="9658" y="1076"/>
                  </a:lnTo>
                  <a:lnTo>
                    <a:pt x="10738" y="1076"/>
                  </a:lnTo>
                  <a:lnTo>
                    <a:pt x="10738" y="2686"/>
                  </a:lnTo>
                  <a:cubicBezTo>
                    <a:pt x="10738" y="4168"/>
                    <a:pt x="9535" y="5374"/>
                    <a:pt x="8053" y="5374"/>
                  </a:cubicBezTo>
                  <a:lnTo>
                    <a:pt x="3758" y="5374"/>
                  </a:lnTo>
                  <a:cubicBezTo>
                    <a:pt x="2276" y="5374"/>
                    <a:pt x="1070" y="4168"/>
                    <a:pt x="1070" y="2686"/>
                  </a:cubicBezTo>
                  <a:lnTo>
                    <a:pt x="1070" y="1076"/>
                  </a:lnTo>
                  <a:lnTo>
                    <a:pt x="2146" y="1076"/>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1" name="Google Shape;1491;p63"/>
            <p:cNvSpPr/>
            <p:nvPr/>
          </p:nvSpPr>
          <p:spPr>
            <a:xfrm>
              <a:off x="7172650" y="2823825"/>
              <a:ext cx="29394" cy="88046"/>
            </a:xfrm>
            <a:custGeom>
              <a:avLst/>
              <a:gdLst/>
              <a:ahLst/>
              <a:cxnLst/>
              <a:rect l="l" t="t" r="r" b="b"/>
              <a:pathLst>
                <a:path w="1077" h="3226" extrusionOk="0">
                  <a:moveTo>
                    <a:pt x="0" y="0"/>
                  </a:moveTo>
                  <a:lnTo>
                    <a:pt x="0" y="3225"/>
                  </a:lnTo>
                  <a:lnTo>
                    <a:pt x="1077" y="3225"/>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2" name="Google Shape;1492;p63"/>
            <p:cNvSpPr/>
            <p:nvPr/>
          </p:nvSpPr>
          <p:spPr>
            <a:xfrm>
              <a:off x="7465799" y="2823825"/>
              <a:ext cx="29394" cy="88046"/>
            </a:xfrm>
            <a:custGeom>
              <a:avLst/>
              <a:gdLst/>
              <a:ahLst/>
              <a:cxnLst/>
              <a:rect l="l" t="t" r="r" b="b"/>
              <a:pathLst>
                <a:path w="1077" h="3226" extrusionOk="0">
                  <a:moveTo>
                    <a:pt x="1" y="0"/>
                  </a:moveTo>
                  <a:lnTo>
                    <a:pt x="1" y="3225"/>
                  </a:lnTo>
                  <a:lnTo>
                    <a:pt x="1077" y="3225"/>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3" name="Google Shape;1493;p63"/>
            <p:cNvSpPr/>
            <p:nvPr/>
          </p:nvSpPr>
          <p:spPr>
            <a:xfrm>
              <a:off x="7524450" y="2794431"/>
              <a:ext cx="29394" cy="146615"/>
            </a:xfrm>
            <a:custGeom>
              <a:avLst/>
              <a:gdLst/>
              <a:ahLst/>
              <a:cxnLst/>
              <a:rect l="l" t="t" r="r" b="b"/>
              <a:pathLst>
                <a:path w="1077" h="5372" extrusionOk="0">
                  <a:moveTo>
                    <a:pt x="1" y="1"/>
                  </a:moveTo>
                  <a:lnTo>
                    <a:pt x="1" y="5371"/>
                  </a:lnTo>
                  <a:lnTo>
                    <a:pt x="1077" y="5371"/>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4" name="Google Shape;1494;p63"/>
            <p:cNvSpPr/>
            <p:nvPr/>
          </p:nvSpPr>
          <p:spPr>
            <a:xfrm>
              <a:off x="7114080" y="2794431"/>
              <a:ext cx="29312" cy="146615"/>
            </a:xfrm>
            <a:custGeom>
              <a:avLst/>
              <a:gdLst/>
              <a:ahLst/>
              <a:cxnLst/>
              <a:rect l="l" t="t" r="r" b="b"/>
              <a:pathLst>
                <a:path w="1074" h="5372" extrusionOk="0">
                  <a:moveTo>
                    <a:pt x="1" y="1"/>
                  </a:moveTo>
                  <a:lnTo>
                    <a:pt x="1" y="5371"/>
                  </a:lnTo>
                  <a:lnTo>
                    <a:pt x="1074" y="5371"/>
                  </a:lnTo>
                  <a:lnTo>
                    <a:pt x="10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95" name="Google Shape;1495;p63"/>
          <p:cNvGrpSpPr/>
          <p:nvPr/>
        </p:nvGrpSpPr>
        <p:grpSpPr>
          <a:xfrm>
            <a:off x="7879062" y="2734715"/>
            <a:ext cx="500626" cy="500463"/>
            <a:chOff x="7879062" y="2734715"/>
            <a:chExt cx="500626" cy="500463"/>
          </a:xfrm>
        </p:grpSpPr>
        <p:sp>
          <p:nvSpPr>
            <p:cNvPr id="1496" name="Google Shape;1496;p63"/>
            <p:cNvSpPr/>
            <p:nvPr/>
          </p:nvSpPr>
          <p:spPr>
            <a:xfrm>
              <a:off x="8085448" y="3116019"/>
              <a:ext cx="87964" cy="119159"/>
            </a:xfrm>
            <a:custGeom>
              <a:avLst/>
              <a:gdLst/>
              <a:ahLst/>
              <a:cxnLst/>
              <a:rect l="l" t="t" r="r" b="b"/>
              <a:pathLst>
                <a:path w="3223" h="4366" extrusionOk="0">
                  <a:moveTo>
                    <a:pt x="1" y="0"/>
                  </a:moveTo>
                  <a:lnTo>
                    <a:pt x="1" y="4365"/>
                  </a:lnTo>
                  <a:lnTo>
                    <a:pt x="3222" y="4365"/>
                  </a:lnTo>
                  <a:lnTo>
                    <a:pt x="3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7" name="Google Shape;1497;p63"/>
            <p:cNvSpPr/>
            <p:nvPr/>
          </p:nvSpPr>
          <p:spPr>
            <a:xfrm>
              <a:off x="7879253" y="2734715"/>
              <a:ext cx="94132" cy="146615"/>
            </a:xfrm>
            <a:custGeom>
              <a:avLst/>
              <a:gdLst/>
              <a:ahLst/>
              <a:cxnLst/>
              <a:rect l="l" t="t" r="r" b="b"/>
              <a:pathLst>
                <a:path w="3449" h="5372" extrusionOk="0">
                  <a:moveTo>
                    <a:pt x="1" y="1"/>
                  </a:moveTo>
                  <a:lnTo>
                    <a:pt x="1" y="3223"/>
                  </a:lnTo>
                  <a:lnTo>
                    <a:pt x="1073" y="3223"/>
                  </a:lnTo>
                  <a:lnTo>
                    <a:pt x="1073" y="5372"/>
                  </a:lnTo>
                  <a:lnTo>
                    <a:pt x="3254" y="5372"/>
                  </a:lnTo>
                  <a:cubicBezTo>
                    <a:pt x="3275" y="5008"/>
                    <a:pt x="3349" y="4641"/>
                    <a:pt x="3448" y="4295"/>
                  </a:cubicBezTo>
                  <a:lnTo>
                    <a:pt x="2146" y="4295"/>
                  </a:lnTo>
                  <a:lnTo>
                    <a:pt x="2146" y="3223"/>
                  </a:lnTo>
                  <a:lnTo>
                    <a:pt x="3222" y="3223"/>
                  </a:lnTo>
                  <a:lnTo>
                    <a:pt x="3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8" name="Google Shape;1498;p63"/>
            <p:cNvSpPr/>
            <p:nvPr/>
          </p:nvSpPr>
          <p:spPr>
            <a:xfrm>
              <a:off x="7879062" y="2910670"/>
              <a:ext cx="94405" cy="176091"/>
            </a:xfrm>
            <a:custGeom>
              <a:avLst/>
              <a:gdLst/>
              <a:ahLst/>
              <a:cxnLst/>
              <a:rect l="l" t="t" r="r" b="b"/>
              <a:pathLst>
                <a:path w="3459" h="6452" extrusionOk="0">
                  <a:moveTo>
                    <a:pt x="1077" y="1"/>
                  </a:moveTo>
                  <a:lnTo>
                    <a:pt x="1077" y="3226"/>
                  </a:lnTo>
                  <a:lnTo>
                    <a:pt x="1" y="3226"/>
                  </a:lnTo>
                  <a:lnTo>
                    <a:pt x="1" y="6451"/>
                  </a:lnTo>
                  <a:lnTo>
                    <a:pt x="3226" y="6451"/>
                  </a:lnTo>
                  <a:lnTo>
                    <a:pt x="3226" y="3226"/>
                  </a:lnTo>
                  <a:lnTo>
                    <a:pt x="2150" y="3226"/>
                  </a:lnTo>
                  <a:lnTo>
                    <a:pt x="2150" y="1077"/>
                  </a:lnTo>
                  <a:lnTo>
                    <a:pt x="3459" y="1077"/>
                  </a:lnTo>
                  <a:cubicBezTo>
                    <a:pt x="3353" y="735"/>
                    <a:pt x="3279" y="368"/>
                    <a:pt x="32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9" name="Google Shape;1499;p63"/>
            <p:cNvSpPr/>
            <p:nvPr/>
          </p:nvSpPr>
          <p:spPr>
            <a:xfrm>
              <a:off x="8285393" y="2734825"/>
              <a:ext cx="94296" cy="146806"/>
            </a:xfrm>
            <a:custGeom>
              <a:avLst/>
              <a:gdLst/>
              <a:ahLst/>
              <a:cxnLst/>
              <a:rect l="l" t="t" r="r" b="b"/>
              <a:pathLst>
                <a:path w="3455" h="5379" extrusionOk="0">
                  <a:moveTo>
                    <a:pt x="230" y="0"/>
                  </a:moveTo>
                  <a:lnTo>
                    <a:pt x="230" y="3226"/>
                  </a:lnTo>
                  <a:lnTo>
                    <a:pt x="1306" y="3226"/>
                  </a:lnTo>
                  <a:lnTo>
                    <a:pt x="1306" y="4302"/>
                  </a:lnTo>
                  <a:lnTo>
                    <a:pt x="0" y="4302"/>
                  </a:lnTo>
                  <a:cubicBezTo>
                    <a:pt x="99" y="4644"/>
                    <a:pt x="173" y="5011"/>
                    <a:pt x="194" y="5378"/>
                  </a:cubicBezTo>
                  <a:lnTo>
                    <a:pt x="2379" y="5378"/>
                  </a:lnTo>
                  <a:lnTo>
                    <a:pt x="2379" y="5375"/>
                  </a:lnTo>
                  <a:lnTo>
                    <a:pt x="2379" y="3226"/>
                  </a:lnTo>
                  <a:lnTo>
                    <a:pt x="3455" y="3226"/>
                  </a:lnTo>
                  <a:lnTo>
                    <a:pt x="34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0" name="Google Shape;1500;p63"/>
            <p:cNvSpPr/>
            <p:nvPr/>
          </p:nvSpPr>
          <p:spPr>
            <a:xfrm>
              <a:off x="8285201" y="2910670"/>
              <a:ext cx="94405" cy="176091"/>
            </a:xfrm>
            <a:custGeom>
              <a:avLst/>
              <a:gdLst/>
              <a:ahLst/>
              <a:cxnLst/>
              <a:rect l="l" t="t" r="r" b="b"/>
              <a:pathLst>
                <a:path w="3459" h="6452" extrusionOk="0">
                  <a:moveTo>
                    <a:pt x="201" y="1"/>
                  </a:moveTo>
                  <a:cubicBezTo>
                    <a:pt x="180" y="368"/>
                    <a:pt x="106" y="735"/>
                    <a:pt x="0" y="1077"/>
                  </a:cubicBezTo>
                  <a:lnTo>
                    <a:pt x="1309" y="1077"/>
                  </a:lnTo>
                  <a:lnTo>
                    <a:pt x="1309" y="3226"/>
                  </a:lnTo>
                  <a:lnTo>
                    <a:pt x="233" y="3226"/>
                  </a:lnTo>
                  <a:lnTo>
                    <a:pt x="233" y="6451"/>
                  </a:lnTo>
                  <a:lnTo>
                    <a:pt x="3458" y="6451"/>
                  </a:lnTo>
                  <a:lnTo>
                    <a:pt x="3458" y="3226"/>
                  </a:lnTo>
                  <a:lnTo>
                    <a:pt x="2382" y="3226"/>
                  </a:lnTo>
                  <a:lnTo>
                    <a:pt x="23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1" name="Google Shape;1501;p63"/>
            <p:cNvSpPr/>
            <p:nvPr/>
          </p:nvSpPr>
          <p:spPr>
            <a:xfrm>
              <a:off x="8056081" y="2824289"/>
              <a:ext cx="113673" cy="145060"/>
            </a:xfrm>
            <a:custGeom>
              <a:avLst/>
              <a:gdLst/>
              <a:ahLst/>
              <a:cxnLst/>
              <a:rect l="l" t="t" r="r" b="b"/>
              <a:pathLst>
                <a:path w="4165" h="5315" extrusionOk="0">
                  <a:moveTo>
                    <a:pt x="2149" y="1"/>
                  </a:moveTo>
                  <a:cubicBezTo>
                    <a:pt x="921" y="251"/>
                    <a:pt x="0" y="1338"/>
                    <a:pt x="0" y="2633"/>
                  </a:cubicBezTo>
                  <a:cubicBezTo>
                    <a:pt x="0" y="4112"/>
                    <a:pt x="1204" y="5315"/>
                    <a:pt x="2686" y="5315"/>
                  </a:cubicBezTo>
                  <a:cubicBezTo>
                    <a:pt x="3233" y="5315"/>
                    <a:pt x="3741" y="5149"/>
                    <a:pt x="4164" y="4870"/>
                  </a:cubicBezTo>
                  <a:lnTo>
                    <a:pt x="2149" y="2855"/>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2" name="Google Shape;1502;p63"/>
            <p:cNvSpPr/>
            <p:nvPr/>
          </p:nvSpPr>
          <p:spPr>
            <a:xfrm>
              <a:off x="8144099" y="2824289"/>
              <a:ext cx="58597" cy="112227"/>
            </a:xfrm>
            <a:custGeom>
              <a:avLst/>
              <a:gdLst/>
              <a:ahLst/>
              <a:cxnLst/>
              <a:rect l="l" t="t" r="r" b="b"/>
              <a:pathLst>
                <a:path w="2147" h="4112" extrusionOk="0">
                  <a:moveTo>
                    <a:pt x="1" y="1"/>
                  </a:moveTo>
                  <a:lnTo>
                    <a:pt x="1" y="2407"/>
                  </a:lnTo>
                  <a:lnTo>
                    <a:pt x="1701" y="4112"/>
                  </a:lnTo>
                  <a:cubicBezTo>
                    <a:pt x="1980" y="3688"/>
                    <a:pt x="2146" y="3180"/>
                    <a:pt x="2146" y="2633"/>
                  </a:cubicBezTo>
                  <a:cubicBezTo>
                    <a:pt x="2146" y="1338"/>
                    <a:pt x="1222" y="251"/>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3" name="Google Shape;1503;p63"/>
            <p:cNvSpPr/>
            <p:nvPr/>
          </p:nvSpPr>
          <p:spPr>
            <a:xfrm>
              <a:off x="7973630" y="2940064"/>
              <a:ext cx="311680" cy="146697"/>
            </a:xfrm>
            <a:custGeom>
              <a:avLst/>
              <a:gdLst/>
              <a:ahLst/>
              <a:cxnLst/>
              <a:rect l="l" t="t" r="r" b="b"/>
              <a:pathLst>
                <a:path w="11420" h="5375" extrusionOk="0">
                  <a:moveTo>
                    <a:pt x="1" y="0"/>
                  </a:moveTo>
                  <a:cubicBezTo>
                    <a:pt x="548" y="1934"/>
                    <a:pt x="2107" y="3511"/>
                    <a:pt x="4098" y="4072"/>
                  </a:cubicBezTo>
                  <a:lnTo>
                    <a:pt x="4098" y="5374"/>
                  </a:lnTo>
                  <a:lnTo>
                    <a:pt x="7323" y="5374"/>
                  </a:lnTo>
                  <a:lnTo>
                    <a:pt x="7323" y="4072"/>
                  </a:lnTo>
                  <a:cubicBezTo>
                    <a:pt x="9310" y="3511"/>
                    <a:pt x="10873" y="1934"/>
                    <a:pt x="11420" y="0"/>
                  </a:cubicBezTo>
                  <a:lnTo>
                    <a:pt x="9094" y="0"/>
                  </a:lnTo>
                  <a:cubicBezTo>
                    <a:pt x="8498" y="1267"/>
                    <a:pt x="7199" y="2149"/>
                    <a:pt x="5707" y="2149"/>
                  </a:cubicBezTo>
                  <a:cubicBezTo>
                    <a:pt x="4211" y="2149"/>
                    <a:pt x="2916" y="1267"/>
                    <a:pt x="23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4" name="Google Shape;1504;p63"/>
            <p:cNvSpPr/>
            <p:nvPr/>
          </p:nvSpPr>
          <p:spPr>
            <a:xfrm>
              <a:off x="8230780" y="2881494"/>
              <a:ext cx="60808" cy="29394"/>
            </a:xfrm>
            <a:custGeom>
              <a:avLst/>
              <a:gdLst/>
              <a:ahLst/>
              <a:cxnLst/>
              <a:rect l="l" t="t" r="r" b="b"/>
              <a:pathLst>
                <a:path w="2228" h="1077" extrusionOk="0">
                  <a:moveTo>
                    <a:pt x="1" y="1"/>
                  </a:moveTo>
                  <a:cubicBezTo>
                    <a:pt x="36" y="170"/>
                    <a:pt x="43" y="354"/>
                    <a:pt x="43" y="537"/>
                  </a:cubicBezTo>
                  <a:cubicBezTo>
                    <a:pt x="43" y="717"/>
                    <a:pt x="36" y="904"/>
                    <a:pt x="1" y="1077"/>
                  </a:cubicBezTo>
                  <a:lnTo>
                    <a:pt x="2195" y="1077"/>
                  </a:lnTo>
                  <a:cubicBezTo>
                    <a:pt x="2217" y="893"/>
                    <a:pt x="2227" y="724"/>
                    <a:pt x="2227" y="537"/>
                  </a:cubicBezTo>
                  <a:cubicBezTo>
                    <a:pt x="2227" y="357"/>
                    <a:pt x="2217" y="170"/>
                    <a:pt x="21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5" name="Google Shape;1505;p63"/>
            <p:cNvSpPr/>
            <p:nvPr/>
          </p:nvSpPr>
          <p:spPr>
            <a:xfrm>
              <a:off x="7967080" y="2881494"/>
              <a:ext cx="60808" cy="29394"/>
            </a:xfrm>
            <a:custGeom>
              <a:avLst/>
              <a:gdLst/>
              <a:ahLst/>
              <a:cxnLst/>
              <a:rect l="l" t="t" r="r" b="b"/>
              <a:pathLst>
                <a:path w="2228" h="1077" extrusionOk="0">
                  <a:moveTo>
                    <a:pt x="33" y="1"/>
                  </a:moveTo>
                  <a:cubicBezTo>
                    <a:pt x="11" y="170"/>
                    <a:pt x="1" y="354"/>
                    <a:pt x="1" y="537"/>
                  </a:cubicBezTo>
                  <a:cubicBezTo>
                    <a:pt x="1" y="717"/>
                    <a:pt x="11" y="890"/>
                    <a:pt x="33" y="1077"/>
                  </a:cubicBezTo>
                  <a:lnTo>
                    <a:pt x="2227" y="1077"/>
                  </a:lnTo>
                  <a:cubicBezTo>
                    <a:pt x="2199" y="897"/>
                    <a:pt x="2185" y="717"/>
                    <a:pt x="2185" y="537"/>
                  </a:cubicBezTo>
                  <a:cubicBezTo>
                    <a:pt x="2185" y="357"/>
                    <a:pt x="2192" y="170"/>
                    <a:pt x="22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6" name="Google Shape;1506;p63"/>
            <p:cNvSpPr/>
            <p:nvPr/>
          </p:nvSpPr>
          <p:spPr>
            <a:xfrm>
              <a:off x="7973357" y="2734825"/>
              <a:ext cx="312062" cy="117330"/>
            </a:xfrm>
            <a:custGeom>
              <a:avLst/>
              <a:gdLst/>
              <a:ahLst/>
              <a:cxnLst/>
              <a:rect l="l" t="t" r="r" b="b"/>
              <a:pathLst>
                <a:path w="11434" h="4299" extrusionOk="0">
                  <a:moveTo>
                    <a:pt x="5717" y="0"/>
                  </a:moveTo>
                  <a:cubicBezTo>
                    <a:pt x="3021" y="0"/>
                    <a:pt x="695" y="1828"/>
                    <a:pt x="0" y="4298"/>
                  </a:cubicBezTo>
                  <a:lnTo>
                    <a:pt x="2333" y="4298"/>
                  </a:lnTo>
                  <a:cubicBezTo>
                    <a:pt x="2926" y="3032"/>
                    <a:pt x="4221" y="2149"/>
                    <a:pt x="5717" y="2149"/>
                  </a:cubicBezTo>
                  <a:cubicBezTo>
                    <a:pt x="7213" y="2149"/>
                    <a:pt x="8508" y="3032"/>
                    <a:pt x="9101" y="4298"/>
                  </a:cubicBezTo>
                  <a:lnTo>
                    <a:pt x="11433" y="4298"/>
                  </a:lnTo>
                  <a:cubicBezTo>
                    <a:pt x="10735" y="1828"/>
                    <a:pt x="8413" y="0"/>
                    <a:pt x="57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07" name="Google Shape;1507;p63"/>
          <p:cNvGrpSpPr/>
          <p:nvPr/>
        </p:nvGrpSpPr>
        <p:grpSpPr>
          <a:xfrm>
            <a:off x="720294" y="3358539"/>
            <a:ext cx="500244" cy="569185"/>
            <a:chOff x="720294" y="3282339"/>
            <a:chExt cx="500244" cy="569185"/>
          </a:xfrm>
        </p:grpSpPr>
        <p:sp>
          <p:nvSpPr>
            <p:cNvPr id="1508" name="Google Shape;1508;p63"/>
            <p:cNvSpPr/>
            <p:nvPr/>
          </p:nvSpPr>
          <p:spPr>
            <a:xfrm>
              <a:off x="753727" y="3282339"/>
              <a:ext cx="433596" cy="269213"/>
            </a:xfrm>
            <a:custGeom>
              <a:avLst/>
              <a:gdLst/>
              <a:ahLst/>
              <a:cxnLst/>
              <a:rect l="l" t="t" r="r" b="b"/>
              <a:pathLst>
                <a:path w="15887" h="9864" extrusionOk="0">
                  <a:moveTo>
                    <a:pt x="9168" y="0"/>
                  </a:moveTo>
                  <a:cubicBezTo>
                    <a:pt x="8021" y="0"/>
                    <a:pt x="6930" y="463"/>
                    <a:pt x="6122" y="1299"/>
                  </a:cubicBezTo>
                  <a:cubicBezTo>
                    <a:pt x="5895" y="1247"/>
                    <a:pt x="5671" y="1223"/>
                    <a:pt x="5451" y="1223"/>
                  </a:cubicBezTo>
                  <a:cubicBezTo>
                    <a:pt x="3987" y="1223"/>
                    <a:pt x="2759" y="2314"/>
                    <a:pt x="2495" y="3720"/>
                  </a:cubicBezTo>
                  <a:cubicBezTo>
                    <a:pt x="1076" y="3988"/>
                    <a:pt x="0" y="5314"/>
                    <a:pt x="0" y="6807"/>
                  </a:cubicBezTo>
                  <a:cubicBezTo>
                    <a:pt x="0" y="8490"/>
                    <a:pt x="1369" y="9863"/>
                    <a:pt x="3059" y="9863"/>
                  </a:cubicBezTo>
                  <a:lnTo>
                    <a:pt x="4894" y="9863"/>
                  </a:lnTo>
                  <a:lnTo>
                    <a:pt x="4894" y="6807"/>
                  </a:lnTo>
                  <a:lnTo>
                    <a:pt x="6105" y="6807"/>
                  </a:lnTo>
                  <a:lnTo>
                    <a:pt x="6105" y="9859"/>
                  </a:lnTo>
                  <a:lnTo>
                    <a:pt x="9771" y="9859"/>
                  </a:lnTo>
                  <a:lnTo>
                    <a:pt x="9771" y="6804"/>
                  </a:lnTo>
                  <a:lnTo>
                    <a:pt x="10992" y="6804"/>
                  </a:lnTo>
                  <a:lnTo>
                    <a:pt x="10992" y="9859"/>
                  </a:lnTo>
                  <a:lnTo>
                    <a:pt x="12827" y="9859"/>
                  </a:lnTo>
                  <a:cubicBezTo>
                    <a:pt x="14514" y="9859"/>
                    <a:pt x="15886" y="8490"/>
                    <a:pt x="15886" y="6804"/>
                  </a:cubicBezTo>
                  <a:cubicBezTo>
                    <a:pt x="15886" y="5311"/>
                    <a:pt x="14810" y="3998"/>
                    <a:pt x="13406" y="3716"/>
                  </a:cubicBezTo>
                  <a:cubicBezTo>
                    <a:pt x="13137" y="1623"/>
                    <a:pt x="11341" y="0"/>
                    <a:pt x="91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9" name="Google Shape;1509;p63"/>
            <p:cNvSpPr/>
            <p:nvPr/>
          </p:nvSpPr>
          <p:spPr>
            <a:xfrm>
              <a:off x="720294" y="3551416"/>
              <a:ext cx="500244" cy="300108"/>
            </a:xfrm>
            <a:custGeom>
              <a:avLst/>
              <a:gdLst/>
              <a:ahLst/>
              <a:cxnLst/>
              <a:rect l="l" t="t" r="r" b="b"/>
              <a:pathLst>
                <a:path w="18329" h="10996" extrusionOk="0">
                  <a:moveTo>
                    <a:pt x="6109" y="0"/>
                  </a:moveTo>
                  <a:lnTo>
                    <a:pt x="6109" y="2442"/>
                  </a:lnTo>
                  <a:lnTo>
                    <a:pt x="4888" y="2442"/>
                  </a:lnTo>
                  <a:lnTo>
                    <a:pt x="4888" y="4888"/>
                  </a:lnTo>
                  <a:lnTo>
                    <a:pt x="1221" y="4888"/>
                  </a:lnTo>
                  <a:lnTo>
                    <a:pt x="1221" y="7330"/>
                  </a:lnTo>
                  <a:lnTo>
                    <a:pt x="1" y="7330"/>
                  </a:lnTo>
                  <a:lnTo>
                    <a:pt x="1" y="10996"/>
                  </a:lnTo>
                  <a:lnTo>
                    <a:pt x="3667" y="10996"/>
                  </a:lnTo>
                  <a:lnTo>
                    <a:pt x="3667" y="7330"/>
                  </a:lnTo>
                  <a:lnTo>
                    <a:pt x="2442" y="7330"/>
                  </a:lnTo>
                  <a:lnTo>
                    <a:pt x="2442" y="6109"/>
                  </a:lnTo>
                  <a:lnTo>
                    <a:pt x="4888" y="6109"/>
                  </a:lnTo>
                  <a:lnTo>
                    <a:pt x="4888" y="8554"/>
                  </a:lnTo>
                  <a:lnTo>
                    <a:pt x="6109" y="8554"/>
                  </a:lnTo>
                  <a:lnTo>
                    <a:pt x="6109" y="3667"/>
                  </a:lnTo>
                  <a:lnTo>
                    <a:pt x="8554" y="3667"/>
                  </a:lnTo>
                  <a:lnTo>
                    <a:pt x="8554" y="6109"/>
                  </a:lnTo>
                  <a:lnTo>
                    <a:pt x="7330" y="6109"/>
                  </a:lnTo>
                  <a:lnTo>
                    <a:pt x="7330" y="9775"/>
                  </a:lnTo>
                  <a:lnTo>
                    <a:pt x="10996" y="9775"/>
                  </a:lnTo>
                  <a:lnTo>
                    <a:pt x="10996" y="6109"/>
                  </a:lnTo>
                  <a:lnTo>
                    <a:pt x="9775" y="6109"/>
                  </a:lnTo>
                  <a:lnTo>
                    <a:pt x="9775" y="3667"/>
                  </a:lnTo>
                  <a:lnTo>
                    <a:pt x="12217" y="3667"/>
                  </a:lnTo>
                  <a:lnTo>
                    <a:pt x="12217" y="8554"/>
                  </a:lnTo>
                  <a:lnTo>
                    <a:pt x="13441" y="8554"/>
                  </a:lnTo>
                  <a:lnTo>
                    <a:pt x="13441" y="6109"/>
                  </a:lnTo>
                  <a:lnTo>
                    <a:pt x="15883" y="6109"/>
                  </a:lnTo>
                  <a:lnTo>
                    <a:pt x="15883" y="7330"/>
                  </a:lnTo>
                  <a:lnTo>
                    <a:pt x="14662" y="7330"/>
                  </a:lnTo>
                  <a:lnTo>
                    <a:pt x="14662" y="10996"/>
                  </a:lnTo>
                  <a:lnTo>
                    <a:pt x="18329" y="10996"/>
                  </a:lnTo>
                  <a:lnTo>
                    <a:pt x="18329" y="7330"/>
                  </a:lnTo>
                  <a:lnTo>
                    <a:pt x="17104" y="7330"/>
                  </a:lnTo>
                  <a:lnTo>
                    <a:pt x="17104" y="4888"/>
                  </a:lnTo>
                  <a:lnTo>
                    <a:pt x="13441" y="4888"/>
                  </a:lnTo>
                  <a:lnTo>
                    <a:pt x="13441" y="2442"/>
                  </a:lnTo>
                  <a:lnTo>
                    <a:pt x="12217" y="2442"/>
                  </a:lnTo>
                  <a:lnTo>
                    <a:pt x="12217" y="0"/>
                  </a:lnTo>
                  <a:lnTo>
                    <a:pt x="10996" y="0"/>
                  </a:lnTo>
                  <a:lnTo>
                    <a:pt x="10996" y="2442"/>
                  </a:lnTo>
                  <a:lnTo>
                    <a:pt x="7330" y="2442"/>
                  </a:lnTo>
                  <a:lnTo>
                    <a:pt x="733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0" name="Google Shape;1510;p63"/>
            <p:cNvSpPr/>
            <p:nvPr/>
          </p:nvSpPr>
          <p:spPr>
            <a:xfrm>
              <a:off x="853672" y="3818200"/>
              <a:ext cx="33351" cy="33324"/>
            </a:xfrm>
            <a:custGeom>
              <a:avLst/>
              <a:gdLst/>
              <a:ahLst/>
              <a:cxnLst/>
              <a:rect l="l" t="t" r="r" b="b"/>
              <a:pathLst>
                <a:path w="1222" h="1221" extrusionOk="0">
                  <a:moveTo>
                    <a:pt x="1" y="0"/>
                  </a:moveTo>
                  <a:lnTo>
                    <a:pt x="1" y="1221"/>
                  </a:lnTo>
                  <a:lnTo>
                    <a:pt x="1222" y="1221"/>
                  </a:lnTo>
                  <a:lnTo>
                    <a:pt x="1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1" name="Google Shape;1511;p63"/>
            <p:cNvSpPr/>
            <p:nvPr/>
          </p:nvSpPr>
          <p:spPr>
            <a:xfrm>
              <a:off x="1053726" y="3818200"/>
              <a:ext cx="33324" cy="33324"/>
            </a:xfrm>
            <a:custGeom>
              <a:avLst/>
              <a:gdLst/>
              <a:ahLst/>
              <a:cxnLst/>
              <a:rect l="l" t="t" r="r" b="b"/>
              <a:pathLst>
                <a:path w="1221" h="1221" extrusionOk="0">
                  <a:moveTo>
                    <a:pt x="0" y="0"/>
                  </a:moveTo>
                  <a:lnTo>
                    <a:pt x="0" y="1221"/>
                  </a:lnTo>
                  <a:lnTo>
                    <a:pt x="1221" y="1221"/>
                  </a:lnTo>
                  <a:lnTo>
                    <a:pt x="12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12" name="Google Shape;1512;p63"/>
          <p:cNvGrpSpPr/>
          <p:nvPr/>
        </p:nvGrpSpPr>
        <p:grpSpPr>
          <a:xfrm>
            <a:off x="1520510" y="3400706"/>
            <a:ext cx="500463" cy="500463"/>
            <a:chOff x="1520510" y="3324506"/>
            <a:chExt cx="500463" cy="500463"/>
          </a:xfrm>
        </p:grpSpPr>
        <p:sp>
          <p:nvSpPr>
            <p:cNvPr id="1513" name="Google Shape;1513;p63"/>
            <p:cNvSpPr/>
            <p:nvPr/>
          </p:nvSpPr>
          <p:spPr>
            <a:xfrm>
              <a:off x="1520510" y="3324506"/>
              <a:ext cx="500463" cy="236571"/>
            </a:xfrm>
            <a:custGeom>
              <a:avLst/>
              <a:gdLst/>
              <a:ahLst/>
              <a:cxnLst/>
              <a:rect l="l" t="t" r="r" b="b"/>
              <a:pathLst>
                <a:path w="18337" h="8668" extrusionOk="0">
                  <a:moveTo>
                    <a:pt x="1077" y="1"/>
                  </a:moveTo>
                  <a:lnTo>
                    <a:pt x="1077" y="3357"/>
                  </a:lnTo>
                  <a:cubicBezTo>
                    <a:pt x="452" y="3575"/>
                    <a:pt x="1" y="4168"/>
                    <a:pt x="1" y="4870"/>
                  </a:cubicBezTo>
                  <a:cubicBezTo>
                    <a:pt x="1" y="5636"/>
                    <a:pt x="537" y="6310"/>
                    <a:pt x="1257" y="6476"/>
                  </a:cubicBezTo>
                  <a:lnTo>
                    <a:pt x="2351" y="8667"/>
                  </a:lnTo>
                  <a:lnTo>
                    <a:pt x="15975" y="8667"/>
                  </a:lnTo>
                  <a:lnTo>
                    <a:pt x="17069" y="6476"/>
                  </a:lnTo>
                  <a:cubicBezTo>
                    <a:pt x="17789" y="6310"/>
                    <a:pt x="18326" y="5636"/>
                    <a:pt x="18326" y="4870"/>
                  </a:cubicBezTo>
                  <a:cubicBezTo>
                    <a:pt x="18336" y="4172"/>
                    <a:pt x="17884" y="3582"/>
                    <a:pt x="17260" y="3357"/>
                  </a:cubicBezTo>
                  <a:lnTo>
                    <a:pt x="17260" y="1"/>
                  </a:lnTo>
                  <a:lnTo>
                    <a:pt x="16184" y="1"/>
                  </a:lnTo>
                  <a:lnTo>
                    <a:pt x="16184" y="3357"/>
                  </a:lnTo>
                  <a:cubicBezTo>
                    <a:pt x="15563" y="3575"/>
                    <a:pt x="15107" y="4168"/>
                    <a:pt x="15107" y="4870"/>
                  </a:cubicBezTo>
                  <a:cubicBezTo>
                    <a:pt x="15107" y="5477"/>
                    <a:pt x="15450" y="6038"/>
                    <a:pt x="15947" y="6310"/>
                  </a:cubicBezTo>
                  <a:lnTo>
                    <a:pt x="15308" y="7591"/>
                  </a:lnTo>
                  <a:lnTo>
                    <a:pt x="3011" y="7591"/>
                  </a:lnTo>
                  <a:lnTo>
                    <a:pt x="2372" y="6310"/>
                  </a:lnTo>
                  <a:cubicBezTo>
                    <a:pt x="2870" y="6038"/>
                    <a:pt x="3215" y="5477"/>
                    <a:pt x="3215" y="4870"/>
                  </a:cubicBezTo>
                  <a:cubicBezTo>
                    <a:pt x="3215" y="4168"/>
                    <a:pt x="2764" y="3582"/>
                    <a:pt x="2139" y="3357"/>
                  </a:cubicBezTo>
                  <a:lnTo>
                    <a:pt x="213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4" name="Google Shape;1514;p63"/>
            <p:cNvSpPr/>
            <p:nvPr/>
          </p:nvSpPr>
          <p:spPr>
            <a:xfrm>
              <a:off x="1520510" y="3590335"/>
              <a:ext cx="500463" cy="226528"/>
            </a:xfrm>
            <a:custGeom>
              <a:avLst/>
              <a:gdLst/>
              <a:ahLst/>
              <a:cxnLst/>
              <a:rect l="l" t="t" r="r" b="b"/>
              <a:pathLst>
                <a:path w="18337" h="8300" extrusionOk="0">
                  <a:moveTo>
                    <a:pt x="2302" y="0"/>
                  </a:moveTo>
                  <a:lnTo>
                    <a:pt x="1582" y="2153"/>
                  </a:lnTo>
                  <a:cubicBezTo>
                    <a:pt x="710" y="2170"/>
                    <a:pt x="1" y="2880"/>
                    <a:pt x="1" y="3762"/>
                  </a:cubicBezTo>
                  <a:cubicBezTo>
                    <a:pt x="1" y="4647"/>
                    <a:pt x="724" y="5371"/>
                    <a:pt x="1610" y="5371"/>
                  </a:cubicBezTo>
                  <a:cubicBezTo>
                    <a:pt x="1677" y="5371"/>
                    <a:pt x="1740" y="5357"/>
                    <a:pt x="1804" y="5353"/>
                  </a:cubicBezTo>
                  <a:lnTo>
                    <a:pt x="3275" y="8300"/>
                  </a:lnTo>
                  <a:lnTo>
                    <a:pt x="4239" y="7820"/>
                  </a:lnTo>
                  <a:lnTo>
                    <a:pt x="2771" y="4877"/>
                  </a:lnTo>
                  <a:cubicBezTo>
                    <a:pt x="3046" y="4584"/>
                    <a:pt x="3223" y="4192"/>
                    <a:pt x="3223" y="3762"/>
                  </a:cubicBezTo>
                  <a:cubicBezTo>
                    <a:pt x="3223" y="3243"/>
                    <a:pt x="2976" y="2791"/>
                    <a:pt x="2601" y="2495"/>
                  </a:cubicBezTo>
                  <a:lnTo>
                    <a:pt x="3074" y="1073"/>
                  </a:lnTo>
                  <a:lnTo>
                    <a:pt x="5407" y="1073"/>
                  </a:lnTo>
                  <a:lnTo>
                    <a:pt x="5407" y="2149"/>
                  </a:lnTo>
                  <a:lnTo>
                    <a:pt x="12927" y="2149"/>
                  </a:lnTo>
                  <a:lnTo>
                    <a:pt x="12927" y="1073"/>
                  </a:lnTo>
                  <a:lnTo>
                    <a:pt x="15263" y="1073"/>
                  </a:lnTo>
                  <a:lnTo>
                    <a:pt x="15732" y="2495"/>
                  </a:lnTo>
                  <a:cubicBezTo>
                    <a:pt x="15358" y="2791"/>
                    <a:pt x="15111" y="3243"/>
                    <a:pt x="15111" y="3762"/>
                  </a:cubicBezTo>
                  <a:cubicBezTo>
                    <a:pt x="15111" y="4192"/>
                    <a:pt x="15284" y="4584"/>
                    <a:pt x="15566" y="4877"/>
                  </a:cubicBezTo>
                  <a:lnTo>
                    <a:pt x="14098" y="7820"/>
                  </a:lnTo>
                  <a:lnTo>
                    <a:pt x="15058" y="8300"/>
                  </a:lnTo>
                  <a:lnTo>
                    <a:pt x="16533" y="5353"/>
                  </a:lnTo>
                  <a:cubicBezTo>
                    <a:pt x="16596" y="5364"/>
                    <a:pt x="16660" y="5371"/>
                    <a:pt x="16727" y="5371"/>
                  </a:cubicBezTo>
                  <a:cubicBezTo>
                    <a:pt x="17613" y="5371"/>
                    <a:pt x="18336" y="4647"/>
                    <a:pt x="18336" y="3762"/>
                  </a:cubicBezTo>
                  <a:cubicBezTo>
                    <a:pt x="18336" y="2883"/>
                    <a:pt x="17630" y="2170"/>
                    <a:pt x="16752" y="2153"/>
                  </a:cubicBezTo>
                  <a:lnTo>
                    <a:pt x="16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5" name="Google Shape;1515;p63"/>
            <p:cNvSpPr/>
            <p:nvPr/>
          </p:nvSpPr>
          <p:spPr>
            <a:xfrm>
              <a:off x="1697447" y="3678244"/>
              <a:ext cx="146697" cy="146724"/>
            </a:xfrm>
            <a:custGeom>
              <a:avLst/>
              <a:gdLst/>
              <a:ahLst/>
              <a:cxnLst/>
              <a:rect l="l" t="t" r="r" b="b"/>
              <a:pathLst>
                <a:path w="5375" h="5376" extrusionOk="0">
                  <a:moveTo>
                    <a:pt x="0" y="1"/>
                  </a:moveTo>
                  <a:lnTo>
                    <a:pt x="0" y="3226"/>
                  </a:lnTo>
                  <a:lnTo>
                    <a:pt x="1076" y="3226"/>
                  </a:lnTo>
                  <a:lnTo>
                    <a:pt x="1076" y="1077"/>
                  </a:lnTo>
                  <a:lnTo>
                    <a:pt x="2153" y="1077"/>
                  </a:lnTo>
                  <a:lnTo>
                    <a:pt x="2153" y="5375"/>
                  </a:lnTo>
                  <a:lnTo>
                    <a:pt x="3229" y="5375"/>
                  </a:lnTo>
                  <a:lnTo>
                    <a:pt x="3229" y="1077"/>
                  </a:lnTo>
                  <a:lnTo>
                    <a:pt x="4298" y="1077"/>
                  </a:lnTo>
                  <a:lnTo>
                    <a:pt x="4298" y="3226"/>
                  </a:lnTo>
                  <a:lnTo>
                    <a:pt x="5374" y="3226"/>
                  </a:lnTo>
                  <a:lnTo>
                    <a:pt x="53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6" name="Google Shape;1516;p63"/>
            <p:cNvSpPr/>
            <p:nvPr/>
          </p:nvSpPr>
          <p:spPr>
            <a:xfrm>
              <a:off x="1756099" y="3398769"/>
              <a:ext cx="29394" cy="29394"/>
            </a:xfrm>
            <a:custGeom>
              <a:avLst/>
              <a:gdLst/>
              <a:ahLst/>
              <a:cxnLst/>
              <a:rect l="l" t="t" r="r" b="b"/>
              <a:pathLst>
                <a:path w="1077" h="1077" extrusionOk="0">
                  <a:moveTo>
                    <a:pt x="536" y="0"/>
                  </a:moveTo>
                  <a:cubicBezTo>
                    <a:pt x="244" y="0"/>
                    <a:pt x="0" y="244"/>
                    <a:pt x="0" y="537"/>
                  </a:cubicBezTo>
                  <a:cubicBezTo>
                    <a:pt x="0" y="833"/>
                    <a:pt x="244" y="1077"/>
                    <a:pt x="536" y="1077"/>
                  </a:cubicBezTo>
                  <a:cubicBezTo>
                    <a:pt x="833" y="1077"/>
                    <a:pt x="1076" y="833"/>
                    <a:pt x="1076" y="537"/>
                  </a:cubicBezTo>
                  <a:cubicBezTo>
                    <a:pt x="1076" y="244"/>
                    <a:pt x="833" y="0"/>
                    <a:pt x="5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7" name="Google Shape;1517;p63"/>
            <p:cNvSpPr/>
            <p:nvPr/>
          </p:nvSpPr>
          <p:spPr>
            <a:xfrm>
              <a:off x="1668162" y="3324506"/>
              <a:ext cx="205158" cy="177920"/>
            </a:xfrm>
            <a:custGeom>
              <a:avLst/>
              <a:gdLst/>
              <a:ahLst/>
              <a:cxnLst/>
              <a:rect l="l" t="t" r="r" b="b"/>
              <a:pathLst>
                <a:path w="7517" h="6519" extrusionOk="0">
                  <a:moveTo>
                    <a:pt x="3758" y="1649"/>
                  </a:moveTo>
                  <a:cubicBezTo>
                    <a:pt x="4648" y="1649"/>
                    <a:pt x="5371" y="2372"/>
                    <a:pt x="5371" y="3258"/>
                  </a:cubicBezTo>
                  <a:cubicBezTo>
                    <a:pt x="5371" y="4144"/>
                    <a:pt x="4648" y="4870"/>
                    <a:pt x="3758" y="4870"/>
                  </a:cubicBezTo>
                  <a:cubicBezTo>
                    <a:pt x="2873" y="4870"/>
                    <a:pt x="2149" y="4144"/>
                    <a:pt x="2149" y="3258"/>
                  </a:cubicBezTo>
                  <a:cubicBezTo>
                    <a:pt x="2149" y="2372"/>
                    <a:pt x="2869" y="1649"/>
                    <a:pt x="3758" y="1649"/>
                  </a:cubicBezTo>
                  <a:close/>
                  <a:moveTo>
                    <a:pt x="3758" y="1"/>
                  </a:moveTo>
                  <a:cubicBezTo>
                    <a:pt x="1687" y="1"/>
                    <a:pt x="0" y="1723"/>
                    <a:pt x="0" y="3798"/>
                  </a:cubicBezTo>
                  <a:lnTo>
                    <a:pt x="0" y="6518"/>
                  </a:lnTo>
                  <a:lnTo>
                    <a:pt x="7517" y="6518"/>
                  </a:lnTo>
                  <a:lnTo>
                    <a:pt x="7517" y="3798"/>
                  </a:lnTo>
                  <a:cubicBezTo>
                    <a:pt x="7517" y="1723"/>
                    <a:pt x="5833" y="1"/>
                    <a:pt x="37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18" name="Google Shape;1518;p63"/>
          <p:cNvGrpSpPr/>
          <p:nvPr/>
        </p:nvGrpSpPr>
        <p:grpSpPr>
          <a:xfrm>
            <a:off x="2380442" y="3400515"/>
            <a:ext cx="381222" cy="500544"/>
            <a:chOff x="2380442" y="3324315"/>
            <a:chExt cx="381222" cy="500544"/>
          </a:xfrm>
        </p:grpSpPr>
        <p:sp>
          <p:nvSpPr>
            <p:cNvPr id="1519" name="Google Shape;1519;p63"/>
            <p:cNvSpPr/>
            <p:nvPr/>
          </p:nvSpPr>
          <p:spPr>
            <a:xfrm>
              <a:off x="2380442" y="3707529"/>
              <a:ext cx="381222" cy="117330"/>
            </a:xfrm>
            <a:custGeom>
              <a:avLst/>
              <a:gdLst/>
              <a:ahLst/>
              <a:cxnLst/>
              <a:rect l="l" t="t" r="r" b="b"/>
              <a:pathLst>
                <a:path w="13968" h="4299" extrusionOk="0">
                  <a:moveTo>
                    <a:pt x="2690" y="1"/>
                  </a:moveTo>
                  <a:cubicBezTo>
                    <a:pt x="1208" y="1"/>
                    <a:pt x="1" y="1204"/>
                    <a:pt x="1" y="2686"/>
                  </a:cubicBezTo>
                  <a:lnTo>
                    <a:pt x="1" y="4299"/>
                  </a:lnTo>
                  <a:lnTo>
                    <a:pt x="13968" y="4299"/>
                  </a:lnTo>
                  <a:lnTo>
                    <a:pt x="13968" y="2686"/>
                  </a:lnTo>
                  <a:cubicBezTo>
                    <a:pt x="13968" y="1204"/>
                    <a:pt x="12764" y="1"/>
                    <a:pt x="11282" y="1"/>
                  </a:cubicBezTo>
                  <a:lnTo>
                    <a:pt x="10358" y="1"/>
                  </a:lnTo>
                  <a:cubicBezTo>
                    <a:pt x="10139" y="152"/>
                    <a:pt x="9910" y="290"/>
                    <a:pt x="9670" y="417"/>
                  </a:cubicBezTo>
                  <a:lnTo>
                    <a:pt x="9670" y="540"/>
                  </a:lnTo>
                  <a:cubicBezTo>
                    <a:pt x="9670" y="2019"/>
                    <a:pt x="8466" y="3226"/>
                    <a:pt x="6984" y="3226"/>
                  </a:cubicBezTo>
                  <a:cubicBezTo>
                    <a:pt x="5502" y="3226"/>
                    <a:pt x="4299" y="2022"/>
                    <a:pt x="4299" y="540"/>
                  </a:cubicBezTo>
                  <a:lnTo>
                    <a:pt x="4299" y="417"/>
                  </a:lnTo>
                  <a:cubicBezTo>
                    <a:pt x="4055" y="293"/>
                    <a:pt x="3830" y="156"/>
                    <a:pt x="36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0" name="Google Shape;1520;p63"/>
            <p:cNvSpPr/>
            <p:nvPr/>
          </p:nvSpPr>
          <p:spPr>
            <a:xfrm>
              <a:off x="2585791" y="3353900"/>
              <a:ext cx="175873" cy="263891"/>
            </a:xfrm>
            <a:custGeom>
              <a:avLst/>
              <a:gdLst/>
              <a:ahLst/>
              <a:cxnLst/>
              <a:rect l="l" t="t" r="r" b="b"/>
              <a:pathLst>
                <a:path w="6444" h="9669" extrusionOk="0">
                  <a:moveTo>
                    <a:pt x="2686" y="6444"/>
                  </a:moveTo>
                  <a:lnTo>
                    <a:pt x="2686" y="7520"/>
                  </a:lnTo>
                  <a:lnTo>
                    <a:pt x="1609" y="7520"/>
                  </a:lnTo>
                  <a:lnTo>
                    <a:pt x="1609" y="6444"/>
                  </a:lnTo>
                  <a:close/>
                  <a:moveTo>
                    <a:pt x="0" y="0"/>
                  </a:moveTo>
                  <a:lnTo>
                    <a:pt x="0" y="7520"/>
                  </a:lnTo>
                  <a:cubicBezTo>
                    <a:pt x="0" y="8705"/>
                    <a:pt x="960" y="9669"/>
                    <a:pt x="2149" y="9669"/>
                  </a:cubicBezTo>
                  <a:lnTo>
                    <a:pt x="4009" y="9669"/>
                  </a:lnTo>
                  <a:cubicBezTo>
                    <a:pt x="4132" y="9323"/>
                    <a:pt x="4203" y="8963"/>
                    <a:pt x="4249" y="8593"/>
                  </a:cubicBezTo>
                  <a:lnTo>
                    <a:pt x="6444" y="8593"/>
                  </a:lnTo>
                  <a:lnTo>
                    <a:pt x="6444" y="3218"/>
                  </a:lnTo>
                  <a:lnTo>
                    <a:pt x="5367" y="3218"/>
                  </a:lnTo>
                  <a:lnTo>
                    <a:pt x="5367" y="5367"/>
                  </a:lnTo>
                  <a:lnTo>
                    <a:pt x="4291" y="5367"/>
                  </a:lnTo>
                  <a:lnTo>
                    <a:pt x="4291" y="4295"/>
                  </a:lnTo>
                  <a:lnTo>
                    <a:pt x="2682" y="4295"/>
                  </a:lnTo>
                  <a:lnTo>
                    <a:pt x="2682" y="5371"/>
                  </a:lnTo>
                  <a:lnTo>
                    <a:pt x="1609" y="5371"/>
                  </a:lnTo>
                  <a:lnTo>
                    <a:pt x="160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1" name="Google Shape;1521;p63"/>
            <p:cNvSpPr/>
            <p:nvPr/>
          </p:nvSpPr>
          <p:spPr>
            <a:xfrm>
              <a:off x="2439012" y="3460887"/>
              <a:ext cx="241266" cy="305430"/>
            </a:xfrm>
            <a:custGeom>
              <a:avLst/>
              <a:gdLst/>
              <a:ahLst/>
              <a:cxnLst/>
              <a:rect l="l" t="t" r="r" b="b"/>
              <a:pathLst>
                <a:path w="8840" h="11191" extrusionOk="0">
                  <a:moveTo>
                    <a:pt x="0" y="0"/>
                  </a:moveTo>
                  <a:lnTo>
                    <a:pt x="0" y="4136"/>
                  </a:lnTo>
                  <a:cubicBezTo>
                    <a:pt x="0" y="6193"/>
                    <a:pt x="1306" y="8078"/>
                    <a:pt x="3226" y="8752"/>
                  </a:cubicBezTo>
                  <a:lnTo>
                    <a:pt x="3226" y="9581"/>
                  </a:lnTo>
                  <a:cubicBezTo>
                    <a:pt x="3226" y="10467"/>
                    <a:pt x="3949" y="11190"/>
                    <a:pt x="4838" y="11190"/>
                  </a:cubicBezTo>
                  <a:cubicBezTo>
                    <a:pt x="5727" y="11190"/>
                    <a:pt x="6451" y="10467"/>
                    <a:pt x="6451" y="9581"/>
                  </a:cubicBezTo>
                  <a:lnTo>
                    <a:pt x="6451" y="8752"/>
                  </a:lnTo>
                  <a:cubicBezTo>
                    <a:pt x="7446" y="8399"/>
                    <a:pt x="8272" y="7665"/>
                    <a:pt x="8840" y="6825"/>
                  </a:cubicBezTo>
                  <a:lnTo>
                    <a:pt x="7520" y="6825"/>
                  </a:lnTo>
                  <a:cubicBezTo>
                    <a:pt x="5745" y="6825"/>
                    <a:pt x="4298" y="5378"/>
                    <a:pt x="4298" y="3600"/>
                  </a:cubicBezTo>
                  <a:lnTo>
                    <a:pt x="4298" y="375"/>
                  </a:lnTo>
                  <a:lnTo>
                    <a:pt x="1609" y="375"/>
                  </a:lnTo>
                  <a:cubicBezTo>
                    <a:pt x="1034" y="375"/>
                    <a:pt x="491" y="233"/>
                    <a:pt x="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2" name="Google Shape;1522;p63"/>
            <p:cNvSpPr/>
            <p:nvPr/>
          </p:nvSpPr>
          <p:spPr>
            <a:xfrm>
              <a:off x="2409727" y="3324315"/>
              <a:ext cx="146697" cy="117440"/>
            </a:xfrm>
            <a:custGeom>
              <a:avLst/>
              <a:gdLst/>
              <a:ahLst/>
              <a:cxnLst/>
              <a:rect l="l" t="t" r="r" b="b"/>
              <a:pathLst>
                <a:path w="5375" h="4303" extrusionOk="0">
                  <a:moveTo>
                    <a:pt x="1" y="1"/>
                  </a:moveTo>
                  <a:lnTo>
                    <a:pt x="1" y="8"/>
                  </a:lnTo>
                  <a:lnTo>
                    <a:pt x="1" y="1617"/>
                  </a:lnTo>
                  <a:cubicBezTo>
                    <a:pt x="1" y="3099"/>
                    <a:pt x="1207" y="4302"/>
                    <a:pt x="2690" y="4302"/>
                  </a:cubicBezTo>
                  <a:lnTo>
                    <a:pt x="5375" y="4302"/>
                  </a:lnTo>
                  <a:lnTo>
                    <a:pt x="5375" y="1077"/>
                  </a:lnTo>
                  <a:lnTo>
                    <a:pt x="3766" y="1077"/>
                  </a:lnTo>
                  <a:cubicBezTo>
                    <a:pt x="3469" y="1077"/>
                    <a:pt x="3226" y="837"/>
                    <a:pt x="3226" y="541"/>
                  </a:cubicBez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3" name="Google Shape;1523;p63"/>
            <p:cNvSpPr/>
            <p:nvPr/>
          </p:nvSpPr>
          <p:spPr>
            <a:xfrm>
              <a:off x="2659071" y="3353900"/>
              <a:ext cx="43941" cy="87936"/>
            </a:xfrm>
            <a:custGeom>
              <a:avLst/>
              <a:gdLst/>
              <a:ahLst/>
              <a:cxnLst/>
              <a:rect l="l" t="t" r="r" b="b"/>
              <a:pathLst>
                <a:path w="1610" h="3222" extrusionOk="0">
                  <a:moveTo>
                    <a:pt x="1" y="0"/>
                  </a:moveTo>
                  <a:lnTo>
                    <a:pt x="1" y="3222"/>
                  </a:lnTo>
                  <a:lnTo>
                    <a:pt x="1610" y="3222"/>
                  </a:lnTo>
                  <a:lnTo>
                    <a:pt x="1610" y="1609"/>
                  </a:lnTo>
                  <a:cubicBezTo>
                    <a:pt x="1610" y="723"/>
                    <a:pt x="886" y="0"/>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24" name="Google Shape;1524;p63"/>
          <p:cNvGrpSpPr/>
          <p:nvPr/>
        </p:nvGrpSpPr>
        <p:grpSpPr>
          <a:xfrm>
            <a:off x="3136662" y="3400706"/>
            <a:ext cx="469240" cy="500463"/>
            <a:chOff x="3136662" y="3324506"/>
            <a:chExt cx="469240" cy="500463"/>
          </a:xfrm>
        </p:grpSpPr>
        <p:sp>
          <p:nvSpPr>
            <p:cNvPr id="1525" name="Google Shape;1525;p63"/>
            <p:cNvSpPr/>
            <p:nvPr/>
          </p:nvSpPr>
          <p:spPr>
            <a:xfrm>
              <a:off x="3166138" y="3324506"/>
              <a:ext cx="293285" cy="117249"/>
            </a:xfrm>
            <a:custGeom>
              <a:avLst/>
              <a:gdLst/>
              <a:ahLst/>
              <a:cxnLst/>
              <a:rect l="l" t="t" r="r" b="b"/>
              <a:pathLst>
                <a:path w="10746" h="4296" extrusionOk="0">
                  <a:moveTo>
                    <a:pt x="0" y="1"/>
                  </a:moveTo>
                  <a:lnTo>
                    <a:pt x="0" y="1610"/>
                  </a:lnTo>
                  <a:cubicBezTo>
                    <a:pt x="0" y="3092"/>
                    <a:pt x="1204" y="4295"/>
                    <a:pt x="2686" y="4295"/>
                  </a:cubicBezTo>
                  <a:lnTo>
                    <a:pt x="10745" y="4295"/>
                  </a:lnTo>
                  <a:lnTo>
                    <a:pt x="10745" y="2686"/>
                  </a:lnTo>
                  <a:cubicBezTo>
                    <a:pt x="10745" y="1800"/>
                    <a:pt x="10022" y="1077"/>
                    <a:pt x="9136" y="1077"/>
                  </a:cubicBezTo>
                  <a:lnTo>
                    <a:pt x="3762" y="1077"/>
                  </a:lnTo>
                  <a:cubicBezTo>
                    <a:pt x="3466" y="1077"/>
                    <a:pt x="3226" y="834"/>
                    <a:pt x="3226" y="537"/>
                  </a:cubicBez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6" name="Google Shape;1526;p63"/>
            <p:cNvSpPr/>
            <p:nvPr/>
          </p:nvSpPr>
          <p:spPr>
            <a:xfrm>
              <a:off x="3166138" y="3529746"/>
              <a:ext cx="322570" cy="58679"/>
            </a:xfrm>
            <a:custGeom>
              <a:avLst/>
              <a:gdLst/>
              <a:ahLst/>
              <a:cxnLst/>
              <a:rect l="l" t="t" r="r" b="b"/>
              <a:pathLst>
                <a:path w="11819" h="2150" extrusionOk="0">
                  <a:moveTo>
                    <a:pt x="0" y="1"/>
                  </a:moveTo>
                  <a:lnTo>
                    <a:pt x="0" y="2150"/>
                  </a:lnTo>
                  <a:lnTo>
                    <a:pt x="4298" y="2150"/>
                  </a:lnTo>
                  <a:lnTo>
                    <a:pt x="4298" y="1073"/>
                  </a:lnTo>
                  <a:lnTo>
                    <a:pt x="7520" y="1073"/>
                  </a:lnTo>
                  <a:lnTo>
                    <a:pt x="7520" y="2150"/>
                  </a:lnTo>
                  <a:lnTo>
                    <a:pt x="11818" y="2150"/>
                  </a:lnTo>
                  <a:lnTo>
                    <a:pt x="118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7" name="Google Shape;1527;p63"/>
            <p:cNvSpPr/>
            <p:nvPr/>
          </p:nvSpPr>
          <p:spPr>
            <a:xfrm>
              <a:off x="3552436" y="3474069"/>
              <a:ext cx="53466" cy="169841"/>
            </a:xfrm>
            <a:custGeom>
              <a:avLst/>
              <a:gdLst/>
              <a:ahLst/>
              <a:cxnLst/>
              <a:rect l="l" t="t" r="r" b="b"/>
              <a:pathLst>
                <a:path w="1959" h="6223" extrusionOk="0">
                  <a:moveTo>
                    <a:pt x="822" y="1"/>
                  </a:moveTo>
                  <a:lnTo>
                    <a:pt x="0" y="696"/>
                  </a:lnTo>
                  <a:cubicBezTo>
                    <a:pt x="572" y="1370"/>
                    <a:pt x="882" y="2231"/>
                    <a:pt x="882" y="3113"/>
                  </a:cubicBezTo>
                  <a:cubicBezTo>
                    <a:pt x="882" y="3995"/>
                    <a:pt x="572" y="4853"/>
                    <a:pt x="0" y="5530"/>
                  </a:cubicBezTo>
                  <a:lnTo>
                    <a:pt x="822" y="6222"/>
                  </a:lnTo>
                  <a:cubicBezTo>
                    <a:pt x="1553" y="5354"/>
                    <a:pt x="1959" y="4246"/>
                    <a:pt x="1959" y="3113"/>
                  </a:cubicBezTo>
                  <a:cubicBezTo>
                    <a:pt x="1959" y="1977"/>
                    <a:pt x="1553" y="873"/>
                    <a:pt x="8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8" name="Google Shape;1528;p63"/>
            <p:cNvSpPr/>
            <p:nvPr/>
          </p:nvSpPr>
          <p:spPr>
            <a:xfrm>
              <a:off x="3512753" y="3524151"/>
              <a:ext cx="34607" cy="69678"/>
            </a:xfrm>
            <a:custGeom>
              <a:avLst/>
              <a:gdLst/>
              <a:ahLst/>
              <a:cxnLst/>
              <a:rect l="l" t="t" r="r" b="b"/>
              <a:pathLst>
                <a:path w="1268" h="2553" extrusionOk="0">
                  <a:moveTo>
                    <a:pt x="942" y="1"/>
                  </a:moveTo>
                  <a:lnTo>
                    <a:pt x="0" y="513"/>
                  </a:lnTo>
                  <a:cubicBezTo>
                    <a:pt x="127" y="752"/>
                    <a:pt x="194" y="1007"/>
                    <a:pt x="194" y="1278"/>
                  </a:cubicBezTo>
                  <a:cubicBezTo>
                    <a:pt x="194" y="1546"/>
                    <a:pt x="127" y="1808"/>
                    <a:pt x="0" y="2040"/>
                  </a:cubicBezTo>
                  <a:lnTo>
                    <a:pt x="942" y="2552"/>
                  </a:lnTo>
                  <a:cubicBezTo>
                    <a:pt x="1154" y="2164"/>
                    <a:pt x="1267" y="1723"/>
                    <a:pt x="1267" y="1275"/>
                  </a:cubicBezTo>
                  <a:cubicBezTo>
                    <a:pt x="1267" y="830"/>
                    <a:pt x="1154" y="389"/>
                    <a:pt x="9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9" name="Google Shape;1529;p63"/>
            <p:cNvSpPr/>
            <p:nvPr/>
          </p:nvSpPr>
          <p:spPr>
            <a:xfrm>
              <a:off x="3136662" y="3707638"/>
              <a:ext cx="381413" cy="117330"/>
            </a:xfrm>
            <a:custGeom>
              <a:avLst/>
              <a:gdLst/>
              <a:ahLst/>
              <a:cxnLst/>
              <a:rect l="l" t="t" r="r" b="b"/>
              <a:pathLst>
                <a:path w="13975" h="4299" extrusionOk="0">
                  <a:moveTo>
                    <a:pt x="2686" y="0"/>
                  </a:moveTo>
                  <a:cubicBezTo>
                    <a:pt x="1204" y="0"/>
                    <a:pt x="1" y="1207"/>
                    <a:pt x="1" y="2689"/>
                  </a:cubicBezTo>
                  <a:lnTo>
                    <a:pt x="1" y="4298"/>
                  </a:lnTo>
                  <a:lnTo>
                    <a:pt x="13974" y="4298"/>
                  </a:lnTo>
                  <a:lnTo>
                    <a:pt x="13974" y="2689"/>
                  </a:lnTo>
                  <a:cubicBezTo>
                    <a:pt x="13974" y="1207"/>
                    <a:pt x="12771" y="0"/>
                    <a:pt x="11289" y="0"/>
                  </a:cubicBezTo>
                  <a:lnTo>
                    <a:pt x="10357" y="0"/>
                  </a:lnTo>
                  <a:cubicBezTo>
                    <a:pt x="10142" y="152"/>
                    <a:pt x="9916" y="293"/>
                    <a:pt x="9673" y="416"/>
                  </a:cubicBezTo>
                  <a:lnTo>
                    <a:pt x="9673" y="540"/>
                  </a:lnTo>
                  <a:cubicBezTo>
                    <a:pt x="9673" y="2022"/>
                    <a:pt x="8469" y="3225"/>
                    <a:pt x="6987" y="3225"/>
                  </a:cubicBezTo>
                  <a:cubicBezTo>
                    <a:pt x="5505" y="3225"/>
                    <a:pt x="4302" y="2022"/>
                    <a:pt x="4302" y="540"/>
                  </a:cubicBezTo>
                  <a:lnTo>
                    <a:pt x="4302" y="416"/>
                  </a:lnTo>
                  <a:cubicBezTo>
                    <a:pt x="4062" y="293"/>
                    <a:pt x="3836" y="152"/>
                    <a:pt x="36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0" name="Google Shape;1530;p63"/>
            <p:cNvSpPr/>
            <p:nvPr/>
          </p:nvSpPr>
          <p:spPr>
            <a:xfrm>
              <a:off x="3203120" y="3588398"/>
              <a:ext cx="248498" cy="177920"/>
            </a:xfrm>
            <a:custGeom>
              <a:avLst/>
              <a:gdLst/>
              <a:ahLst/>
              <a:cxnLst/>
              <a:rect l="l" t="t" r="r" b="b"/>
              <a:pathLst>
                <a:path w="9105" h="6519" extrusionOk="0">
                  <a:moveTo>
                    <a:pt x="4013" y="1"/>
                  </a:moveTo>
                  <a:lnTo>
                    <a:pt x="4013" y="1077"/>
                  </a:lnTo>
                  <a:lnTo>
                    <a:pt x="0" y="1077"/>
                  </a:lnTo>
                  <a:cubicBezTo>
                    <a:pt x="484" y="2439"/>
                    <a:pt x="1560" y="3593"/>
                    <a:pt x="2936" y="4080"/>
                  </a:cubicBezTo>
                  <a:lnTo>
                    <a:pt x="2936" y="4909"/>
                  </a:lnTo>
                  <a:cubicBezTo>
                    <a:pt x="2943" y="5795"/>
                    <a:pt x="3667" y="6518"/>
                    <a:pt x="4556" y="6518"/>
                  </a:cubicBezTo>
                  <a:cubicBezTo>
                    <a:pt x="5442" y="6518"/>
                    <a:pt x="6165" y="5795"/>
                    <a:pt x="6165" y="4909"/>
                  </a:cubicBezTo>
                  <a:lnTo>
                    <a:pt x="6165" y="4080"/>
                  </a:lnTo>
                  <a:cubicBezTo>
                    <a:pt x="7541" y="3593"/>
                    <a:pt x="8618" y="2442"/>
                    <a:pt x="9104" y="1077"/>
                  </a:cubicBezTo>
                  <a:lnTo>
                    <a:pt x="5089" y="1077"/>
                  </a:lnTo>
                  <a:lnTo>
                    <a:pt x="50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1" name="Google Shape;1531;p63"/>
            <p:cNvSpPr/>
            <p:nvPr/>
          </p:nvSpPr>
          <p:spPr>
            <a:xfrm>
              <a:off x="3195505" y="3471094"/>
              <a:ext cx="263918" cy="29394"/>
            </a:xfrm>
            <a:custGeom>
              <a:avLst/>
              <a:gdLst/>
              <a:ahLst/>
              <a:cxnLst/>
              <a:rect l="l" t="t" r="r" b="b"/>
              <a:pathLst>
                <a:path w="9670" h="1077" extrusionOk="0">
                  <a:moveTo>
                    <a:pt x="1" y="1"/>
                  </a:moveTo>
                  <a:lnTo>
                    <a:pt x="1" y="1077"/>
                  </a:lnTo>
                  <a:lnTo>
                    <a:pt x="9669" y="1077"/>
                  </a:lnTo>
                  <a:lnTo>
                    <a:pt x="966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32" name="Google Shape;1532;p63"/>
          <p:cNvGrpSpPr/>
          <p:nvPr/>
        </p:nvGrpSpPr>
        <p:grpSpPr>
          <a:xfrm>
            <a:off x="3921376" y="3400515"/>
            <a:ext cx="500544" cy="500435"/>
            <a:chOff x="3921376" y="3324315"/>
            <a:chExt cx="500544" cy="500435"/>
          </a:xfrm>
        </p:grpSpPr>
        <p:sp>
          <p:nvSpPr>
            <p:cNvPr id="1533" name="Google Shape;1533;p63"/>
            <p:cNvSpPr/>
            <p:nvPr/>
          </p:nvSpPr>
          <p:spPr>
            <a:xfrm>
              <a:off x="3945175" y="3486788"/>
              <a:ext cx="476745" cy="131987"/>
            </a:xfrm>
            <a:custGeom>
              <a:avLst/>
              <a:gdLst/>
              <a:ahLst/>
              <a:cxnLst/>
              <a:rect l="l" t="t" r="r" b="b"/>
              <a:pathLst>
                <a:path w="17468" h="4836" extrusionOk="0">
                  <a:moveTo>
                    <a:pt x="13134" y="2143"/>
                  </a:moveTo>
                  <a:lnTo>
                    <a:pt x="13134" y="3219"/>
                  </a:lnTo>
                  <a:lnTo>
                    <a:pt x="12058" y="3219"/>
                  </a:lnTo>
                  <a:lnTo>
                    <a:pt x="12058" y="2143"/>
                  </a:lnTo>
                  <a:close/>
                  <a:moveTo>
                    <a:pt x="1313" y="1"/>
                  </a:moveTo>
                  <a:lnTo>
                    <a:pt x="286" y="745"/>
                  </a:lnTo>
                  <a:lnTo>
                    <a:pt x="0" y="1610"/>
                  </a:lnTo>
                  <a:lnTo>
                    <a:pt x="5406" y="1610"/>
                  </a:lnTo>
                  <a:lnTo>
                    <a:pt x="6483" y="3759"/>
                  </a:lnTo>
                  <a:lnTo>
                    <a:pt x="10671" y="3759"/>
                  </a:lnTo>
                  <a:lnTo>
                    <a:pt x="11747" y="4835"/>
                  </a:lnTo>
                  <a:lnTo>
                    <a:pt x="17316" y="4835"/>
                  </a:lnTo>
                  <a:lnTo>
                    <a:pt x="17468" y="4316"/>
                  </a:lnTo>
                  <a:lnTo>
                    <a:pt x="17217" y="3222"/>
                  </a:lnTo>
                  <a:lnTo>
                    <a:pt x="14207" y="3222"/>
                  </a:lnTo>
                  <a:lnTo>
                    <a:pt x="14207" y="2146"/>
                  </a:lnTo>
                  <a:lnTo>
                    <a:pt x="16945" y="2146"/>
                  </a:lnTo>
                  <a:lnTo>
                    <a:pt x="16677" y="1070"/>
                  </a:lnTo>
                  <a:lnTo>
                    <a:pt x="11857" y="1070"/>
                  </a:lnTo>
                  <a:lnTo>
                    <a:pt x="11317" y="2146"/>
                  </a:lnTo>
                  <a:lnTo>
                    <a:pt x="7146" y="2146"/>
                  </a:lnTo>
                  <a:lnTo>
                    <a:pt x="60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4" name="Google Shape;1534;p63"/>
            <p:cNvSpPr/>
            <p:nvPr/>
          </p:nvSpPr>
          <p:spPr>
            <a:xfrm>
              <a:off x="3921376" y="3559795"/>
              <a:ext cx="486680" cy="264956"/>
            </a:xfrm>
            <a:custGeom>
              <a:avLst/>
              <a:gdLst/>
              <a:ahLst/>
              <a:cxnLst/>
              <a:rect l="l" t="t" r="r" b="b"/>
              <a:pathLst>
                <a:path w="17832" h="9708" extrusionOk="0">
                  <a:moveTo>
                    <a:pt x="10788" y="3769"/>
                  </a:moveTo>
                  <a:lnTo>
                    <a:pt x="10788" y="4845"/>
                  </a:lnTo>
                  <a:lnTo>
                    <a:pt x="7563" y="4845"/>
                  </a:lnTo>
                  <a:lnTo>
                    <a:pt x="7563" y="3769"/>
                  </a:lnTo>
                  <a:close/>
                  <a:moveTo>
                    <a:pt x="509" y="0"/>
                  </a:moveTo>
                  <a:lnTo>
                    <a:pt x="4" y="1610"/>
                  </a:lnTo>
                  <a:lnTo>
                    <a:pt x="5410" y="1610"/>
                  </a:lnTo>
                  <a:lnTo>
                    <a:pt x="5410" y="3769"/>
                  </a:lnTo>
                  <a:lnTo>
                    <a:pt x="4337" y="3769"/>
                  </a:lnTo>
                  <a:lnTo>
                    <a:pt x="4337" y="2693"/>
                  </a:lnTo>
                  <a:lnTo>
                    <a:pt x="332" y="2693"/>
                  </a:lnTo>
                  <a:lnTo>
                    <a:pt x="1229" y="5378"/>
                  </a:lnTo>
                  <a:lnTo>
                    <a:pt x="4337" y="5378"/>
                  </a:lnTo>
                  <a:lnTo>
                    <a:pt x="4337" y="7563"/>
                  </a:lnTo>
                  <a:lnTo>
                    <a:pt x="3261" y="7563"/>
                  </a:lnTo>
                  <a:lnTo>
                    <a:pt x="3261" y="6486"/>
                  </a:lnTo>
                  <a:lnTo>
                    <a:pt x="1" y="6486"/>
                  </a:lnTo>
                  <a:lnTo>
                    <a:pt x="1" y="9708"/>
                  </a:lnTo>
                  <a:lnTo>
                    <a:pt x="3261" y="9708"/>
                  </a:lnTo>
                  <a:lnTo>
                    <a:pt x="3261" y="8632"/>
                  </a:lnTo>
                  <a:lnTo>
                    <a:pt x="5410" y="8632"/>
                  </a:lnTo>
                  <a:lnTo>
                    <a:pt x="5410" y="5375"/>
                  </a:lnTo>
                  <a:lnTo>
                    <a:pt x="5724" y="5375"/>
                  </a:lnTo>
                  <a:lnTo>
                    <a:pt x="7559" y="7245"/>
                  </a:lnTo>
                  <a:lnTo>
                    <a:pt x="7559" y="9704"/>
                  </a:lnTo>
                  <a:lnTo>
                    <a:pt x="8635" y="9704"/>
                  </a:lnTo>
                  <a:lnTo>
                    <a:pt x="8635" y="7351"/>
                  </a:lnTo>
                  <a:lnTo>
                    <a:pt x="9712" y="6811"/>
                  </a:lnTo>
                  <a:lnTo>
                    <a:pt x="9712" y="7238"/>
                  </a:lnTo>
                  <a:lnTo>
                    <a:pt x="12171" y="9701"/>
                  </a:lnTo>
                  <a:lnTo>
                    <a:pt x="15414" y="9701"/>
                  </a:lnTo>
                  <a:lnTo>
                    <a:pt x="14161" y="7199"/>
                  </a:lnTo>
                  <a:lnTo>
                    <a:pt x="17179" y="5174"/>
                  </a:lnTo>
                  <a:lnTo>
                    <a:pt x="17831" y="3222"/>
                  </a:lnTo>
                  <a:lnTo>
                    <a:pt x="12930" y="3222"/>
                  </a:lnTo>
                  <a:lnTo>
                    <a:pt x="12930" y="5368"/>
                  </a:lnTo>
                  <a:lnTo>
                    <a:pt x="11854" y="5368"/>
                  </a:lnTo>
                  <a:lnTo>
                    <a:pt x="11854" y="2908"/>
                  </a:lnTo>
                  <a:lnTo>
                    <a:pt x="11095" y="2149"/>
                  </a:lnTo>
                  <a:lnTo>
                    <a:pt x="6691" y="2149"/>
                  </a:lnTo>
                  <a:lnTo>
                    <a:pt x="56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5" name="Google Shape;1535;p63"/>
            <p:cNvSpPr/>
            <p:nvPr/>
          </p:nvSpPr>
          <p:spPr>
            <a:xfrm>
              <a:off x="3921486" y="3324315"/>
              <a:ext cx="500435" cy="191675"/>
            </a:xfrm>
            <a:custGeom>
              <a:avLst/>
              <a:gdLst/>
              <a:ahLst/>
              <a:cxnLst/>
              <a:rect l="l" t="t" r="r" b="b"/>
              <a:pathLst>
                <a:path w="18336" h="7023" extrusionOk="0">
                  <a:moveTo>
                    <a:pt x="10784" y="4877"/>
                  </a:moveTo>
                  <a:lnTo>
                    <a:pt x="10784" y="5954"/>
                  </a:lnTo>
                  <a:lnTo>
                    <a:pt x="9708" y="5954"/>
                  </a:lnTo>
                  <a:lnTo>
                    <a:pt x="9708" y="4877"/>
                  </a:lnTo>
                  <a:close/>
                  <a:moveTo>
                    <a:pt x="0" y="1"/>
                  </a:moveTo>
                  <a:lnTo>
                    <a:pt x="0" y="3226"/>
                  </a:lnTo>
                  <a:lnTo>
                    <a:pt x="3257" y="3226"/>
                  </a:lnTo>
                  <a:lnTo>
                    <a:pt x="3257" y="2153"/>
                  </a:lnTo>
                  <a:lnTo>
                    <a:pt x="5406" y="2153"/>
                  </a:lnTo>
                  <a:lnTo>
                    <a:pt x="5406" y="3494"/>
                  </a:lnTo>
                  <a:lnTo>
                    <a:pt x="3617" y="4877"/>
                  </a:lnTo>
                  <a:lnTo>
                    <a:pt x="7605" y="4877"/>
                  </a:lnTo>
                  <a:lnTo>
                    <a:pt x="8681" y="7023"/>
                  </a:lnTo>
                  <a:lnTo>
                    <a:pt x="11522" y="7023"/>
                  </a:lnTo>
                  <a:lnTo>
                    <a:pt x="12058" y="5947"/>
                  </a:lnTo>
                  <a:lnTo>
                    <a:pt x="17277" y="5947"/>
                  </a:lnTo>
                  <a:lnTo>
                    <a:pt x="17185" y="5576"/>
                  </a:lnTo>
                  <a:lnTo>
                    <a:pt x="12926" y="3431"/>
                  </a:lnTo>
                  <a:lnTo>
                    <a:pt x="12926" y="2150"/>
                  </a:lnTo>
                  <a:lnTo>
                    <a:pt x="15075" y="2150"/>
                  </a:lnTo>
                  <a:lnTo>
                    <a:pt x="15075" y="3226"/>
                  </a:lnTo>
                  <a:lnTo>
                    <a:pt x="18336" y="3226"/>
                  </a:lnTo>
                  <a:lnTo>
                    <a:pt x="18336" y="1"/>
                  </a:lnTo>
                  <a:lnTo>
                    <a:pt x="15075" y="1"/>
                  </a:lnTo>
                  <a:lnTo>
                    <a:pt x="15075" y="1077"/>
                  </a:lnTo>
                  <a:lnTo>
                    <a:pt x="11850" y="1077"/>
                  </a:lnTo>
                  <a:lnTo>
                    <a:pt x="11850" y="3226"/>
                  </a:lnTo>
                  <a:lnTo>
                    <a:pt x="9704" y="3226"/>
                  </a:lnTo>
                  <a:lnTo>
                    <a:pt x="9704" y="1"/>
                  </a:lnTo>
                  <a:lnTo>
                    <a:pt x="8628" y="1"/>
                  </a:lnTo>
                  <a:lnTo>
                    <a:pt x="8628" y="3226"/>
                  </a:lnTo>
                  <a:lnTo>
                    <a:pt x="6482" y="3226"/>
                  </a:lnTo>
                  <a:lnTo>
                    <a:pt x="6482" y="1077"/>
                  </a:lnTo>
                  <a:lnTo>
                    <a:pt x="3257" y="1077"/>
                  </a:lnTo>
                  <a:lnTo>
                    <a:pt x="32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36" name="Google Shape;1536;p63"/>
          <p:cNvGrpSpPr/>
          <p:nvPr/>
        </p:nvGrpSpPr>
        <p:grpSpPr>
          <a:xfrm>
            <a:off x="4721893" y="3400624"/>
            <a:ext cx="500435" cy="500626"/>
            <a:chOff x="4721893" y="3324424"/>
            <a:chExt cx="500435" cy="500626"/>
          </a:xfrm>
        </p:grpSpPr>
        <p:sp>
          <p:nvSpPr>
            <p:cNvPr id="1537" name="Google Shape;1537;p63"/>
            <p:cNvSpPr/>
            <p:nvPr/>
          </p:nvSpPr>
          <p:spPr>
            <a:xfrm>
              <a:off x="4986739" y="3397814"/>
              <a:ext cx="29394" cy="59525"/>
            </a:xfrm>
            <a:custGeom>
              <a:avLst/>
              <a:gdLst/>
              <a:ahLst/>
              <a:cxnLst/>
              <a:rect l="l" t="t" r="r" b="b"/>
              <a:pathLst>
                <a:path w="1077" h="2181" extrusionOk="0">
                  <a:moveTo>
                    <a:pt x="1" y="0"/>
                  </a:moveTo>
                  <a:lnTo>
                    <a:pt x="1"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8" name="Google Shape;1538;p63"/>
            <p:cNvSpPr/>
            <p:nvPr/>
          </p:nvSpPr>
          <p:spPr>
            <a:xfrm>
              <a:off x="5103960" y="3545357"/>
              <a:ext cx="29394" cy="58679"/>
            </a:xfrm>
            <a:custGeom>
              <a:avLst/>
              <a:gdLst/>
              <a:ahLst/>
              <a:cxnLst/>
              <a:rect l="l" t="t" r="r" b="b"/>
              <a:pathLst>
                <a:path w="1077" h="2150" extrusionOk="0">
                  <a:moveTo>
                    <a:pt x="0" y="0"/>
                  </a:moveTo>
                  <a:lnTo>
                    <a:pt x="0" y="2149"/>
                  </a:lnTo>
                  <a:lnTo>
                    <a:pt x="1076" y="2149"/>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9" name="Google Shape;1539;p63"/>
            <p:cNvSpPr/>
            <p:nvPr/>
          </p:nvSpPr>
          <p:spPr>
            <a:xfrm>
              <a:off x="4810702" y="3397814"/>
              <a:ext cx="29394" cy="59525"/>
            </a:xfrm>
            <a:custGeom>
              <a:avLst/>
              <a:gdLst/>
              <a:ahLst/>
              <a:cxnLst/>
              <a:rect l="l" t="t" r="r" b="b"/>
              <a:pathLst>
                <a:path w="1077" h="2181" extrusionOk="0">
                  <a:moveTo>
                    <a:pt x="0" y="0"/>
                  </a:moveTo>
                  <a:lnTo>
                    <a:pt x="0" y="2181"/>
                  </a:lnTo>
                  <a:lnTo>
                    <a:pt x="1076" y="2181"/>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0" name="Google Shape;1540;p63"/>
            <p:cNvSpPr/>
            <p:nvPr/>
          </p:nvSpPr>
          <p:spPr>
            <a:xfrm>
              <a:off x="4869436" y="3545357"/>
              <a:ext cx="29394" cy="58679"/>
            </a:xfrm>
            <a:custGeom>
              <a:avLst/>
              <a:gdLst/>
              <a:ahLst/>
              <a:cxnLst/>
              <a:rect l="l" t="t" r="r" b="b"/>
              <a:pathLst>
                <a:path w="1077" h="2150" extrusionOk="0">
                  <a:moveTo>
                    <a:pt x="1" y="0"/>
                  </a:moveTo>
                  <a:lnTo>
                    <a:pt x="1" y="2149"/>
                  </a:lnTo>
                  <a:lnTo>
                    <a:pt x="1077" y="2149"/>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1" name="Google Shape;1541;p63"/>
            <p:cNvSpPr/>
            <p:nvPr/>
          </p:nvSpPr>
          <p:spPr>
            <a:xfrm>
              <a:off x="4721893" y="3324424"/>
              <a:ext cx="500353" cy="352892"/>
            </a:xfrm>
            <a:custGeom>
              <a:avLst/>
              <a:gdLst/>
              <a:ahLst/>
              <a:cxnLst/>
              <a:rect l="l" t="t" r="r" b="b"/>
              <a:pathLst>
                <a:path w="18333" h="12930" extrusionOk="0">
                  <a:moveTo>
                    <a:pt x="5407" y="1616"/>
                  </a:moveTo>
                  <a:lnTo>
                    <a:pt x="5407" y="5950"/>
                  </a:lnTo>
                  <a:lnTo>
                    <a:pt x="2185" y="5950"/>
                  </a:lnTo>
                  <a:lnTo>
                    <a:pt x="2185" y="1616"/>
                  </a:lnTo>
                  <a:close/>
                  <a:moveTo>
                    <a:pt x="7556" y="1616"/>
                  </a:moveTo>
                  <a:lnTo>
                    <a:pt x="7556" y="5950"/>
                  </a:lnTo>
                  <a:lnTo>
                    <a:pt x="6479" y="5950"/>
                  </a:lnTo>
                  <a:lnTo>
                    <a:pt x="6479" y="1616"/>
                  </a:lnTo>
                  <a:close/>
                  <a:moveTo>
                    <a:pt x="11854" y="1616"/>
                  </a:moveTo>
                  <a:lnTo>
                    <a:pt x="11854" y="5950"/>
                  </a:lnTo>
                  <a:lnTo>
                    <a:pt x="8628" y="5950"/>
                  </a:lnTo>
                  <a:lnTo>
                    <a:pt x="8628" y="1616"/>
                  </a:lnTo>
                  <a:close/>
                  <a:moveTo>
                    <a:pt x="13999" y="1616"/>
                  </a:moveTo>
                  <a:lnTo>
                    <a:pt x="13999" y="5950"/>
                  </a:lnTo>
                  <a:lnTo>
                    <a:pt x="12923" y="5950"/>
                  </a:lnTo>
                  <a:lnTo>
                    <a:pt x="12923" y="1616"/>
                  </a:lnTo>
                  <a:close/>
                  <a:moveTo>
                    <a:pt x="16148" y="1616"/>
                  </a:moveTo>
                  <a:lnTo>
                    <a:pt x="16148" y="5950"/>
                  </a:lnTo>
                  <a:lnTo>
                    <a:pt x="15072" y="5950"/>
                  </a:lnTo>
                  <a:lnTo>
                    <a:pt x="15072" y="1616"/>
                  </a:lnTo>
                  <a:close/>
                  <a:moveTo>
                    <a:pt x="3261" y="7019"/>
                  </a:moveTo>
                  <a:lnTo>
                    <a:pt x="3261" y="11317"/>
                  </a:lnTo>
                  <a:lnTo>
                    <a:pt x="2185" y="11317"/>
                  </a:lnTo>
                  <a:lnTo>
                    <a:pt x="2185" y="7019"/>
                  </a:lnTo>
                  <a:close/>
                  <a:moveTo>
                    <a:pt x="9705" y="7019"/>
                  </a:moveTo>
                  <a:lnTo>
                    <a:pt x="9705" y="11317"/>
                  </a:lnTo>
                  <a:lnTo>
                    <a:pt x="8628" y="11317"/>
                  </a:lnTo>
                  <a:lnTo>
                    <a:pt x="8628" y="7019"/>
                  </a:lnTo>
                  <a:close/>
                  <a:moveTo>
                    <a:pt x="16148" y="7019"/>
                  </a:moveTo>
                  <a:lnTo>
                    <a:pt x="16148" y="11317"/>
                  </a:lnTo>
                  <a:lnTo>
                    <a:pt x="12923" y="11317"/>
                  </a:lnTo>
                  <a:lnTo>
                    <a:pt x="12923" y="7019"/>
                  </a:lnTo>
                  <a:close/>
                  <a:moveTo>
                    <a:pt x="7556" y="7026"/>
                  </a:moveTo>
                  <a:lnTo>
                    <a:pt x="7556" y="11320"/>
                  </a:lnTo>
                  <a:lnTo>
                    <a:pt x="4330" y="11320"/>
                  </a:lnTo>
                  <a:lnTo>
                    <a:pt x="4330" y="7026"/>
                  </a:lnTo>
                  <a:close/>
                  <a:moveTo>
                    <a:pt x="11854" y="7026"/>
                  </a:moveTo>
                  <a:lnTo>
                    <a:pt x="11854" y="11320"/>
                  </a:lnTo>
                  <a:lnTo>
                    <a:pt x="10777" y="11320"/>
                  </a:lnTo>
                  <a:lnTo>
                    <a:pt x="10777" y="7026"/>
                  </a:lnTo>
                  <a:close/>
                  <a:moveTo>
                    <a:pt x="1" y="0"/>
                  </a:moveTo>
                  <a:lnTo>
                    <a:pt x="1" y="12930"/>
                  </a:lnTo>
                  <a:lnTo>
                    <a:pt x="18332" y="12930"/>
                  </a:ln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2" name="Google Shape;1542;p63"/>
            <p:cNvSpPr/>
            <p:nvPr/>
          </p:nvSpPr>
          <p:spPr>
            <a:xfrm>
              <a:off x="4722002" y="3706656"/>
              <a:ext cx="500326" cy="118395"/>
            </a:xfrm>
            <a:custGeom>
              <a:avLst/>
              <a:gdLst/>
              <a:ahLst/>
              <a:cxnLst/>
              <a:rect l="l" t="t" r="r" b="b"/>
              <a:pathLst>
                <a:path w="18332" h="4338" extrusionOk="0">
                  <a:moveTo>
                    <a:pt x="0" y="1"/>
                  </a:moveTo>
                  <a:lnTo>
                    <a:pt x="0" y="2185"/>
                  </a:lnTo>
                  <a:lnTo>
                    <a:pt x="7552" y="2185"/>
                  </a:lnTo>
                  <a:lnTo>
                    <a:pt x="7552" y="3261"/>
                  </a:lnTo>
                  <a:lnTo>
                    <a:pt x="5403" y="3261"/>
                  </a:lnTo>
                  <a:lnTo>
                    <a:pt x="5403" y="4338"/>
                  </a:lnTo>
                  <a:lnTo>
                    <a:pt x="12926" y="4338"/>
                  </a:lnTo>
                  <a:lnTo>
                    <a:pt x="12926" y="3261"/>
                  </a:lnTo>
                  <a:lnTo>
                    <a:pt x="10777" y="3261"/>
                  </a:lnTo>
                  <a:lnTo>
                    <a:pt x="10777" y="2185"/>
                  </a:lnTo>
                  <a:lnTo>
                    <a:pt x="18332" y="2185"/>
                  </a:lnTo>
                  <a:lnTo>
                    <a:pt x="183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543" name="Google Shape;1543;p63"/>
          <p:cNvSpPr/>
          <p:nvPr/>
        </p:nvSpPr>
        <p:spPr>
          <a:xfrm>
            <a:off x="5522300" y="3416318"/>
            <a:ext cx="500272" cy="469049"/>
          </a:xfrm>
          <a:custGeom>
            <a:avLst/>
            <a:gdLst/>
            <a:ahLst/>
            <a:cxnLst/>
            <a:rect l="l" t="t" r="r" b="b"/>
            <a:pathLst>
              <a:path w="18330" h="17186" extrusionOk="0">
                <a:moveTo>
                  <a:pt x="8759" y="6444"/>
                </a:moveTo>
                <a:cubicBezTo>
                  <a:pt x="8925" y="6899"/>
                  <a:pt x="9281" y="7256"/>
                  <a:pt x="9737" y="7421"/>
                </a:cubicBezTo>
                <a:lnTo>
                  <a:pt x="9737" y="9768"/>
                </a:lnTo>
                <a:cubicBezTo>
                  <a:pt x="9281" y="9930"/>
                  <a:pt x="8925" y="10287"/>
                  <a:pt x="8759" y="10742"/>
                </a:cubicBezTo>
                <a:lnTo>
                  <a:pt x="6342" y="10742"/>
                </a:lnTo>
                <a:cubicBezTo>
                  <a:pt x="6180" y="10287"/>
                  <a:pt x="5823" y="9930"/>
                  <a:pt x="5368" y="9768"/>
                </a:cubicBezTo>
                <a:lnTo>
                  <a:pt x="5368" y="7421"/>
                </a:lnTo>
                <a:cubicBezTo>
                  <a:pt x="5823" y="7256"/>
                  <a:pt x="6180" y="6899"/>
                  <a:pt x="6342" y="6444"/>
                </a:cubicBezTo>
                <a:close/>
                <a:moveTo>
                  <a:pt x="1610" y="0"/>
                </a:moveTo>
                <a:cubicBezTo>
                  <a:pt x="724" y="0"/>
                  <a:pt x="1" y="724"/>
                  <a:pt x="1" y="1610"/>
                </a:cubicBezTo>
                <a:cubicBezTo>
                  <a:pt x="1" y="2495"/>
                  <a:pt x="724" y="3219"/>
                  <a:pt x="1610" y="3219"/>
                </a:cubicBezTo>
                <a:cubicBezTo>
                  <a:pt x="1779" y="3219"/>
                  <a:pt x="1938" y="3190"/>
                  <a:pt x="2086" y="3141"/>
                </a:cubicBezTo>
                <a:lnTo>
                  <a:pt x="3494" y="5015"/>
                </a:lnTo>
                <a:cubicBezTo>
                  <a:pt x="3321" y="5272"/>
                  <a:pt x="3226" y="5576"/>
                  <a:pt x="3226" y="5908"/>
                </a:cubicBezTo>
                <a:cubicBezTo>
                  <a:pt x="3226" y="6610"/>
                  <a:pt x="3674" y="7196"/>
                  <a:pt x="4302" y="7421"/>
                </a:cubicBezTo>
                <a:lnTo>
                  <a:pt x="4302" y="9768"/>
                </a:lnTo>
                <a:cubicBezTo>
                  <a:pt x="3678" y="9987"/>
                  <a:pt x="3226" y="10580"/>
                  <a:pt x="3226" y="11278"/>
                </a:cubicBezTo>
                <a:cubicBezTo>
                  <a:pt x="3226" y="11610"/>
                  <a:pt x="3325" y="11913"/>
                  <a:pt x="3494" y="12171"/>
                </a:cubicBezTo>
                <a:lnTo>
                  <a:pt x="2086" y="14045"/>
                </a:lnTo>
                <a:cubicBezTo>
                  <a:pt x="1938" y="13995"/>
                  <a:pt x="1779" y="13967"/>
                  <a:pt x="1610" y="13967"/>
                </a:cubicBezTo>
                <a:cubicBezTo>
                  <a:pt x="724" y="13967"/>
                  <a:pt x="1" y="14691"/>
                  <a:pt x="1" y="15576"/>
                </a:cubicBezTo>
                <a:cubicBezTo>
                  <a:pt x="1" y="16462"/>
                  <a:pt x="724" y="17185"/>
                  <a:pt x="1610" y="17185"/>
                </a:cubicBezTo>
                <a:cubicBezTo>
                  <a:pt x="2496" y="17185"/>
                  <a:pt x="3219" y="16462"/>
                  <a:pt x="3219" y="15576"/>
                </a:cubicBezTo>
                <a:cubicBezTo>
                  <a:pt x="3219" y="15245"/>
                  <a:pt x="3120" y="14941"/>
                  <a:pt x="2951" y="14683"/>
                </a:cubicBezTo>
                <a:lnTo>
                  <a:pt x="4359" y="12810"/>
                </a:lnTo>
                <a:cubicBezTo>
                  <a:pt x="4507" y="12859"/>
                  <a:pt x="4666" y="12891"/>
                  <a:pt x="4835" y="12891"/>
                </a:cubicBezTo>
                <a:cubicBezTo>
                  <a:pt x="5537" y="12891"/>
                  <a:pt x="6123" y="12439"/>
                  <a:pt x="6349" y="11811"/>
                </a:cubicBezTo>
                <a:lnTo>
                  <a:pt x="8766" y="11811"/>
                </a:lnTo>
                <a:cubicBezTo>
                  <a:pt x="8985" y="12436"/>
                  <a:pt x="9578" y="12891"/>
                  <a:pt x="10277" y="12891"/>
                </a:cubicBezTo>
                <a:cubicBezTo>
                  <a:pt x="10524" y="12891"/>
                  <a:pt x="10760" y="12827"/>
                  <a:pt x="10965" y="12725"/>
                </a:cubicBezTo>
                <a:lnTo>
                  <a:pt x="13124" y="14885"/>
                </a:lnTo>
                <a:cubicBezTo>
                  <a:pt x="13022" y="15096"/>
                  <a:pt x="12958" y="15326"/>
                  <a:pt x="12958" y="15569"/>
                </a:cubicBezTo>
                <a:cubicBezTo>
                  <a:pt x="12958" y="16458"/>
                  <a:pt x="13682" y="17182"/>
                  <a:pt x="14571" y="17182"/>
                </a:cubicBezTo>
                <a:cubicBezTo>
                  <a:pt x="15457" y="17182"/>
                  <a:pt x="16180" y="16458"/>
                  <a:pt x="16180" y="15569"/>
                </a:cubicBezTo>
                <a:cubicBezTo>
                  <a:pt x="16180" y="15089"/>
                  <a:pt x="15965" y="14662"/>
                  <a:pt x="15630" y="14366"/>
                </a:cubicBezTo>
                <a:lnTo>
                  <a:pt x="16653" y="11804"/>
                </a:lnTo>
                <a:cubicBezTo>
                  <a:pt x="16674" y="11804"/>
                  <a:pt x="16692" y="11808"/>
                  <a:pt x="16713" y="11808"/>
                </a:cubicBezTo>
                <a:cubicBezTo>
                  <a:pt x="17599" y="11808"/>
                  <a:pt x="18322" y="11084"/>
                  <a:pt x="18322" y="10198"/>
                </a:cubicBezTo>
                <a:cubicBezTo>
                  <a:pt x="18322" y="9313"/>
                  <a:pt x="17599" y="8589"/>
                  <a:pt x="16713" y="8589"/>
                </a:cubicBezTo>
                <a:cubicBezTo>
                  <a:pt x="15827" y="8589"/>
                  <a:pt x="15104" y="9313"/>
                  <a:pt x="15104" y="10198"/>
                </a:cubicBezTo>
                <a:cubicBezTo>
                  <a:pt x="15104" y="10678"/>
                  <a:pt x="15319" y="11105"/>
                  <a:pt x="15654" y="11402"/>
                </a:cubicBezTo>
                <a:lnTo>
                  <a:pt x="14631" y="13964"/>
                </a:lnTo>
                <a:cubicBezTo>
                  <a:pt x="14610" y="13964"/>
                  <a:pt x="14592" y="13960"/>
                  <a:pt x="14571" y="13960"/>
                </a:cubicBezTo>
                <a:cubicBezTo>
                  <a:pt x="14324" y="13960"/>
                  <a:pt x="14088" y="14024"/>
                  <a:pt x="13883" y="14126"/>
                </a:cubicBezTo>
                <a:lnTo>
                  <a:pt x="11723" y="11966"/>
                </a:lnTo>
                <a:cubicBezTo>
                  <a:pt x="11826" y="11755"/>
                  <a:pt x="11889" y="11525"/>
                  <a:pt x="11889" y="11278"/>
                </a:cubicBezTo>
                <a:cubicBezTo>
                  <a:pt x="11889" y="10576"/>
                  <a:pt x="11437" y="9990"/>
                  <a:pt x="10813" y="9768"/>
                </a:cubicBezTo>
                <a:lnTo>
                  <a:pt x="10813" y="7421"/>
                </a:lnTo>
                <a:cubicBezTo>
                  <a:pt x="11434" y="7199"/>
                  <a:pt x="11889" y="6606"/>
                  <a:pt x="11889" y="5908"/>
                </a:cubicBezTo>
                <a:cubicBezTo>
                  <a:pt x="11889" y="5205"/>
                  <a:pt x="11437" y="4620"/>
                  <a:pt x="10813" y="4394"/>
                </a:cubicBezTo>
                <a:lnTo>
                  <a:pt x="10813" y="3123"/>
                </a:lnTo>
                <a:cubicBezTo>
                  <a:pt x="11268" y="2961"/>
                  <a:pt x="11625" y="2605"/>
                  <a:pt x="11787" y="2149"/>
                </a:cubicBezTo>
                <a:lnTo>
                  <a:pt x="15206" y="2149"/>
                </a:lnTo>
                <a:cubicBezTo>
                  <a:pt x="15425" y="2771"/>
                  <a:pt x="16018" y="3226"/>
                  <a:pt x="16720" y="3226"/>
                </a:cubicBezTo>
                <a:cubicBezTo>
                  <a:pt x="17606" y="3226"/>
                  <a:pt x="18329" y="2502"/>
                  <a:pt x="18329" y="1617"/>
                </a:cubicBezTo>
                <a:cubicBezTo>
                  <a:pt x="18329" y="727"/>
                  <a:pt x="17606" y="4"/>
                  <a:pt x="16720" y="4"/>
                </a:cubicBezTo>
                <a:cubicBezTo>
                  <a:pt x="16018" y="4"/>
                  <a:pt x="15432" y="456"/>
                  <a:pt x="15206" y="1080"/>
                </a:cubicBezTo>
                <a:lnTo>
                  <a:pt x="11787" y="1080"/>
                </a:lnTo>
                <a:cubicBezTo>
                  <a:pt x="11568" y="459"/>
                  <a:pt x="10975" y="4"/>
                  <a:pt x="10273" y="4"/>
                </a:cubicBezTo>
                <a:cubicBezTo>
                  <a:pt x="9387" y="4"/>
                  <a:pt x="8664" y="727"/>
                  <a:pt x="8664" y="1617"/>
                </a:cubicBezTo>
                <a:cubicBezTo>
                  <a:pt x="8664" y="2315"/>
                  <a:pt x="9112" y="2905"/>
                  <a:pt x="9740" y="3127"/>
                </a:cubicBezTo>
                <a:lnTo>
                  <a:pt x="9740" y="4397"/>
                </a:lnTo>
                <a:cubicBezTo>
                  <a:pt x="9285" y="4563"/>
                  <a:pt x="8929" y="4920"/>
                  <a:pt x="8766" y="5375"/>
                </a:cubicBezTo>
                <a:lnTo>
                  <a:pt x="6349" y="5375"/>
                </a:lnTo>
                <a:cubicBezTo>
                  <a:pt x="6127" y="4750"/>
                  <a:pt x="5537" y="4298"/>
                  <a:pt x="4835" y="4298"/>
                </a:cubicBezTo>
                <a:cubicBezTo>
                  <a:pt x="4666" y="4298"/>
                  <a:pt x="4507" y="4327"/>
                  <a:pt x="4359" y="4376"/>
                </a:cubicBezTo>
                <a:lnTo>
                  <a:pt x="2951" y="2502"/>
                </a:lnTo>
                <a:cubicBezTo>
                  <a:pt x="3124" y="2245"/>
                  <a:pt x="3219" y="1941"/>
                  <a:pt x="3219" y="1610"/>
                </a:cubicBezTo>
                <a:cubicBezTo>
                  <a:pt x="3219" y="724"/>
                  <a:pt x="2496" y="0"/>
                  <a:pt x="16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544" name="Google Shape;1544;p63"/>
          <p:cNvGrpSpPr/>
          <p:nvPr/>
        </p:nvGrpSpPr>
        <p:grpSpPr>
          <a:xfrm>
            <a:off x="6322543" y="3445302"/>
            <a:ext cx="500435" cy="410779"/>
            <a:chOff x="6322543" y="3369102"/>
            <a:chExt cx="500435" cy="410779"/>
          </a:xfrm>
        </p:grpSpPr>
        <p:sp>
          <p:nvSpPr>
            <p:cNvPr id="1545" name="Google Shape;1545;p63"/>
            <p:cNvSpPr/>
            <p:nvPr/>
          </p:nvSpPr>
          <p:spPr>
            <a:xfrm>
              <a:off x="6458705" y="3711869"/>
              <a:ext cx="228002" cy="68013"/>
            </a:xfrm>
            <a:custGeom>
              <a:avLst/>
              <a:gdLst/>
              <a:ahLst/>
              <a:cxnLst/>
              <a:rect l="l" t="t" r="r" b="b"/>
              <a:pathLst>
                <a:path w="8354" h="2492" extrusionOk="0">
                  <a:moveTo>
                    <a:pt x="759" y="0"/>
                  </a:moveTo>
                  <a:lnTo>
                    <a:pt x="1" y="759"/>
                  </a:lnTo>
                  <a:cubicBezTo>
                    <a:pt x="1116" y="1874"/>
                    <a:pt x="2598" y="2492"/>
                    <a:pt x="4175" y="2492"/>
                  </a:cubicBezTo>
                  <a:cubicBezTo>
                    <a:pt x="5753" y="2492"/>
                    <a:pt x="7238" y="1874"/>
                    <a:pt x="8353" y="759"/>
                  </a:cubicBezTo>
                  <a:lnTo>
                    <a:pt x="7595" y="0"/>
                  </a:lnTo>
                  <a:cubicBezTo>
                    <a:pt x="6681" y="914"/>
                    <a:pt x="5470" y="1415"/>
                    <a:pt x="4175" y="1415"/>
                  </a:cubicBezTo>
                  <a:cubicBezTo>
                    <a:pt x="2887" y="1415"/>
                    <a:pt x="1677" y="914"/>
                    <a:pt x="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6" name="Google Shape;1546;p63"/>
            <p:cNvSpPr/>
            <p:nvPr/>
          </p:nvSpPr>
          <p:spPr>
            <a:xfrm>
              <a:off x="6500217" y="3670439"/>
              <a:ext cx="144978" cy="50901"/>
            </a:xfrm>
            <a:custGeom>
              <a:avLst/>
              <a:gdLst/>
              <a:ahLst/>
              <a:cxnLst/>
              <a:rect l="l" t="t" r="r" b="b"/>
              <a:pathLst>
                <a:path w="5312" h="1865" extrusionOk="0">
                  <a:moveTo>
                    <a:pt x="759" y="1"/>
                  </a:moveTo>
                  <a:lnTo>
                    <a:pt x="1" y="760"/>
                  </a:lnTo>
                  <a:cubicBezTo>
                    <a:pt x="710" y="1469"/>
                    <a:pt x="1656" y="1864"/>
                    <a:pt x="2654" y="1864"/>
                  </a:cubicBezTo>
                  <a:cubicBezTo>
                    <a:pt x="3656" y="1864"/>
                    <a:pt x="4602" y="1469"/>
                    <a:pt x="5311" y="760"/>
                  </a:cubicBezTo>
                  <a:lnTo>
                    <a:pt x="4553" y="1"/>
                  </a:lnTo>
                  <a:cubicBezTo>
                    <a:pt x="4045" y="509"/>
                    <a:pt x="3349" y="763"/>
                    <a:pt x="2655" y="763"/>
                  </a:cubicBezTo>
                  <a:cubicBezTo>
                    <a:pt x="1960" y="763"/>
                    <a:pt x="1266" y="509"/>
                    <a:pt x="7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7" name="Google Shape;1547;p63"/>
            <p:cNvSpPr/>
            <p:nvPr/>
          </p:nvSpPr>
          <p:spPr>
            <a:xfrm>
              <a:off x="6440692" y="3457421"/>
              <a:ext cx="263918" cy="175982"/>
            </a:xfrm>
            <a:custGeom>
              <a:avLst/>
              <a:gdLst/>
              <a:ahLst/>
              <a:cxnLst/>
              <a:rect l="l" t="t" r="r" b="b"/>
              <a:pathLst>
                <a:path w="9670" h="6448" extrusionOk="0">
                  <a:moveTo>
                    <a:pt x="4299" y="2146"/>
                  </a:moveTo>
                  <a:lnTo>
                    <a:pt x="4299" y="3222"/>
                  </a:lnTo>
                  <a:lnTo>
                    <a:pt x="3223" y="3222"/>
                  </a:lnTo>
                  <a:lnTo>
                    <a:pt x="3223" y="2146"/>
                  </a:lnTo>
                  <a:close/>
                  <a:moveTo>
                    <a:pt x="6448" y="2146"/>
                  </a:moveTo>
                  <a:lnTo>
                    <a:pt x="6448" y="3222"/>
                  </a:lnTo>
                  <a:lnTo>
                    <a:pt x="5372" y="3222"/>
                  </a:lnTo>
                  <a:lnTo>
                    <a:pt x="5372" y="2146"/>
                  </a:lnTo>
                  <a:close/>
                  <a:moveTo>
                    <a:pt x="1" y="0"/>
                  </a:moveTo>
                  <a:lnTo>
                    <a:pt x="1" y="1077"/>
                  </a:lnTo>
                  <a:cubicBezTo>
                    <a:pt x="1187" y="1077"/>
                    <a:pt x="2150" y="2037"/>
                    <a:pt x="2150" y="3222"/>
                  </a:cubicBezTo>
                  <a:cubicBezTo>
                    <a:pt x="2150" y="4309"/>
                    <a:pt x="1338" y="5198"/>
                    <a:pt x="290" y="5346"/>
                  </a:cubicBezTo>
                  <a:lnTo>
                    <a:pt x="1391" y="6447"/>
                  </a:lnTo>
                  <a:lnTo>
                    <a:pt x="3325" y="6447"/>
                  </a:lnTo>
                  <a:cubicBezTo>
                    <a:pt x="3544" y="5826"/>
                    <a:pt x="4133" y="5371"/>
                    <a:pt x="4835" y="5371"/>
                  </a:cubicBezTo>
                  <a:cubicBezTo>
                    <a:pt x="5537" y="5371"/>
                    <a:pt x="6123" y="5823"/>
                    <a:pt x="6349" y="6447"/>
                  </a:cubicBezTo>
                  <a:lnTo>
                    <a:pt x="8283" y="6447"/>
                  </a:lnTo>
                  <a:lnTo>
                    <a:pt x="9384" y="5346"/>
                  </a:lnTo>
                  <a:cubicBezTo>
                    <a:pt x="8336" y="5205"/>
                    <a:pt x="7524" y="4313"/>
                    <a:pt x="7524" y="3222"/>
                  </a:cubicBezTo>
                  <a:cubicBezTo>
                    <a:pt x="7524" y="2037"/>
                    <a:pt x="8484" y="1077"/>
                    <a:pt x="9670" y="1077"/>
                  </a:cubicBezTo>
                  <a:lnTo>
                    <a:pt x="967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8" name="Google Shape;1548;p63"/>
            <p:cNvSpPr/>
            <p:nvPr/>
          </p:nvSpPr>
          <p:spPr>
            <a:xfrm>
              <a:off x="6322543" y="3369102"/>
              <a:ext cx="147571" cy="264110"/>
            </a:xfrm>
            <a:custGeom>
              <a:avLst/>
              <a:gdLst/>
              <a:ahLst/>
              <a:cxnLst/>
              <a:rect l="l" t="t" r="r" b="b"/>
              <a:pathLst>
                <a:path w="5407" h="9677" extrusionOk="0">
                  <a:moveTo>
                    <a:pt x="0" y="1"/>
                  </a:moveTo>
                  <a:lnTo>
                    <a:pt x="0" y="1077"/>
                  </a:lnTo>
                  <a:lnTo>
                    <a:pt x="536" y="1077"/>
                  </a:lnTo>
                  <a:lnTo>
                    <a:pt x="536" y="2153"/>
                  </a:lnTo>
                  <a:lnTo>
                    <a:pt x="0" y="2153"/>
                  </a:lnTo>
                  <a:lnTo>
                    <a:pt x="0" y="9676"/>
                  </a:lnTo>
                  <a:lnTo>
                    <a:pt x="2149" y="9676"/>
                  </a:lnTo>
                  <a:lnTo>
                    <a:pt x="2149" y="7531"/>
                  </a:lnTo>
                  <a:lnTo>
                    <a:pt x="4330" y="7531"/>
                  </a:lnTo>
                  <a:cubicBezTo>
                    <a:pt x="4926" y="7531"/>
                    <a:pt x="5406" y="7051"/>
                    <a:pt x="5406" y="6455"/>
                  </a:cubicBezTo>
                  <a:cubicBezTo>
                    <a:pt x="5406" y="5858"/>
                    <a:pt x="4926" y="5378"/>
                    <a:pt x="4330" y="5378"/>
                  </a:cubicBezTo>
                  <a:lnTo>
                    <a:pt x="2149" y="5378"/>
                  </a:lnTo>
                  <a:lnTo>
                    <a:pt x="2149" y="2153"/>
                  </a:lnTo>
                  <a:lnTo>
                    <a:pt x="1609" y="2153"/>
                  </a:lnTo>
                  <a:lnTo>
                    <a:pt x="1609" y="1077"/>
                  </a:lnTo>
                  <a:lnTo>
                    <a:pt x="2149" y="1077"/>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9" name="Google Shape;1549;p63"/>
            <p:cNvSpPr/>
            <p:nvPr/>
          </p:nvSpPr>
          <p:spPr>
            <a:xfrm>
              <a:off x="6675217" y="3369484"/>
              <a:ext cx="147762" cy="264000"/>
            </a:xfrm>
            <a:custGeom>
              <a:avLst/>
              <a:gdLst/>
              <a:ahLst/>
              <a:cxnLst/>
              <a:rect l="l" t="t" r="r" b="b"/>
              <a:pathLst>
                <a:path w="5414" h="9673" extrusionOk="0">
                  <a:moveTo>
                    <a:pt x="3264" y="1"/>
                  </a:moveTo>
                  <a:lnTo>
                    <a:pt x="3264" y="1073"/>
                  </a:lnTo>
                  <a:lnTo>
                    <a:pt x="3797" y="1073"/>
                  </a:lnTo>
                  <a:lnTo>
                    <a:pt x="3797" y="2150"/>
                  </a:lnTo>
                  <a:lnTo>
                    <a:pt x="3261" y="2150"/>
                  </a:lnTo>
                  <a:lnTo>
                    <a:pt x="3261" y="5375"/>
                  </a:lnTo>
                  <a:lnTo>
                    <a:pt x="1077" y="5375"/>
                  </a:lnTo>
                  <a:cubicBezTo>
                    <a:pt x="480" y="5375"/>
                    <a:pt x="0" y="5855"/>
                    <a:pt x="0" y="6451"/>
                  </a:cubicBezTo>
                  <a:cubicBezTo>
                    <a:pt x="0" y="7041"/>
                    <a:pt x="480" y="7527"/>
                    <a:pt x="1077" y="7527"/>
                  </a:cubicBezTo>
                  <a:lnTo>
                    <a:pt x="3261" y="7527"/>
                  </a:lnTo>
                  <a:lnTo>
                    <a:pt x="3261" y="9673"/>
                  </a:lnTo>
                  <a:lnTo>
                    <a:pt x="5410" y="9673"/>
                  </a:lnTo>
                  <a:lnTo>
                    <a:pt x="5410" y="2153"/>
                  </a:lnTo>
                  <a:lnTo>
                    <a:pt x="4877" y="2153"/>
                  </a:lnTo>
                  <a:lnTo>
                    <a:pt x="4877" y="1077"/>
                  </a:lnTo>
                  <a:lnTo>
                    <a:pt x="5413" y="1077"/>
                  </a:lnTo>
                  <a:lnTo>
                    <a:pt x="54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0" name="Google Shape;1550;p63"/>
            <p:cNvSpPr/>
            <p:nvPr/>
          </p:nvSpPr>
          <p:spPr>
            <a:xfrm>
              <a:off x="6490310" y="3398769"/>
              <a:ext cx="164710" cy="29394"/>
            </a:xfrm>
            <a:custGeom>
              <a:avLst/>
              <a:gdLst/>
              <a:ahLst/>
              <a:cxnLst/>
              <a:rect l="l" t="t" r="r" b="b"/>
              <a:pathLst>
                <a:path w="6035" h="1077" extrusionOk="0">
                  <a:moveTo>
                    <a:pt x="540" y="0"/>
                  </a:moveTo>
                  <a:lnTo>
                    <a:pt x="0" y="1077"/>
                  </a:lnTo>
                  <a:lnTo>
                    <a:pt x="6034" y="1077"/>
                  </a:lnTo>
                  <a:lnTo>
                    <a:pt x="54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1" name="Google Shape;1551;p63"/>
            <p:cNvSpPr/>
            <p:nvPr/>
          </p:nvSpPr>
          <p:spPr>
            <a:xfrm>
              <a:off x="6557996" y="3633266"/>
              <a:ext cx="29421" cy="29421"/>
            </a:xfrm>
            <a:custGeom>
              <a:avLst/>
              <a:gdLst/>
              <a:ahLst/>
              <a:cxnLst/>
              <a:rect l="l" t="t" r="r" b="b"/>
              <a:pathLst>
                <a:path w="1078" h="1078" extrusionOk="0">
                  <a:moveTo>
                    <a:pt x="537" y="1"/>
                  </a:moveTo>
                  <a:cubicBezTo>
                    <a:pt x="244" y="1"/>
                    <a:pt x="1" y="244"/>
                    <a:pt x="1" y="537"/>
                  </a:cubicBezTo>
                  <a:cubicBezTo>
                    <a:pt x="1" y="834"/>
                    <a:pt x="244" y="1077"/>
                    <a:pt x="537" y="1077"/>
                  </a:cubicBezTo>
                  <a:cubicBezTo>
                    <a:pt x="834" y="1077"/>
                    <a:pt x="1077" y="834"/>
                    <a:pt x="1077" y="537"/>
                  </a:cubicBezTo>
                  <a:cubicBezTo>
                    <a:pt x="1077" y="244"/>
                    <a:pt x="834" y="4"/>
                    <a:pt x="5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52" name="Google Shape;1552;p63"/>
          <p:cNvGrpSpPr/>
          <p:nvPr/>
        </p:nvGrpSpPr>
        <p:grpSpPr>
          <a:xfrm>
            <a:off x="7153190" y="3400624"/>
            <a:ext cx="439873" cy="500326"/>
            <a:chOff x="7153190" y="3324424"/>
            <a:chExt cx="439873" cy="500326"/>
          </a:xfrm>
        </p:grpSpPr>
        <p:sp>
          <p:nvSpPr>
            <p:cNvPr id="1553" name="Google Shape;1553;p63"/>
            <p:cNvSpPr/>
            <p:nvPr/>
          </p:nvSpPr>
          <p:spPr>
            <a:xfrm>
              <a:off x="7270384" y="3324424"/>
              <a:ext cx="29421" cy="29394"/>
            </a:xfrm>
            <a:custGeom>
              <a:avLst/>
              <a:gdLst/>
              <a:ahLst/>
              <a:cxnLst/>
              <a:rect l="l" t="t" r="r" b="b"/>
              <a:pathLst>
                <a:path w="1078" h="1077" extrusionOk="0">
                  <a:moveTo>
                    <a:pt x="1" y="0"/>
                  </a:moveTo>
                  <a:lnTo>
                    <a:pt x="1"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4" name="Google Shape;1554;p63"/>
            <p:cNvSpPr/>
            <p:nvPr/>
          </p:nvSpPr>
          <p:spPr>
            <a:xfrm>
              <a:off x="7446339" y="3324424"/>
              <a:ext cx="29312" cy="29394"/>
            </a:xfrm>
            <a:custGeom>
              <a:avLst/>
              <a:gdLst/>
              <a:ahLst/>
              <a:cxnLst/>
              <a:rect l="l" t="t" r="r" b="b"/>
              <a:pathLst>
                <a:path w="1074" h="1077" extrusionOk="0">
                  <a:moveTo>
                    <a:pt x="1" y="0"/>
                  </a:moveTo>
                  <a:lnTo>
                    <a:pt x="1" y="1077"/>
                  </a:lnTo>
                  <a:lnTo>
                    <a:pt x="1074" y="1077"/>
                  </a:lnTo>
                  <a:lnTo>
                    <a:pt x="10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5" name="Google Shape;1555;p63"/>
            <p:cNvSpPr/>
            <p:nvPr/>
          </p:nvSpPr>
          <p:spPr>
            <a:xfrm>
              <a:off x="7153190" y="3324506"/>
              <a:ext cx="439873" cy="294268"/>
            </a:xfrm>
            <a:custGeom>
              <a:avLst/>
              <a:gdLst/>
              <a:ahLst/>
              <a:cxnLst/>
              <a:rect l="l" t="t" r="r" b="b"/>
              <a:pathLst>
                <a:path w="16117" h="10782" extrusionOk="0">
                  <a:moveTo>
                    <a:pt x="0" y="1"/>
                  </a:moveTo>
                  <a:lnTo>
                    <a:pt x="0" y="3223"/>
                  </a:lnTo>
                  <a:lnTo>
                    <a:pt x="1077" y="3223"/>
                  </a:lnTo>
                  <a:lnTo>
                    <a:pt x="1077" y="5372"/>
                  </a:lnTo>
                  <a:lnTo>
                    <a:pt x="4298" y="5372"/>
                  </a:lnTo>
                  <a:lnTo>
                    <a:pt x="4298" y="7521"/>
                  </a:lnTo>
                  <a:lnTo>
                    <a:pt x="5375" y="7521"/>
                  </a:lnTo>
                  <a:lnTo>
                    <a:pt x="5375" y="10781"/>
                  </a:lnTo>
                  <a:lnTo>
                    <a:pt x="10742" y="10781"/>
                  </a:lnTo>
                  <a:lnTo>
                    <a:pt x="10742" y="7521"/>
                  </a:lnTo>
                  <a:lnTo>
                    <a:pt x="11818" y="7521"/>
                  </a:lnTo>
                  <a:lnTo>
                    <a:pt x="11818" y="5372"/>
                  </a:lnTo>
                  <a:lnTo>
                    <a:pt x="15040" y="5372"/>
                  </a:lnTo>
                  <a:lnTo>
                    <a:pt x="15040" y="3223"/>
                  </a:lnTo>
                  <a:lnTo>
                    <a:pt x="16116" y="3223"/>
                  </a:lnTo>
                  <a:lnTo>
                    <a:pt x="16116" y="1"/>
                  </a:lnTo>
                  <a:lnTo>
                    <a:pt x="12887" y="1"/>
                  </a:lnTo>
                  <a:lnTo>
                    <a:pt x="12887" y="3223"/>
                  </a:lnTo>
                  <a:lnTo>
                    <a:pt x="13964" y="3223"/>
                  </a:lnTo>
                  <a:lnTo>
                    <a:pt x="13964" y="4299"/>
                  </a:lnTo>
                  <a:lnTo>
                    <a:pt x="11818" y="4299"/>
                  </a:lnTo>
                  <a:lnTo>
                    <a:pt x="11818" y="2153"/>
                  </a:lnTo>
                  <a:lnTo>
                    <a:pt x="10742" y="2153"/>
                  </a:lnTo>
                  <a:lnTo>
                    <a:pt x="10742" y="6448"/>
                  </a:lnTo>
                  <a:lnTo>
                    <a:pt x="8593" y="6448"/>
                  </a:lnTo>
                  <a:lnTo>
                    <a:pt x="8593" y="4299"/>
                  </a:lnTo>
                  <a:lnTo>
                    <a:pt x="9669" y="4299"/>
                  </a:lnTo>
                  <a:lnTo>
                    <a:pt x="9669" y="1077"/>
                  </a:lnTo>
                  <a:lnTo>
                    <a:pt x="6444" y="1077"/>
                  </a:lnTo>
                  <a:lnTo>
                    <a:pt x="6444" y="4299"/>
                  </a:lnTo>
                  <a:lnTo>
                    <a:pt x="7520" y="4299"/>
                  </a:lnTo>
                  <a:lnTo>
                    <a:pt x="7520" y="6448"/>
                  </a:lnTo>
                  <a:lnTo>
                    <a:pt x="5371" y="6448"/>
                  </a:lnTo>
                  <a:lnTo>
                    <a:pt x="5371" y="2153"/>
                  </a:lnTo>
                  <a:lnTo>
                    <a:pt x="4295" y="2153"/>
                  </a:lnTo>
                  <a:lnTo>
                    <a:pt x="4295" y="4299"/>
                  </a:lnTo>
                  <a:lnTo>
                    <a:pt x="2149" y="4299"/>
                  </a:lnTo>
                  <a:lnTo>
                    <a:pt x="2149" y="3223"/>
                  </a:lnTo>
                  <a:lnTo>
                    <a:pt x="3226" y="3223"/>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6" name="Google Shape;1556;p63"/>
            <p:cNvSpPr/>
            <p:nvPr/>
          </p:nvSpPr>
          <p:spPr>
            <a:xfrm>
              <a:off x="7211651" y="3647922"/>
              <a:ext cx="322652" cy="176828"/>
            </a:xfrm>
            <a:custGeom>
              <a:avLst/>
              <a:gdLst/>
              <a:ahLst/>
              <a:cxnLst/>
              <a:rect l="l" t="t" r="r" b="b"/>
              <a:pathLst>
                <a:path w="11822" h="6479" extrusionOk="0">
                  <a:moveTo>
                    <a:pt x="7524" y="1613"/>
                  </a:moveTo>
                  <a:lnTo>
                    <a:pt x="7524" y="2689"/>
                  </a:lnTo>
                  <a:lnTo>
                    <a:pt x="6447" y="2689"/>
                  </a:lnTo>
                  <a:lnTo>
                    <a:pt x="6447" y="1613"/>
                  </a:lnTo>
                  <a:close/>
                  <a:moveTo>
                    <a:pt x="4302" y="2689"/>
                  </a:moveTo>
                  <a:lnTo>
                    <a:pt x="4302" y="3765"/>
                  </a:lnTo>
                  <a:lnTo>
                    <a:pt x="3226" y="3765"/>
                  </a:lnTo>
                  <a:lnTo>
                    <a:pt x="3226" y="2689"/>
                  </a:lnTo>
                  <a:close/>
                  <a:moveTo>
                    <a:pt x="6451" y="3758"/>
                  </a:moveTo>
                  <a:lnTo>
                    <a:pt x="6451" y="4835"/>
                  </a:lnTo>
                  <a:lnTo>
                    <a:pt x="5375" y="4835"/>
                  </a:lnTo>
                  <a:lnTo>
                    <a:pt x="5375" y="3758"/>
                  </a:lnTo>
                  <a:close/>
                  <a:moveTo>
                    <a:pt x="2467" y="0"/>
                  </a:moveTo>
                  <a:lnTo>
                    <a:pt x="826" y="1641"/>
                  </a:lnTo>
                  <a:cubicBezTo>
                    <a:pt x="293" y="2174"/>
                    <a:pt x="0" y="2880"/>
                    <a:pt x="0" y="3631"/>
                  </a:cubicBezTo>
                  <a:cubicBezTo>
                    <a:pt x="0" y="5184"/>
                    <a:pt x="1264" y="6479"/>
                    <a:pt x="2816" y="6479"/>
                  </a:cubicBezTo>
                  <a:lnTo>
                    <a:pt x="8999" y="6479"/>
                  </a:lnTo>
                  <a:cubicBezTo>
                    <a:pt x="10551" y="6479"/>
                    <a:pt x="11815" y="5184"/>
                    <a:pt x="11815" y="3631"/>
                  </a:cubicBezTo>
                  <a:cubicBezTo>
                    <a:pt x="11822" y="2883"/>
                    <a:pt x="11529" y="2170"/>
                    <a:pt x="10999" y="1641"/>
                  </a:cubicBezTo>
                  <a:lnTo>
                    <a:pt x="93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57" name="Google Shape;1557;p63"/>
          <p:cNvGrpSpPr/>
          <p:nvPr/>
        </p:nvGrpSpPr>
        <p:grpSpPr>
          <a:xfrm>
            <a:off x="7923166" y="3400706"/>
            <a:ext cx="500353" cy="500463"/>
            <a:chOff x="7923166" y="3324506"/>
            <a:chExt cx="500353" cy="500463"/>
          </a:xfrm>
        </p:grpSpPr>
        <p:sp>
          <p:nvSpPr>
            <p:cNvPr id="1558" name="Google Shape;1558;p63"/>
            <p:cNvSpPr/>
            <p:nvPr/>
          </p:nvSpPr>
          <p:spPr>
            <a:xfrm>
              <a:off x="7923166" y="3604009"/>
              <a:ext cx="117249" cy="117330"/>
            </a:xfrm>
            <a:custGeom>
              <a:avLst/>
              <a:gdLst/>
              <a:ahLst/>
              <a:cxnLst/>
              <a:rect l="l" t="t" r="r" b="b"/>
              <a:pathLst>
                <a:path w="4296" h="4299" extrusionOk="0">
                  <a:moveTo>
                    <a:pt x="2686" y="1609"/>
                  </a:moveTo>
                  <a:lnTo>
                    <a:pt x="2686" y="2686"/>
                  </a:lnTo>
                  <a:lnTo>
                    <a:pt x="1610" y="2686"/>
                  </a:lnTo>
                  <a:lnTo>
                    <a:pt x="1610" y="1609"/>
                  </a:lnTo>
                  <a:close/>
                  <a:moveTo>
                    <a:pt x="2150" y="0"/>
                  </a:moveTo>
                  <a:cubicBezTo>
                    <a:pt x="961" y="0"/>
                    <a:pt x="1" y="960"/>
                    <a:pt x="1" y="2149"/>
                  </a:cubicBezTo>
                  <a:cubicBezTo>
                    <a:pt x="1" y="3335"/>
                    <a:pt x="961" y="4298"/>
                    <a:pt x="2150" y="4298"/>
                  </a:cubicBezTo>
                  <a:cubicBezTo>
                    <a:pt x="3335" y="4298"/>
                    <a:pt x="4295" y="3335"/>
                    <a:pt x="4295" y="2149"/>
                  </a:cubicBezTo>
                  <a:cubicBezTo>
                    <a:pt x="4295" y="960"/>
                    <a:pt x="3335" y="0"/>
                    <a:pt x="21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9" name="Google Shape;1559;p63"/>
            <p:cNvSpPr/>
            <p:nvPr/>
          </p:nvSpPr>
          <p:spPr>
            <a:xfrm>
              <a:off x="8128406" y="3324506"/>
              <a:ext cx="58679" cy="86517"/>
            </a:xfrm>
            <a:custGeom>
              <a:avLst/>
              <a:gdLst/>
              <a:ahLst/>
              <a:cxnLst/>
              <a:rect l="l" t="t" r="r" b="b"/>
              <a:pathLst>
                <a:path w="2150" h="3170" extrusionOk="0">
                  <a:moveTo>
                    <a:pt x="0" y="1"/>
                  </a:moveTo>
                  <a:lnTo>
                    <a:pt x="0" y="537"/>
                  </a:lnTo>
                  <a:cubicBezTo>
                    <a:pt x="0" y="1836"/>
                    <a:pt x="929" y="2919"/>
                    <a:pt x="2149" y="3170"/>
                  </a:cubicBez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0" name="Google Shape;1560;p63"/>
            <p:cNvSpPr/>
            <p:nvPr/>
          </p:nvSpPr>
          <p:spPr>
            <a:xfrm>
              <a:off x="8216343" y="3324506"/>
              <a:ext cx="207177" cy="58597"/>
            </a:xfrm>
            <a:custGeom>
              <a:avLst/>
              <a:gdLst/>
              <a:ahLst/>
              <a:cxnLst/>
              <a:rect l="l" t="t" r="r" b="b"/>
              <a:pathLst>
                <a:path w="7591" h="2147" extrusionOk="0">
                  <a:moveTo>
                    <a:pt x="0" y="1"/>
                  </a:moveTo>
                  <a:lnTo>
                    <a:pt x="0" y="2146"/>
                  </a:lnTo>
                  <a:lnTo>
                    <a:pt x="7591" y="2146"/>
                  </a:lnTo>
                  <a:lnTo>
                    <a:pt x="7591" y="1070"/>
                  </a:lnTo>
                  <a:lnTo>
                    <a:pt x="5371" y="1070"/>
                  </a:lnTo>
                  <a:lnTo>
                    <a:pt x="5371" y="1"/>
                  </a:lnTo>
                  <a:lnTo>
                    <a:pt x="3222" y="1"/>
                  </a:lnTo>
                  <a:lnTo>
                    <a:pt x="3222" y="1077"/>
                  </a:lnTo>
                  <a:lnTo>
                    <a:pt x="2146" y="1077"/>
                  </a:lnTo>
                  <a:lnTo>
                    <a:pt x="2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1" name="Google Shape;1561;p63"/>
            <p:cNvSpPr/>
            <p:nvPr/>
          </p:nvSpPr>
          <p:spPr>
            <a:xfrm>
              <a:off x="8216343" y="3412443"/>
              <a:ext cx="207177" cy="58679"/>
            </a:xfrm>
            <a:custGeom>
              <a:avLst/>
              <a:gdLst/>
              <a:ahLst/>
              <a:cxnLst/>
              <a:rect l="l" t="t" r="r" b="b"/>
              <a:pathLst>
                <a:path w="7591" h="2150" extrusionOk="0">
                  <a:moveTo>
                    <a:pt x="0" y="1"/>
                  </a:moveTo>
                  <a:lnTo>
                    <a:pt x="0" y="2150"/>
                  </a:lnTo>
                  <a:lnTo>
                    <a:pt x="7591" y="2150"/>
                  </a:lnTo>
                  <a:lnTo>
                    <a:pt x="759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2" name="Google Shape;1562;p63"/>
            <p:cNvSpPr/>
            <p:nvPr/>
          </p:nvSpPr>
          <p:spPr>
            <a:xfrm>
              <a:off x="8216424" y="3604009"/>
              <a:ext cx="117249" cy="117330"/>
            </a:xfrm>
            <a:custGeom>
              <a:avLst/>
              <a:gdLst/>
              <a:ahLst/>
              <a:cxnLst/>
              <a:rect l="l" t="t" r="r" b="b"/>
              <a:pathLst>
                <a:path w="4296" h="4299" extrusionOk="0">
                  <a:moveTo>
                    <a:pt x="2686" y="1609"/>
                  </a:moveTo>
                  <a:lnTo>
                    <a:pt x="2686" y="2686"/>
                  </a:lnTo>
                  <a:lnTo>
                    <a:pt x="1610" y="2686"/>
                  </a:lnTo>
                  <a:lnTo>
                    <a:pt x="1610" y="1609"/>
                  </a:lnTo>
                  <a:close/>
                  <a:moveTo>
                    <a:pt x="2150" y="0"/>
                  </a:moveTo>
                  <a:cubicBezTo>
                    <a:pt x="961" y="0"/>
                    <a:pt x="1" y="960"/>
                    <a:pt x="1" y="2149"/>
                  </a:cubicBezTo>
                  <a:cubicBezTo>
                    <a:pt x="1" y="3335"/>
                    <a:pt x="961" y="4298"/>
                    <a:pt x="2150" y="4298"/>
                  </a:cubicBezTo>
                  <a:cubicBezTo>
                    <a:pt x="3332" y="4298"/>
                    <a:pt x="4295" y="3335"/>
                    <a:pt x="4295" y="2149"/>
                  </a:cubicBezTo>
                  <a:cubicBezTo>
                    <a:pt x="4295" y="960"/>
                    <a:pt x="3335" y="0"/>
                    <a:pt x="21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3" name="Google Shape;1563;p63"/>
            <p:cNvSpPr/>
            <p:nvPr/>
          </p:nvSpPr>
          <p:spPr>
            <a:xfrm>
              <a:off x="7923166" y="3412361"/>
              <a:ext cx="410698" cy="264956"/>
            </a:xfrm>
            <a:custGeom>
              <a:avLst/>
              <a:gdLst/>
              <a:ahLst/>
              <a:cxnLst/>
              <a:rect l="l" t="t" r="r" b="b"/>
              <a:pathLst>
                <a:path w="15048" h="9708" extrusionOk="0">
                  <a:moveTo>
                    <a:pt x="6984" y="4873"/>
                  </a:moveTo>
                  <a:lnTo>
                    <a:pt x="6984" y="7022"/>
                  </a:lnTo>
                  <a:lnTo>
                    <a:pt x="5908" y="7022"/>
                  </a:lnTo>
                  <a:lnTo>
                    <a:pt x="5908" y="4873"/>
                  </a:lnTo>
                  <a:close/>
                  <a:moveTo>
                    <a:pt x="9130" y="4873"/>
                  </a:moveTo>
                  <a:lnTo>
                    <a:pt x="9130" y="7022"/>
                  </a:lnTo>
                  <a:lnTo>
                    <a:pt x="8053" y="7022"/>
                  </a:lnTo>
                  <a:lnTo>
                    <a:pt x="8053" y="4873"/>
                  </a:lnTo>
                  <a:close/>
                  <a:moveTo>
                    <a:pt x="1" y="0"/>
                  </a:moveTo>
                  <a:lnTo>
                    <a:pt x="1" y="6782"/>
                  </a:lnTo>
                  <a:cubicBezTo>
                    <a:pt x="572" y="6267"/>
                    <a:pt x="1317" y="5946"/>
                    <a:pt x="2146" y="5946"/>
                  </a:cubicBezTo>
                  <a:cubicBezTo>
                    <a:pt x="3925" y="5946"/>
                    <a:pt x="5371" y="7393"/>
                    <a:pt x="5371" y="9171"/>
                  </a:cubicBezTo>
                  <a:cubicBezTo>
                    <a:pt x="5371" y="9355"/>
                    <a:pt x="5347" y="9531"/>
                    <a:pt x="5319" y="9708"/>
                  </a:cubicBezTo>
                  <a:lnTo>
                    <a:pt x="9726" y="9708"/>
                  </a:lnTo>
                  <a:cubicBezTo>
                    <a:pt x="9694" y="9531"/>
                    <a:pt x="9673" y="9355"/>
                    <a:pt x="9673" y="9171"/>
                  </a:cubicBezTo>
                  <a:cubicBezTo>
                    <a:pt x="9673" y="7393"/>
                    <a:pt x="11120" y="5946"/>
                    <a:pt x="12898" y="5946"/>
                  </a:cubicBezTo>
                  <a:cubicBezTo>
                    <a:pt x="13728" y="5946"/>
                    <a:pt x="14476" y="6267"/>
                    <a:pt x="15047" y="6782"/>
                  </a:cubicBezTo>
                  <a:lnTo>
                    <a:pt x="15047" y="3225"/>
                  </a:lnTo>
                  <a:lnTo>
                    <a:pt x="9673" y="3225"/>
                  </a:lnTo>
                  <a:lnTo>
                    <a:pt x="9673" y="2153"/>
                  </a:lnTo>
                  <a:lnTo>
                    <a:pt x="1077" y="2153"/>
                  </a:lnTo>
                  <a:lnTo>
                    <a:pt x="1077" y="1076"/>
                  </a:lnTo>
                  <a:lnTo>
                    <a:pt x="3180" y="1076"/>
                  </a:lnTo>
                  <a:lnTo>
                    <a:pt x="318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4" name="Google Shape;1564;p63"/>
            <p:cNvSpPr/>
            <p:nvPr/>
          </p:nvSpPr>
          <p:spPr>
            <a:xfrm>
              <a:off x="7923166" y="3727671"/>
              <a:ext cx="117249" cy="97298"/>
            </a:xfrm>
            <a:custGeom>
              <a:avLst/>
              <a:gdLst/>
              <a:ahLst/>
              <a:cxnLst/>
              <a:rect l="l" t="t" r="r" b="b"/>
              <a:pathLst>
                <a:path w="4296" h="3565" extrusionOk="0">
                  <a:moveTo>
                    <a:pt x="1" y="0"/>
                  </a:moveTo>
                  <a:lnTo>
                    <a:pt x="1" y="3564"/>
                  </a:lnTo>
                  <a:lnTo>
                    <a:pt x="4295" y="3564"/>
                  </a:lnTo>
                  <a:lnTo>
                    <a:pt x="4295" y="2488"/>
                  </a:lnTo>
                  <a:lnTo>
                    <a:pt x="3219" y="2488"/>
                  </a:lnTo>
                  <a:lnTo>
                    <a:pt x="3219" y="1602"/>
                  </a:lnTo>
                  <a:lnTo>
                    <a:pt x="4295" y="526"/>
                  </a:lnTo>
                  <a:lnTo>
                    <a:pt x="4295" y="0"/>
                  </a:lnTo>
                  <a:cubicBezTo>
                    <a:pt x="3724" y="515"/>
                    <a:pt x="2979" y="836"/>
                    <a:pt x="2150" y="836"/>
                  </a:cubicBezTo>
                  <a:cubicBezTo>
                    <a:pt x="1320" y="836"/>
                    <a:pt x="569" y="515"/>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5" name="Google Shape;1565;p63"/>
            <p:cNvSpPr/>
            <p:nvPr/>
          </p:nvSpPr>
          <p:spPr>
            <a:xfrm>
              <a:off x="8186948" y="3706574"/>
              <a:ext cx="117249" cy="118286"/>
            </a:xfrm>
            <a:custGeom>
              <a:avLst/>
              <a:gdLst/>
              <a:ahLst/>
              <a:cxnLst/>
              <a:rect l="l" t="t" r="r" b="b"/>
              <a:pathLst>
                <a:path w="4296" h="4334" extrusionOk="0">
                  <a:moveTo>
                    <a:pt x="1" y="0"/>
                  </a:moveTo>
                  <a:lnTo>
                    <a:pt x="1" y="4334"/>
                  </a:lnTo>
                  <a:lnTo>
                    <a:pt x="4295" y="4334"/>
                  </a:lnTo>
                  <a:lnTo>
                    <a:pt x="4295" y="3257"/>
                  </a:lnTo>
                  <a:lnTo>
                    <a:pt x="3219" y="3257"/>
                  </a:lnTo>
                  <a:lnTo>
                    <a:pt x="3219" y="2368"/>
                  </a:lnTo>
                  <a:lnTo>
                    <a:pt x="4122" y="1465"/>
                  </a:lnTo>
                  <a:lnTo>
                    <a:pt x="4122" y="1465"/>
                  </a:lnTo>
                  <a:cubicBezTo>
                    <a:pt x="3833" y="1549"/>
                    <a:pt x="3537" y="1609"/>
                    <a:pt x="3219" y="1609"/>
                  </a:cubicBezTo>
                  <a:cubicBezTo>
                    <a:pt x="3213" y="1609"/>
                    <a:pt x="3206" y="1609"/>
                    <a:pt x="3200" y="1609"/>
                  </a:cubicBezTo>
                  <a:cubicBezTo>
                    <a:pt x="2026" y="1609"/>
                    <a:pt x="1007" y="958"/>
                    <a:pt x="4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66" name="Google Shape;1566;p63"/>
          <p:cNvGrpSpPr/>
          <p:nvPr/>
        </p:nvGrpSpPr>
        <p:grpSpPr>
          <a:xfrm>
            <a:off x="744557" y="4104334"/>
            <a:ext cx="452592" cy="499398"/>
            <a:chOff x="744557" y="4028134"/>
            <a:chExt cx="452592" cy="499398"/>
          </a:xfrm>
        </p:grpSpPr>
        <p:sp>
          <p:nvSpPr>
            <p:cNvPr id="1567" name="Google Shape;1567;p63"/>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8" name="Google Shape;1568;p63"/>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9" name="Google Shape;1569;p63"/>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0" name="Google Shape;1570;p63"/>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1" name="Google Shape;1571;p63"/>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72" name="Google Shape;1572;p63"/>
          <p:cNvGrpSpPr/>
          <p:nvPr/>
        </p:nvGrpSpPr>
        <p:grpSpPr>
          <a:xfrm>
            <a:off x="1520510" y="4103843"/>
            <a:ext cx="500463" cy="500463"/>
            <a:chOff x="1520510" y="4027643"/>
            <a:chExt cx="500463" cy="500463"/>
          </a:xfrm>
        </p:grpSpPr>
        <p:sp>
          <p:nvSpPr>
            <p:cNvPr id="1573" name="Google Shape;1573;p63"/>
            <p:cNvSpPr/>
            <p:nvPr/>
          </p:nvSpPr>
          <p:spPr>
            <a:xfrm>
              <a:off x="1580035" y="4439077"/>
              <a:ext cx="381222" cy="89028"/>
            </a:xfrm>
            <a:custGeom>
              <a:avLst/>
              <a:gdLst/>
              <a:ahLst/>
              <a:cxnLst/>
              <a:rect l="l" t="t" r="r" b="b"/>
              <a:pathLst>
                <a:path w="13968" h="3262" extrusionOk="0">
                  <a:moveTo>
                    <a:pt x="3226" y="1"/>
                  </a:moveTo>
                  <a:lnTo>
                    <a:pt x="3226" y="2185"/>
                  </a:lnTo>
                  <a:lnTo>
                    <a:pt x="1" y="2185"/>
                  </a:lnTo>
                  <a:lnTo>
                    <a:pt x="1" y="3261"/>
                  </a:lnTo>
                  <a:lnTo>
                    <a:pt x="13967" y="3261"/>
                  </a:lnTo>
                  <a:lnTo>
                    <a:pt x="13967" y="2185"/>
                  </a:lnTo>
                  <a:lnTo>
                    <a:pt x="10742" y="2185"/>
                  </a:lnTo>
                  <a:lnTo>
                    <a:pt x="107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4" name="Google Shape;1574;p63"/>
            <p:cNvSpPr/>
            <p:nvPr/>
          </p:nvSpPr>
          <p:spPr>
            <a:xfrm>
              <a:off x="1520510" y="4182910"/>
              <a:ext cx="39711" cy="39792"/>
            </a:xfrm>
            <a:custGeom>
              <a:avLst/>
              <a:gdLst/>
              <a:ahLst/>
              <a:cxnLst/>
              <a:rect l="l" t="t" r="r" b="b"/>
              <a:pathLst>
                <a:path w="1455" h="1458" extrusionOk="0">
                  <a:moveTo>
                    <a:pt x="943" y="0"/>
                  </a:moveTo>
                  <a:lnTo>
                    <a:pt x="1" y="512"/>
                  </a:lnTo>
                  <a:lnTo>
                    <a:pt x="512" y="1458"/>
                  </a:lnTo>
                  <a:lnTo>
                    <a:pt x="1455" y="946"/>
                  </a:lnTo>
                  <a:lnTo>
                    <a:pt x="94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5" name="Google Shape;1575;p63"/>
            <p:cNvSpPr/>
            <p:nvPr/>
          </p:nvSpPr>
          <p:spPr>
            <a:xfrm>
              <a:off x="1550177" y="4234520"/>
              <a:ext cx="39820" cy="39820"/>
            </a:xfrm>
            <a:custGeom>
              <a:avLst/>
              <a:gdLst/>
              <a:ahLst/>
              <a:cxnLst/>
              <a:rect l="l" t="t" r="r" b="b"/>
              <a:pathLst>
                <a:path w="1459" h="1459" extrusionOk="0">
                  <a:moveTo>
                    <a:pt x="946" y="1"/>
                  </a:moveTo>
                  <a:lnTo>
                    <a:pt x="1" y="512"/>
                  </a:lnTo>
                  <a:lnTo>
                    <a:pt x="512" y="1458"/>
                  </a:lnTo>
                  <a:lnTo>
                    <a:pt x="1458" y="946"/>
                  </a:lnTo>
                  <a:lnTo>
                    <a:pt x="9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6" name="Google Shape;1576;p63"/>
            <p:cNvSpPr/>
            <p:nvPr/>
          </p:nvSpPr>
          <p:spPr>
            <a:xfrm>
              <a:off x="1634838" y="4389296"/>
              <a:ext cx="39792" cy="39711"/>
            </a:xfrm>
            <a:custGeom>
              <a:avLst/>
              <a:gdLst/>
              <a:ahLst/>
              <a:cxnLst/>
              <a:rect l="l" t="t" r="r" b="b"/>
              <a:pathLst>
                <a:path w="1458" h="1455" extrusionOk="0">
                  <a:moveTo>
                    <a:pt x="946" y="0"/>
                  </a:moveTo>
                  <a:lnTo>
                    <a:pt x="0" y="512"/>
                  </a:lnTo>
                  <a:lnTo>
                    <a:pt x="512" y="1454"/>
                  </a:lnTo>
                  <a:lnTo>
                    <a:pt x="1458" y="942"/>
                  </a:lnTo>
                  <a:lnTo>
                    <a:pt x="9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7" name="Google Shape;1577;p63"/>
            <p:cNvSpPr/>
            <p:nvPr/>
          </p:nvSpPr>
          <p:spPr>
            <a:xfrm>
              <a:off x="1578970" y="4286158"/>
              <a:ext cx="39820" cy="39683"/>
            </a:xfrm>
            <a:custGeom>
              <a:avLst/>
              <a:gdLst/>
              <a:ahLst/>
              <a:cxnLst/>
              <a:rect l="l" t="t" r="r" b="b"/>
              <a:pathLst>
                <a:path w="1459" h="1454" extrusionOk="0">
                  <a:moveTo>
                    <a:pt x="946" y="0"/>
                  </a:moveTo>
                  <a:lnTo>
                    <a:pt x="1" y="512"/>
                  </a:lnTo>
                  <a:lnTo>
                    <a:pt x="512" y="1454"/>
                  </a:lnTo>
                  <a:lnTo>
                    <a:pt x="1458" y="942"/>
                  </a:lnTo>
                  <a:lnTo>
                    <a:pt x="9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8" name="Google Shape;1578;p63"/>
            <p:cNvSpPr/>
            <p:nvPr/>
          </p:nvSpPr>
          <p:spPr>
            <a:xfrm>
              <a:off x="1606918" y="4337768"/>
              <a:ext cx="39792" cy="39711"/>
            </a:xfrm>
            <a:custGeom>
              <a:avLst/>
              <a:gdLst/>
              <a:ahLst/>
              <a:cxnLst/>
              <a:rect l="l" t="t" r="r" b="b"/>
              <a:pathLst>
                <a:path w="1458" h="1455" extrusionOk="0">
                  <a:moveTo>
                    <a:pt x="946" y="0"/>
                  </a:moveTo>
                  <a:lnTo>
                    <a:pt x="0" y="512"/>
                  </a:lnTo>
                  <a:lnTo>
                    <a:pt x="512" y="1454"/>
                  </a:lnTo>
                  <a:lnTo>
                    <a:pt x="1457" y="943"/>
                  </a:lnTo>
                  <a:lnTo>
                    <a:pt x="9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9" name="Google Shape;1579;p63"/>
            <p:cNvSpPr/>
            <p:nvPr/>
          </p:nvSpPr>
          <p:spPr>
            <a:xfrm>
              <a:off x="1921245" y="4285284"/>
              <a:ext cx="39820" cy="39902"/>
            </a:xfrm>
            <a:custGeom>
              <a:avLst/>
              <a:gdLst/>
              <a:ahLst/>
              <a:cxnLst/>
              <a:rect l="l" t="t" r="r" b="b"/>
              <a:pathLst>
                <a:path w="1459" h="1462" extrusionOk="0">
                  <a:moveTo>
                    <a:pt x="520" y="0"/>
                  </a:moveTo>
                  <a:lnTo>
                    <a:pt x="1" y="939"/>
                  </a:lnTo>
                  <a:lnTo>
                    <a:pt x="940" y="1461"/>
                  </a:lnTo>
                  <a:lnTo>
                    <a:pt x="1458" y="519"/>
                  </a:lnTo>
                  <a:lnTo>
                    <a:pt x="52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0" name="Google Shape;1580;p63"/>
            <p:cNvSpPr/>
            <p:nvPr/>
          </p:nvSpPr>
          <p:spPr>
            <a:xfrm>
              <a:off x="1892834" y="4336512"/>
              <a:ext cx="39902" cy="39902"/>
            </a:xfrm>
            <a:custGeom>
              <a:avLst/>
              <a:gdLst/>
              <a:ahLst/>
              <a:cxnLst/>
              <a:rect l="l" t="t" r="r" b="b"/>
              <a:pathLst>
                <a:path w="1462" h="1462" extrusionOk="0">
                  <a:moveTo>
                    <a:pt x="520" y="1"/>
                  </a:moveTo>
                  <a:lnTo>
                    <a:pt x="1" y="939"/>
                  </a:lnTo>
                  <a:lnTo>
                    <a:pt x="940" y="1461"/>
                  </a:lnTo>
                  <a:lnTo>
                    <a:pt x="1462" y="523"/>
                  </a:lnTo>
                  <a:lnTo>
                    <a:pt x="52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1" name="Google Shape;1581;p63"/>
            <p:cNvSpPr/>
            <p:nvPr/>
          </p:nvSpPr>
          <p:spPr>
            <a:xfrm>
              <a:off x="1864341" y="4387849"/>
              <a:ext cx="39792" cy="39902"/>
            </a:xfrm>
            <a:custGeom>
              <a:avLst/>
              <a:gdLst/>
              <a:ahLst/>
              <a:cxnLst/>
              <a:rect l="l" t="t" r="r" b="b"/>
              <a:pathLst>
                <a:path w="1458" h="1462" extrusionOk="0">
                  <a:moveTo>
                    <a:pt x="519" y="0"/>
                  </a:moveTo>
                  <a:lnTo>
                    <a:pt x="0" y="939"/>
                  </a:lnTo>
                  <a:lnTo>
                    <a:pt x="939" y="1461"/>
                  </a:lnTo>
                  <a:lnTo>
                    <a:pt x="1458" y="519"/>
                  </a:lnTo>
                  <a:lnTo>
                    <a:pt x="51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2" name="Google Shape;1582;p63"/>
            <p:cNvSpPr/>
            <p:nvPr/>
          </p:nvSpPr>
          <p:spPr>
            <a:xfrm>
              <a:off x="1950721" y="4234056"/>
              <a:ext cx="40857" cy="39874"/>
            </a:xfrm>
            <a:custGeom>
              <a:avLst/>
              <a:gdLst/>
              <a:ahLst/>
              <a:cxnLst/>
              <a:rect l="l" t="t" r="r" b="b"/>
              <a:pathLst>
                <a:path w="1497" h="1461" extrusionOk="0">
                  <a:moveTo>
                    <a:pt x="555" y="0"/>
                  </a:moveTo>
                  <a:lnTo>
                    <a:pt x="1" y="942"/>
                  </a:lnTo>
                  <a:lnTo>
                    <a:pt x="939" y="1461"/>
                  </a:lnTo>
                  <a:lnTo>
                    <a:pt x="1497" y="522"/>
                  </a:lnTo>
                  <a:lnTo>
                    <a:pt x="5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3" name="Google Shape;1583;p63"/>
            <p:cNvSpPr/>
            <p:nvPr/>
          </p:nvSpPr>
          <p:spPr>
            <a:xfrm>
              <a:off x="1800094" y="4335366"/>
              <a:ext cx="33734" cy="33734"/>
            </a:xfrm>
            <a:custGeom>
              <a:avLst/>
              <a:gdLst/>
              <a:ahLst/>
              <a:cxnLst/>
              <a:rect l="l" t="t" r="r" b="b"/>
              <a:pathLst>
                <a:path w="1236" h="1236" extrusionOk="0">
                  <a:moveTo>
                    <a:pt x="177" y="0"/>
                  </a:moveTo>
                  <a:lnTo>
                    <a:pt x="1" y="1059"/>
                  </a:lnTo>
                  <a:lnTo>
                    <a:pt x="1059" y="1235"/>
                  </a:lnTo>
                  <a:lnTo>
                    <a:pt x="1236" y="177"/>
                  </a:lnTo>
                  <a:lnTo>
                    <a:pt x="1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4" name="Google Shape;1584;p63"/>
            <p:cNvSpPr/>
            <p:nvPr/>
          </p:nvSpPr>
          <p:spPr>
            <a:xfrm>
              <a:off x="1809728" y="4277479"/>
              <a:ext cx="33734" cy="33734"/>
            </a:xfrm>
            <a:custGeom>
              <a:avLst/>
              <a:gdLst/>
              <a:ahLst/>
              <a:cxnLst/>
              <a:rect l="l" t="t" r="r" b="b"/>
              <a:pathLst>
                <a:path w="1236" h="1236" extrusionOk="0">
                  <a:moveTo>
                    <a:pt x="177" y="0"/>
                  </a:moveTo>
                  <a:lnTo>
                    <a:pt x="1" y="1059"/>
                  </a:lnTo>
                  <a:lnTo>
                    <a:pt x="1059" y="1236"/>
                  </a:lnTo>
                  <a:lnTo>
                    <a:pt x="1236" y="177"/>
                  </a:lnTo>
                  <a:lnTo>
                    <a:pt x="1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5" name="Google Shape;1585;p63"/>
            <p:cNvSpPr/>
            <p:nvPr/>
          </p:nvSpPr>
          <p:spPr>
            <a:xfrm>
              <a:off x="1790460" y="4393144"/>
              <a:ext cx="33734" cy="33734"/>
            </a:xfrm>
            <a:custGeom>
              <a:avLst/>
              <a:gdLst/>
              <a:ahLst/>
              <a:cxnLst/>
              <a:rect l="l" t="t" r="r" b="b"/>
              <a:pathLst>
                <a:path w="1236" h="1236" extrusionOk="0">
                  <a:moveTo>
                    <a:pt x="177" y="0"/>
                  </a:moveTo>
                  <a:lnTo>
                    <a:pt x="1" y="1059"/>
                  </a:lnTo>
                  <a:lnTo>
                    <a:pt x="1059" y="1236"/>
                  </a:lnTo>
                  <a:lnTo>
                    <a:pt x="1236" y="177"/>
                  </a:lnTo>
                  <a:lnTo>
                    <a:pt x="1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6" name="Google Shape;1586;p63"/>
            <p:cNvSpPr/>
            <p:nvPr/>
          </p:nvSpPr>
          <p:spPr>
            <a:xfrm>
              <a:off x="1717289" y="4393144"/>
              <a:ext cx="33734" cy="33734"/>
            </a:xfrm>
            <a:custGeom>
              <a:avLst/>
              <a:gdLst/>
              <a:ahLst/>
              <a:cxnLst/>
              <a:rect l="l" t="t" r="r" b="b"/>
              <a:pathLst>
                <a:path w="1236" h="1236" extrusionOk="0">
                  <a:moveTo>
                    <a:pt x="1059" y="0"/>
                  </a:moveTo>
                  <a:lnTo>
                    <a:pt x="0" y="177"/>
                  </a:lnTo>
                  <a:lnTo>
                    <a:pt x="176" y="1236"/>
                  </a:lnTo>
                  <a:lnTo>
                    <a:pt x="1235" y="1059"/>
                  </a:lnTo>
                  <a:lnTo>
                    <a:pt x="1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7" name="Google Shape;1587;p63"/>
            <p:cNvSpPr/>
            <p:nvPr/>
          </p:nvSpPr>
          <p:spPr>
            <a:xfrm>
              <a:off x="1707545" y="4335366"/>
              <a:ext cx="33734" cy="33734"/>
            </a:xfrm>
            <a:custGeom>
              <a:avLst/>
              <a:gdLst/>
              <a:ahLst/>
              <a:cxnLst/>
              <a:rect l="l" t="t" r="r" b="b"/>
              <a:pathLst>
                <a:path w="1236" h="1236" extrusionOk="0">
                  <a:moveTo>
                    <a:pt x="1059" y="0"/>
                  </a:moveTo>
                  <a:lnTo>
                    <a:pt x="1" y="177"/>
                  </a:lnTo>
                  <a:lnTo>
                    <a:pt x="177" y="1235"/>
                  </a:lnTo>
                  <a:lnTo>
                    <a:pt x="1236" y="1059"/>
                  </a:lnTo>
                  <a:lnTo>
                    <a:pt x="1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8" name="Google Shape;1588;p63"/>
            <p:cNvSpPr/>
            <p:nvPr/>
          </p:nvSpPr>
          <p:spPr>
            <a:xfrm>
              <a:off x="1697911" y="4277479"/>
              <a:ext cx="33734" cy="33734"/>
            </a:xfrm>
            <a:custGeom>
              <a:avLst/>
              <a:gdLst/>
              <a:ahLst/>
              <a:cxnLst/>
              <a:rect l="l" t="t" r="r" b="b"/>
              <a:pathLst>
                <a:path w="1236" h="1236" extrusionOk="0">
                  <a:moveTo>
                    <a:pt x="1059" y="0"/>
                  </a:moveTo>
                  <a:lnTo>
                    <a:pt x="1" y="177"/>
                  </a:lnTo>
                  <a:lnTo>
                    <a:pt x="177" y="1236"/>
                  </a:lnTo>
                  <a:lnTo>
                    <a:pt x="1236" y="1059"/>
                  </a:lnTo>
                  <a:lnTo>
                    <a:pt x="1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9" name="Google Shape;1589;p63"/>
            <p:cNvSpPr/>
            <p:nvPr/>
          </p:nvSpPr>
          <p:spPr>
            <a:xfrm>
              <a:off x="1668053" y="4109903"/>
              <a:ext cx="88073" cy="161162"/>
            </a:xfrm>
            <a:custGeom>
              <a:avLst/>
              <a:gdLst/>
              <a:ahLst/>
              <a:cxnLst/>
              <a:rect l="l" t="t" r="r" b="b"/>
              <a:pathLst>
                <a:path w="3227" h="5905" extrusionOk="0">
                  <a:moveTo>
                    <a:pt x="1" y="1"/>
                  </a:moveTo>
                  <a:lnTo>
                    <a:pt x="1" y="3759"/>
                  </a:lnTo>
                  <a:lnTo>
                    <a:pt x="3226" y="5904"/>
                  </a:lnTo>
                  <a:lnTo>
                    <a:pt x="3226" y="2146"/>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0" name="Google Shape;1590;p63"/>
            <p:cNvSpPr/>
            <p:nvPr/>
          </p:nvSpPr>
          <p:spPr>
            <a:xfrm>
              <a:off x="1682791" y="4027643"/>
              <a:ext cx="175982" cy="115311"/>
            </a:xfrm>
            <a:custGeom>
              <a:avLst/>
              <a:gdLst/>
              <a:ahLst/>
              <a:cxnLst/>
              <a:rect l="l" t="t" r="r" b="b"/>
              <a:pathLst>
                <a:path w="6448" h="4225" extrusionOk="0">
                  <a:moveTo>
                    <a:pt x="3222" y="1"/>
                  </a:moveTo>
                  <a:lnTo>
                    <a:pt x="1" y="2079"/>
                  </a:lnTo>
                  <a:lnTo>
                    <a:pt x="3222" y="4225"/>
                  </a:lnTo>
                  <a:lnTo>
                    <a:pt x="6448" y="2079"/>
                  </a:lnTo>
                  <a:lnTo>
                    <a:pt x="3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1" name="Google Shape;1591;p63"/>
            <p:cNvSpPr/>
            <p:nvPr/>
          </p:nvSpPr>
          <p:spPr>
            <a:xfrm>
              <a:off x="1785465" y="4109903"/>
              <a:ext cx="88046" cy="161162"/>
            </a:xfrm>
            <a:custGeom>
              <a:avLst/>
              <a:gdLst/>
              <a:ahLst/>
              <a:cxnLst/>
              <a:rect l="l" t="t" r="r" b="b"/>
              <a:pathLst>
                <a:path w="3226" h="5905" extrusionOk="0">
                  <a:moveTo>
                    <a:pt x="3226" y="1"/>
                  </a:moveTo>
                  <a:lnTo>
                    <a:pt x="0" y="2146"/>
                  </a:lnTo>
                  <a:lnTo>
                    <a:pt x="0" y="5904"/>
                  </a:lnTo>
                  <a:lnTo>
                    <a:pt x="3226" y="3759"/>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2" name="Google Shape;1592;p63"/>
            <p:cNvSpPr/>
            <p:nvPr/>
          </p:nvSpPr>
          <p:spPr>
            <a:xfrm>
              <a:off x="1981071" y="4182801"/>
              <a:ext cx="39902" cy="39902"/>
            </a:xfrm>
            <a:custGeom>
              <a:avLst/>
              <a:gdLst/>
              <a:ahLst/>
              <a:cxnLst/>
              <a:rect l="l" t="t" r="r" b="b"/>
              <a:pathLst>
                <a:path w="1462" h="1462" extrusionOk="0">
                  <a:moveTo>
                    <a:pt x="522" y="1"/>
                  </a:moveTo>
                  <a:lnTo>
                    <a:pt x="0" y="939"/>
                  </a:lnTo>
                  <a:lnTo>
                    <a:pt x="939" y="1462"/>
                  </a:lnTo>
                  <a:lnTo>
                    <a:pt x="1461" y="523"/>
                  </a:lnTo>
                  <a:lnTo>
                    <a:pt x="5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593" name="Google Shape;1593;p63"/>
          <p:cNvSpPr/>
          <p:nvPr/>
        </p:nvSpPr>
        <p:spPr>
          <a:xfrm>
            <a:off x="2320944" y="4103843"/>
            <a:ext cx="500435" cy="500463"/>
          </a:xfrm>
          <a:custGeom>
            <a:avLst/>
            <a:gdLst/>
            <a:ahLst/>
            <a:cxnLst/>
            <a:rect l="l" t="t" r="r" b="b"/>
            <a:pathLst>
              <a:path w="18336" h="18337" extrusionOk="0">
                <a:moveTo>
                  <a:pt x="4337" y="1"/>
                </a:moveTo>
                <a:lnTo>
                  <a:pt x="4337" y="3226"/>
                </a:lnTo>
                <a:lnTo>
                  <a:pt x="5413" y="3226"/>
                </a:lnTo>
                <a:lnTo>
                  <a:pt x="5413" y="6448"/>
                </a:lnTo>
                <a:lnTo>
                  <a:pt x="2184" y="6448"/>
                </a:lnTo>
                <a:lnTo>
                  <a:pt x="2184" y="5372"/>
                </a:lnTo>
                <a:lnTo>
                  <a:pt x="3261" y="5372"/>
                </a:lnTo>
                <a:lnTo>
                  <a:pt x="3261" y="2150"/>
                </a:lnTo>
                <a:lnTo>
                  <a:pt x="0" y="2150"/>
                </a:lnTo>
                <a:lnTo>
                  <a:pt x="0" y="5372"/>
                </a:lnTo>
                <a:lnTo>
                  <a:pt x="1112" y="5372"/>
                </a:lnTo>
                <a:lnTo>
                  <a:pt x="1112" y="7521"/>
                </a:lnTo>
                <a:lnTo>
                  <a:pt x="5406" y="7521"/>
                </a:lnTo>
                <a:lnTo>
                  <a:pt x="5406" y="8597"/>
                </a:lnTo>
                <a:lnTo>
                  <a:pt x="2184" y="8597"/>
                </a:lnTo>
                <a:lnTo>
                  <a:pt x="2184" y="11660"/>
                </a:lnTo>
                <a:lnTo>
                  <a:pt x="7555" y="14882"/>
                </a:lnTo>
                <a:lnTo>
                  <a:pt x="7555" y="18336"/>
                </a:lnTo>
                <a:lnTo>
                  <a:pt x="10780" y="17048"/>
                </a:lnTo>
                <a:lnTo>
                  <a:pt x="10780" y="14882"/>
                </a:lnTo>
                <a:lnTo>
                  <a:pt x="16151" y="11660"/>
                </a:lnTo>
                <a:lnTo>
                  <a:pt x="16151" y="8597"/>
                </a:lnTo>
                <a:lnTo>
                  <a:pt x="12929" y="8597"/>
                </a:lnTo>
                <a:lnTo>
                  <a:pt x="12929" y="7521"/>
                </a:lnTo>
                <a:lnTo>
                  <a:pt x="17224" y="7521"/>
                </a:lnTo>
                <a:lnTo>
                  <a:pt x="17224" y="5372"/>
                </a:lnTo>
                <a:lnTo>
                  <a:pt x="18335" y="5372"/>
                </a:lnTo>
                <a:lnTo>
                  <a:pt x="18335" y="2150"/>
                </a:lnTo>
                <a:lnTo>
                  <a:pt x="15075" y="2150"/>
                </a:lnTo>
                <a:lnTo>
                  <a:pt x="15075" y="5372"/>
                </a:lnTo>
                <a:lnTo>
                  <a:pt x="16148" y="5372"/>
                </a:lnTo>
                <a:lnTo>
                  <a:pt x="16148" y="6448"/>
                </a:lnTo>
                <a:lnTo>
                  <a:pt x="12922" y="6448"/>
                </a:lnTo>
                <a:lnTo>
                  <a:pt x="12922" y="3226"/>
                </a:lnTo>
                <a:lnTo>
                  <a:pt x="13999" y="3226"/>
                </a:lnTo>
                <a:lnTo>
                  <a:pt x="13999" y="1"/>
                </a:lnTo>
                <a:lnTo>
                  <a:pt x="10777" y="1"/>
                </a:lnTo>
                <a:lnTo>
                  <a:pt x="10777" y="3226"/>
                </a:lnTo>
                <a:lnTo>
                  <a:pt x="11853" y="3226"/>
                </a:lnTo>
                <a:lnTo>
                  <a:pt x="11853" y="8597"/>
                </a:lnTo>
                <a:lnTo>
                  <a:pt x="9704" y="8597"/>
                </a:lnTo>
                <a:lnTo>
                  <a:pt x="9704" y="7521"/>
                </a:lnTo>
                <a:lnTo>
                  <a:pt x="10780" y="7521"/>
                </a:lnTo>
                <a:lnTo>
                  <a:pt x="10780" y="4295"/>
                </a:lnTo>
                <a:lnTo>
                  <a:pt x="7555" y="4295"/>
                </a:lnTo>
                <a:lnTo>
                  <a:pt x="7555" y="7521"/>
                </a:lnTo>
                <a:lnTo>
                  <a:pt x="8631" y="7521"/>
                </a:lnTo>
                <a:lnTo>
                  <a:pt x="8631" y="8597"/>
                </a:lnTo>
                <a:lnTo>
                  <a:pt x="6482" y="8597"/>
                </a:lnTo>
                <a:lnTo>
                  <a:pt x="6482" y="3226"/>
                </a:lnTo>
                <a:lnTo>
                  <a:pt x="7559" y="3226"/>
                </a:lnTo>
                <a:lnTo>
                  <a:pt x="75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594" name="Google Shape;1594;p63"/>
          <p:cNvGrpSpPr/>
          <p:nvPr/>
        </p:nvGrpSpPr>
        <p:grpSpPr>
          <a:xfrm>
            <a:off x="3151482" y="4103952"/>
            <a:ext cx="439873" cy="500353"/>
            <a:chOff x="3151482" y="4027752"/>
            <a:chExt cx="439873" cy="500353"/>
          </a:xfrm>
        </p:grpSpPr>
        <p:sp>
          <p:nvSpPr>
            <p:cNvPr id="1595" name="Google Shape;1595;p63"/>
            <p:cNvSpPr/>
            <p:nvPr/>
          </p:nvSpPr>
          <p:spPr>
            <a:xfrm>
              <a:off x="3298070" y="4057037"/>
              <a:ext cx="146697" cy="117221"/>
            </a:xfrm>
            <a:custGeom>
              <a:avLst/>
              <a:gdLst/>
              <a:ahLst/>
              <a:cxnLst/>
              <a:rect l="l" t="t" r="r" b="b"/>
              <a:pathLst>
                <a:path w="5375" h="4295" extrusionOk="0">
                  <a:moveTo>
                    <a:pt x="1" y="0"/>
                  </a:moveTo>
                  <a:lnTo>
                    <a:pt x="1" y="4295"/>
                  </a:lnTo>
                  <a:lnTo>
                    <a:pt x="5375" y="4295"/>
                  </a:lnTo>
                  <a:lnTo>
                    <a:pt x="5375" y="0"/>
                  </a:lnTo>
                  <a:lnTo>
                    <a:pt x="4299" y="0"/>
                  </a:lnTo>
                  <a:lnTo>
                    <a:pt x="4299" y="3222"/>
                  </a:lnTo>
                  <a:lnTo>
                    <a:pt x="1073" y="3222"/>
                  </a:lnTo>
                  <a:lnTo>
                    <a:pt x="10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6" name="Google Shape;1596;p63"/>
            <p:cNvSpPr/>
            <p:nvPr/>
          </p:nvSpPr>
          <p:spPr>
            <a:xfrm>
              <a:off x="3356722" y="4027752"/>
              <a:ext cx="29394" cy="88046"/>
            </a:xfrm>
            <a:custGeom>
              <a:avLst/>
              <a:gdLst/>
              <a:ahLst/>
              <a:cxnLst/>
              <a:rect l="l" t="t" r="r" b="b"/>
              <a:pathLst>
                <a:path w="1077" h="3226" extrusionOk="0">
                  <a:moveTo>
                    <a:pt x="1" y="1"/>
                  </a:moveTo>
                  <a:lnTo>
                    <a:pt x="1" y="3226"/>
                  </a:lnTo>
                  <a:lnTo>
                    <a:pt x="1077" y="3226"/>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7" name="Google Shape;1597;p63"/>
            <p:cNvSpPr/>
            <p:nvPr/>
          </p:nvSpPr>
          <p:spPr>
            <a:xfrm>
              <a:off x="3210052" y="4348739"/>
              <a:ext cx="58679" cy="144486"/>
            </a:xfrm>
            <a:custGeom>
              <a:avLst/>
              <a:gdLst/>
              <a:ahLst/>
              <a:cxnLst/>
              <a:rect l="l" t="t" r="r" b="b"/>
              <a:pathLst>
                <a:path w="2150" h="5294" extrusionOk="0">
                  <a:moveTo>
                    <a:pt x="0" y="1"/>
                  </a:moveTo>
                  <a:lnTo>
                    <a:pt x="0" y="4218"/>
                  </a:lnTo>
                  <a:lnTo>
                    <a:pt x="2149" y="5294"/>
                  </a:lnTo>
                  <a:lnTo>
                    <a:pt x="2149" y="999"/>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8" name="Google Shape;1598;p63"/>
            <p:cNvSpPr/>
            <p:nvPr/>
          </p:nvSpPr>
          <p:spPr>
            <a:xfrm>
              <a:off x="3473943" y="4340279"/>
              <a:ext cx="58679" cy="152947"/>
            </a:xfrm>
            <a:custGeom>
              <a:avLst/>
              <a:gdLst/>
              <a:ahLst/>
              <a:cxnLst/>
              <a:rect l="l" t="t" r="r" b="b"/>
              <a:pathLst>
                <a:path w="2150" h="5604" extrusionOk="0">
                  <a:moveTo>
                    <a:pt x="2149" y="0"/>
                  </a:moveTo>
                  <a:lnTo>
                    <a:pt x="0" y="1154"/>
                  </a:lnTo>
                  <a:lnTo>
                    <a:pt x="0" y="5604"/>
                  </a:lnTo>
                  <a:lnTo>
                    <a:pt x="2149" y="4528"/>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9" name="Google Shape;1599;p63"/>
            <p:cNvSpPr/>
            <p:nvPr/>
          </p:nvSpPr>
          <p:spPr>
            <a:xfrm>
              <a:off x="3415373" y="4262249"/>
              <a:ext cx="29394" cy="29421"/>
            </a:xfrm>
            <a:custGeom>
              <a:avLst/>
              <a:gdLst/>
              <a:ahLst/>
              <a:cxnLst/>
              <a:rect l="l" t="t" r="r" b="b"/>
              <a:pathLst>
                <a:path w="1077" h="1078" extrusionOk="0">
                  <a:moveTo>
                    <a:pt x="537" y="1"/>
                  </a:moveTo>
                  <a:cubicBezTo>
                    <a:pt x="241" y="1"/>
                    <a:pt x="1" y="244"/>
                    <a:pt x="1" y="537"/>
                  </a:cubicBezTo>
                  <a:cubicBezTo>
                    <a:pt x="1" y="834"/>
                    <a:pt x="241" y="1077"/>
                    <a:pt x="537" y="1077"/>
                  </a:cubicBezTo>
                  <a:cubicBezTo>
                    <a:pt x="833" y="1077"/>
                    <a:pt x="1077" y="834"/>
                    <a:pt x="1077" y="537"/>
                  </a:cubicBezTo>
                  <a:cubicBezTo>
                    <a:pt x="1077" y="241"/>
                    <a:pt x="833" y="1"/>
                    <a:pt x="5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0" name="Google Shape;1600;p63"/>
            <p:cNvSpPr/>
            <p:nvPr/>
          </p:nvSpPr>
          <p:spPr>
            <a:xfrm>
              <a:off x="3298070" y="4262249"/>
              <a:ext cx="29394" cy="29421"/>
            </a:xfrm>
            <a:custGeom>
              <a:avLst/>
              <a:gdLst/>
              <a:ahLst/>
              <a:cxnLst/>
              <a:rect l="l" t="t" r="r" b="b"/>
              <a:pathLst>
                <a:path w="1077" h="1078" extrusionOk="0">
                  <a:moveTo>
                    <a:pt x="541" y="1"/>
                  </a:moveTo>
                  <a:cubicBezTo>
                    <a:pt x="244" y="1"/>
                    <a:pt x="1" y="244"/>
                    <a:pt x="1" y="537"/>
                  </a:cubicBezTo>
                  <a:cubicBezTo>
                    <a:pt x="1" y="834"/>
                    <a:pt x="244" y="1077"/>
                    <a:pt x="541" y="1077"/>
                  </a:cubicBezTo>
                  <a:cubicBezTo>
                    <a:pt x="833" y="1077"/>
                    <a:pt x="1077" y="834"/>
                    <a:pt x="1077" y="537"/>
                  </a:cubicBezTo>
                  <a:cubicBezTo>
                    <a:pt x="1077" y="241"/>
                    <a:pt x="833"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1" name="Google Shape;1601;p63"/>
            <p:cNvSpPr/>
            <p:nvPr/>
          </p:nvSpPr>
          <p:spPr>
            <a:xfrm>
              <a:off x="3210052" y="4091890"/>
              <a:ext cx="322652" cy="436216"/>
            </a:xfrm>
            <a:custGeom>
              <a:avLst/>
              <a:gdLst/>
              <a:ahLst/>
              <a:cxnLst/>
              <a:rect l="l" t="t" r="r" b="b"/>
              <a:pathLst>
                <a:path w="11822" h="15983" extrusionOk="0">
                  <a:moveTo>
                    <a:pt x="3766" y="5170"/>
                  </a:moveTo>
                  <a:cubicBezTo>
                    <a:pt x="4651" y="5170"/>
                    <a:pt x="5375" y="5894"/>
                    <a:pt x="5375" y="6783"/>
                  </a:cubicBezTo>
                  <a:cubicBezTo>
                    <a:pt x="5375" y="7669"/>
                    <a:pt x="4651" y="8392"/>
                    <a:pt x="3766" y="8392"/>
                  </a:cubicBezTo>
                  <a:cubicBezTo>
                    <a:pt x="2876" y="8392"/>
                    <a:pt x="2153" y="7669"/>
                    <a:pt x="2153" y="6783"/>
                  </a:cubicBezTo>
                  <a:cubicBezTo>
                    <a:pt x="2153" y="5894"/>
                    <a:pt x="2876" y="5170"/>
                    <a:pt x="3766" y="5170"/>
                  </a:cubicBezTo>
                  <a:close/>
                  <a:moveTo>
                    <a:pt x="8060" y="5170"/>
                  </a:moveTo>
                  <a:cubicBezTo>
                    <a:pt x="8946" y="5170"/>
                    <a:pt x="9669" y="5894"/>
                    <a:pt x="9669" y="6783"/>
                  </a:cubicBezTo>
                  <a:cubicBezTo>
                    <a:pt x="9669" y="7669"/>
                    <a:pt x="8946" y="8392"/>
                    <a:pt x="8060" y="8392"/>
                  </a:cubicBezTo>
                  <a:cubicBezTo>
                    <a:pt x="7174" y="8392"/>
                    <a:pt x="6451" y="7669"/>
                    <a:pt x="6451" y="6783"/>
                  </a:cubicBezTo>
                  <a:cubicBezTo>
                    <a:pt x="6451" y="5894"/>
                    <a:pt x="7174" y="5170"/>
                    <a:pt x="8060" y="5170"/>
                  </a:cubicBezTo>
                  <a:close/>
                  <a:moveTo>
                    <a:pt x="5375" y="11077"/>
                  </a:moveTo>
                  <a:lnTo>
                    <a:pt x="5375" y="14373"/>
                  </a:lnTo>
                  <a:lnTo>
                    <a:pt x="4298" y="14373"/>
                  </a:lnTo>
                  <a:lnTo>
                    <a:pt x="4298" y="11077"/>
                  </a:lnTo>
                  <a:close/>
                  <a:moveTo>
                    <a:pt x="7524" y="11077"/>
                  </a:moveTo>
                  <a:lnTo>
                    <a:pt x="7524" y="14373"/>
                  </a:lnTo>
                  <a:lnTo>
                    <a:pt x="6444" y="14373"/>
                  </a:lnTo>
                  <a:lnTo>
                    <a:pt x="6444" y="11077"/>
                  </a:lnTo>
                  <a:close/>
                  <a:moveTo>
                    <a:pt x="2149" y="1"/>
                  </a:moveTo>
                  <a:lnTo>
                    <a:pt x="0" y="1077"/>
                  </a:lnTo>
                  <a:lnTo>
                    <a:pt x="0" y="8226"/>
                  </a:lnTo>
                  <a:lnTo>
                    <a:pt x="3226" y="9726"/>
                  </a:lnTo>
                  <a:lnTo>
                    <a:pt x="3226" y="15982"/>
                  </a:lnTo>
                  <a:lnTo>
                    <a:pt x="8600" y="15982"/>
                  </a:lnTo>
                  <a:lnTo>
                    <a:pt x="8600" y="9616"/>
                  </a:lnTo>
                  <a:lnTo>
                    <a:pt x="11822" y="7884"/>
                  </a:lnTo>
                  <a:lnTo>
                    <a:pt x="11822" y="1077"/>
                  </a:lnTo>
                  <a:lnTo>
                    <a:pt x="11818" y="1077"/>
                  </a:lnTo>
                  <a:lnTo>
                    <a:pt x="9669" y="1"/>
                  </a:lnTo>
                  <a:lnTo>
                    <a:pt x="9669" y="4094"/>
                  </a:lnTo>
                  <a:lnTo>
                    <a:pt x="2149" y="4094"/>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2" name="Google Shape;1602;p63"/>
            <p:cNvSpPr/>
            <p:nvPr/>
          </p:nvSpPr>
          <p:spPr>
            <a:xfrm>
              <a:off x="3561961" y="4223740"/>
              <a:ext cx="29394" cy="106250"/>
            </a:xfrm>
            <a:custGeom>
              <a:avLst/>
              <a:gdLst/>
              <a:ahLst/>
              <a:cxnLst/>
              <a:rect l="l" t="t" r="r" b="b"/>
              <a:pathLst>
                <a:path w="1077" h="3893" extrusionOk="0">
                  <a:moveTo>
                    <a:pt x="0" y="0"/>
                  </a:moveTo>
                  <a:lnTo>
                    <a:pt x="0" y="3893"/>
                  </a:lnTo>
                  <a:lnTo>
                    <a:pt x="1077" y="3353"/>
                  </a:lnTo>
                  <a:lnTo>
                    <a:pt x="1077" y="540"/>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3" name="Google Shape;1603;p63"/>
            <p:cNvSpPr/>
            <p:nvPr/>
          </p:nvSpPr>
          <p:spPr>
            <a:xfrm>
              <a:off x="3151482" y="4224040"/>
              <a:ext cx="29421" cy="106059"/>
            </a:xfrm>
            <a:custGeom>
              <a:avLst/>
              <a:gdLst/>
              <a:ahLst/>
              <a:cxnLst/>
              <a:rect l="l" t="t" r="r" b="b"/>
              <a:pathLst>
                <a:path w="1078" h="3886" extrusionOk="0">
                  <a:moveTo>
                    <a:pt x="1077" y="0"/>
                  </a:moveTo>
                  <a:lnTo>
                    <a:pt x="1" y="536"/>
                  </a:lnTo>
                  <a:lnTo>
                    <a:pt x="1" y="3345"/>
                  </a:lnTo>
                  <a:lnTo>
                    <a:pt x="1077" y="3885"/>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04" name="Google Shape;1604;p63"/>
          <p:cNvGrpSpPr/>
          <p:nvPr/>
        </p:nvGrpSpPr>
        <p:grpSpPr>
          <a:xfrm>
            <a:off x="4003063" y="4103952"/>
            <a:ext cx="337199" cy="500353"/>
            <a:chOff x="4003063" y="4027752"/>
            <a:chExt cx="337199" cy="500353"/>
          </a:xfrm>
        </p:grpSpPr>
        <p:sp>
          <p:nvSpPr>
            <p:cNvPr id="1605" name="Google Shape;1605;p63"/>
            <p:cNvSpPr/>
            <p:nvPr/>
          </p:nvSpPr>
          <p:spPr>
            <a:xfrm>
              <a:off x="4091081" y="4351250"/>
              <a:ext cx="88046" cy="176855"/>
            </a:xfrm>
            <a:custGeom>
              <a:avLst/>
              <a:gdLst/>
              <a:ahLst/>
              <a:cxnLst/>
              <a:rect l="l" t="t" r="r" b="b"/>
              <a:pathLst>
                <a:path w="3226" h="6480" extrusionOk="0">
                  <a:moveTo>
                    <a:pt x="2149" y="1610"/>
                  </a:moveTo>
                  <a:lnTo>
                    <a:pt x="2149" y="2686"/>
                  </a:lnTo>
                  <a:lnTo>
                    <a:pt x="1073" y="2686"/>
                  </a:lnTo>
                  <a:lnTo>
                    <a:pt x="1073" y="1610"/>
                  </a:lnTo>
                  <a:close/>
                  <a:moveTo>
                    <a:pt x="2149" y="3759"/>
                  </a:moveTo>
                  <a:lnTo>
                    <a:pt x="2149" y="4835"/>
                  </a:lnTo>
                  <a:lnTo>
                    <a:pt x="1073" y="4835"/>
                  </a:lnTo>
                  <a:lnTo>
                    <a:pt x="1073" y="3759"/>
                  </a:lnTo>
                  <a:close/>
                  <a:moveTo>
                    <a:pt x="0" y="0"/>
                  </a:moveTo>
                  <a:lnTo>
                    <a:pt x="0" y="6479"/>
                  </a:lnTo>
                  <a:lnTo>
                    <a:pt x="3226" y="6479"/>
                  </a:lnTo>
                  <a:lnTo>
                    <a:pt x="32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6" name="Google Shape;1606;p63"/>
            <p:cNvSpPr/>
            <p:nvPr/>
          </p:nvSpPr>
          <p:spPr>
            <a:xfrm>
              <a:off x="4003145" y="4086404"/>
              <a:ext cx="43941" cy="58679"/>
            </a:xfrm>
            <a:custGeom>
              <a:avLst/>
              <a:gdLst/>
              <a:ahLst/>
              <a:cxnLst/>
              <a:rect l="l" t="t" r="r" b="b"/>
              <a:pathLst>
                <a:path w="1610" h="2150" extrusionOk="0">
                  <a:moveTo>
                    <a:pt x="1" y="1"/>
                  </a:moveTo>
                  <a:lnTo>
                    <a:pt x="1" y="2149"/>
                  </a:lnTo>
                  <a:lnTo>
                    <a:pt x="1610" y="2149"/>
                  </a:lnTo>
                  <a:lnTo>
                    <a:pt x="16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7" name="Google Shape;1607;p63"/>
            <p:cNvSpPr/>
            <p:nvPr/>
          </p:nvSpPr>
          <p:spPr>
            <a:xfrm>
              <a:off x="4076343" y="4057037"/>
              <a:ext cx="43941" cy="58570"/>
            </a:xfrm>
            <a:custGeom>
              <a:avLst/>
              <a:gdLst/>
              <a:ahLst/>
              <a:cxnLst/>
              <a:rect l="l" t="t" r="r" b="b"/>
              <a:pathLst>
                <a:path w="1610" h="2146" extrusionOk="0">
                  <a:moveTo>
                    <a:pt x="0" y="0"/>
                  </a:moveTo>
                  <a:lnTo>
                    <a:pt x="0" y="2146"/>
                  </a:lnTo>
                  <a:lnTo>
                    <a:pt x="1610" y="2146"/>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8" name="Google Shape;1608;p63"/>
            <p:cNvSpPr/>
            <p:nvPr/>
          </p:nvSpPr>
          <p:spPr>
            <a:xfrm>
              <a:off x="4149733" y="4027752"/>
              <a:ext cx="43941" cy="58679"/>
            </a:xfrm>
            <a:custGeom>
              <a:avLst/>
              <a:gdLst/>
              <a:ahLst/>
              <a:cxnLst/>
              <a:rect l="l" t="t" r="r" b="b"/>
              <a:pathLst>
                <a:path w="1610" h="2150" extrusionOk="0">
                  <a:moveTo>
                    <a:pt x="0" y="1"/>
                  </a:moveTo>
                  <a:lnTo>
                    <a:pt x="0" y="2150"/>
                  </a:lnTo>
                  <a:lnTo>
                    <a:pt x="1609" y="2150"/>
                  </a:lnTo>
                  <a:lnTo>
                    <a:pt x="16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9" name="Google Shape;1609;p63"/>
            <p:cNvSpPr/>
            <p:nvPr/>
          </p:nvSpPr>
          <p:spPr>
            <a:xfrm>
              <a:off x="4223013" y="4057037"/>
              <a:ext cx="43941" cy="58570"/>
            </a:xfrm>
            <a:custGeom>
              <a:avLst/>
              <a:gdLst/>
              <a:ahLst/>
              <a:cxnLst/>
              <a:rect l="l" t="t" r="r" b="b"/>
              <a:pathLst>
                <a:path w="1610" h="2146" extrusionOk="0">
                  <a:moveTo>
                    <a:pt x="1" y="0"/>
                  </a:moveTo>
                  <a:lnTo>
                    <a:pt x="1" y="2146"/>
                  </a:lnTo>
                  <a:lnTo>
                    <a:pt x="1610" y="2146"/>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0" name="Google Shape;1610;p63"/>
            <p:cNvSpPr/>
            <p:nvPr/>
          </p:nvSpPr>
          <p:spPr>
            <a:xfrm>
              <a:off x="4003145" y="4174340"/>
              <a:ext cx="44050" cy="61381"/>
            </a:xfrm>
            <a:custGeom>
              <a:avLst/>
              <a:gdLst/>
              <a:ahLst/>
              <a:cxnLst/>
              <a:rect l="l" t="t" r="r" b="b"/>
              <a:pathLst>
                <a:path w="1614" h="2249" extrusionOk="0">
                  <a:moveTo>
                    <a:pt x="1" y="0"/>
                  </a:moveTo>
                  <a:lnTo>
                    <a:pt x="1" y="2248"/>
                  </a:lnTo>
                  <a:cubicBezTo>
                    <a:pt x="442" y="1796"/>
                    <a:pt x="996" y="1472"/>
                    <a:pt x="1613" y="1285"/>
                  </a:cubicBezTo>
                  <a:lnTo>
                    <a:pt x="16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1" name="Google Shape;1611;p63"/>
            <p:cNvSpPr/>
            <p:nvPr/>
          </p:nvSpPr>
          <p:spPr>
            <a:xfrm>
              <a:off x="4076343" y="4145055"/>
              <a:ext cx="43941" cy="59552"/>
            </a:xfrm>
            <a:custGeom>
              <a:avLst/>
              <a:gdLst/>
              <a:ahLst/>
              <a:cxnLst/>
              <a:rect l="l" t="t" r="r" b="b"/>
              <a:pathLst>
                <a:path w="1610" h="2182" extrusionOk="0">
                  <a:moveTo>
                    <a:pt x="0" y="0"/>
                  </a:moveTo>
                  <a:lnTo>
                    <a:pt x="0" y="2181"/>
                  </a:lnTo>
                  <a:lnTo>
                    <a:pt x="1610" y="2181"/>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2" name="Google Shape;1612;p63"/>
            <p:cNvSpPr/>
            <p:nvPr/>
          </p:nvSpPr>
          <p:spPr>
            <a:xfrm>
              <a:off x="4149733" y="4115579"/>
              <a:ext cx="43941" cy="89028"/>
            </a:xfrm>
            <a:custGeom>
              <a:avLst/>
              <a:gdLst/>
              <a:ahLst/>
              <a:cxnLst/>
              <a:rect l="l" t="t" r="r" b="b"/>
              <a:pathLst>
                <a:path w="1610" h="3262" extrusionOk="0">
                  <a:moveTo>
                    <a:pt x="0" y="1"/>
                  </a:moveTo>
                  <a:lnTo>
                    <a:pt x="0" y="3261"/>
                  </a:lnTo>
                  <a:lnTo>
                    <a:pt x="1609" y="3261"/>
                  </a:lnTo>
                  <a:lnTo>
                    <a:pt x="16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3" name="Google Shape;1613;p63"/>
            <p:cNvSpPr/>
            <p:nvPr/>
          </p:nvSpPr>
          <p:spPr>
            <a:xfrm>
              <a:off x="4223013" y="4144946"/>
              <a:ext cx="43941" cy="91048"/>
            </a:xfrm>
            <a:custGeom>
              <a:avLst/>
              <a:gdLst/>
              <a:ahLst/>
              <a:cxnLst/>
              <a:rect l="l" t="t" r="r" b="b"/>
              <a:pathLst>
                <a:path w="1610" h="3336" extrusionOk="0">
                  <a:moveTo>
                    <a:pt x="1" y="1"/>
                  </a:moveTo>
                  <a:lnTo>
                    <a:pt x="1" y="2358"/>
                  </a:lnTo>
                  <a:cubicBezTo>
                    <a:pt x="622" y="2542"/>
                    <a:pt x="1169" y="2884"/>
                    <a:pt x="1610" y="3336"/>
                  </a:cubicBezTo>
                  <a:lnTo>
                    <a:pt x="16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4" name="Google Shape;1614;p63"/>
            <p:cNvSpPr/>
            <p:nvPr/>
          </p:nvSpPr>
          <p:spPr>
            <a:xfrm>
              <a:off x="4296321" y="4204580"/>
              <a:ext cx="43941" cy="88046"/>
            </a:xfrm>
            <a:custGeom>
              <a:avLst/>
              <a:gdLst/>
              <a:ahLst/>
              <a:cxnLst/>
              <a:rect l="l" t="t" r="r" b="b"/>
              <a:pathLst>
                <a:path w="1610" h="3226" extrusionOk="0">
                  <a:moveTo>
                    <a:pt x="0" y="0"/>
                  </a:moveTo>
                  <a:lnTo>
                    <a:pt x="0" y="3225"/>
                  </a:lnTo>
                  <a:lnTo>
                    <a:pt x="1609" y="3225"/>
                  </a:lnTo>
                  <a:lnTo>
                    <a:pt x="160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5" name="Google Shape;1615;p63"/>
            <p:cNvSpPr/>
            <p:nvPr/>
          </p:nvSpPr>
          <p:spPr>
            <a:xfrm>
              <a:off x="4003063" y="4233838"/>
              <a:ext cx="337199" cy="258433"/>
            </a:xfrm>
            <a:custGeom>
              <a:avLst/>
              <a:gdLst/>
              <a:ahLst/>
              <a:cxnLst/>
              <a:rect l="l" t="t" r="r" b="b"/>
              <a:pathLst>
                <a:path w="12355" h="9469" extrusionOk="0">
                  <a:moveTo>
                    <a:pt x="2685" y="1"/>
                  </a:moveTo>
                  <a:cubicBezTo>
                    <a:pt x="1203" y="1"/>
                    <a:pt x="0" y="1204"/>
                    <a:pt x="0" y="2686"/>
                  </a:cubicBezTo>
                  <a:lnTo>
                    <a:pt x="0" y="8392"/>
                  </a:lnTo>
                  <a:lnTo>
                    <a:pt x="2149" y="9469"/>
                  </a:lnTo>
                  <a:lnTo>
                    <a:pt x="2149" y="3226"/>
                  </a:lnTo>
                  <a:lnTo>
                    <a:pt x="7520" y="3226"/>
                  </a:lnTo>
                  <a:lnTo>
                    <a:pt x="7520" y="9469"/>
                  </a:lnTo>
                  <a:lnTo>
                    <a:pt x="9669" y="8392"/>
                  </a:lnTo>
                  <a:lnTo>
                    <a:pt x="9669" y="6444"/>
                  </a:lnTo>
                  <a:lnTo>
                    <a:pt x="10745" y="6444"/>
                  </a:lnTo>
                  <a:cubicBezTo>
                    <a:pt x="11631" y="6444"/>
                    <a:pt x="12354" y="5721"/>
                    <a:pt x="12354" y="4835"/>
                  </a:cubicBezTo>
                  <a:lnTo>
                    <a:pt x="12354" y="3226"/>
                  </a:lnTo>
                  <a:lnTo>
                    <a:pt x="9669" y="3226"/>
                  </a:lnTo>
                  <a:lnTo>
                    <a:pt x="9669" y="2686"/>
                  </a:lnTo>
                  <a:cubicBezTo>
                    <a:pt x="9669" y="1204"/>
                    <a:pt x="8465" y="1"/>
                    <a:pt x="69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16" name="Google Shape;1616;p63"/>
          <p:cNvGrpSpPr/>
          <p:nvPr/>
        </p:nvGrpSpPr>
        <p:grpSpPr>
          <a:xfrm>
            <a:off x="4721893" y="4120491"/>
            <a:ext cx="500353" cy="466947"/>
            <a:chOff x="4721893" y="4044291"/>
            <a:chExt cx="500353" cy="466947"/>
          </a:xfrm>
        </p:grpSpPr>
        <p:sp>
          <p:nvSpPr>
            <p:cNvPr id="1617" name="Google Shape;1617;p63"/>
            <p:cNvSpPr/>
            <p:nvPr/>
          </p:nvSpPr>
          <p:spPr>
            <a:xfrm>
              <a:off x="4751068" y="4306954"/>
              <a:ext cx="441811" cy="145633"/>
            </a:xfrm>
            <a:custGeom>
              <a:avLst/>
              <a:gdLst/>
              <a:ahLst/>
              <a:cxnLst/>
              <a:rect l="l" t="t" r="r" b="b"/>
              <a:pathLst>
                <a:path w="16188" h="5336" extrusionOk="0">
                  <a:moveTo>
                    <a:pt x="9708" y="2110"/>
                  </a:moveTo>
                  <a:lnTo>
                    <a:pt x="9708" y="3190"/>
                  </a:lnTo>
                  <a:lnTo>
                    <a:pt x="6483" y="3190"/>
                  </a:lnTo>
                  <a:lnTo>
                    <a:pt x="6483" y="2110"/>
                  </a:lnTo>
                  <a:close/>
                  <a:moveTo>
                    <a:pt x="4334" y="0"/>
                  </a:moveTo>
                  <a:lnTo>
                    <a:pt x="4334" y="501"/>
                  </a:lnTo>
                  <a:cubicBezTo>
                    <a:pt x="4334" y="1983"/>
                    <a:pt x="3131" y="3190"/>
                    <a:pt x="1649" y="3190"/>
                  </a:cubicBezTo>
                  <a:lnTo>
                    <a:pt x="1" y="3190"/>
                  </a:lnTo>
                  <a:lnTo>
                    <a:pt x="1" y="5336"/>
                  </a:lnTo>
                  <a:lnTo>
                    <a:pt x="16187" y="5336"/>
                  </a:lnTo>
                  <a:lnTo>
                    <a:pt x="16187" y="3190"/>
                  </a:lnTo>
                  <a:lnTo>
                    <a:pt x="14543" y="3190"/>
                  </a:lnTo>
                  <a:cubicBezTo>
                    <a:pt x="13061" y="3190"/>
                    <a:pt x="11854" y="1983"/>
                    <a:pt x="11854" y="501"/>
                  </a:cubicBezTo>
                  <a:lnTo>
                    <a:pt x="118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8" name="Google Shape;1618;p63"/>
            <p:cNvSpPr/>
            <p:nvPr/>
          </p:nvSpPr>
          <p:spPr>
            <a:xfrm>
              <a:off x="4869436" y="4044291"/>
              <a:ext cx="206522" cy="59197"/>
            </a:xfrm>
            <a:custGeom>
              <a:avLst/>
              <a:gdLst/>
              <a:ahLst/>
              <a:cxnLst/>
              <a:rect l="l" t="t" r="r" b="b"/>
              <a:pathLst>
                <a:path w="7567" h="2169" extrusionOk="0">
                  <a:moveTo>
                    <a:pt x="3756" y="0"/>
                  </a:moveTo>
                  <a:cubicBezTo>
                    <a:pt x="2406" y="0"/>
                    <a:pt x="1057" y="435"/>
                    <a:pt x="1" y="1304"/>
                  </a:cubicBezTo>
                  <a:lnTo>
                    <a:pt x="685" y="2133"/>
                  </a:lnTo>
                  <a:cubicBezTo>
                    <a:pt x="1549" y="1421"/>
                    <a:pt x="2651" y="1067"/>
                    <a:pt x="3754" y="1067"/>
                  </a:cubicBezTo>
                  <a:cubicBezTo>
                    <a:pt x="4877" y="1067"/>
                    <a:pt x="6000" y="1435"/>
                    <a:pt x="6871" y="2168"/>
                  </a:cubicBezTo>
                  <a:lnTo>
                    <a:pt x="7566" y="1349"/>
                  </a:lnTo>
                  <a:cubicBezTo>
                    <a:pt x="6503" y="450"/>
                    <a:pt x="5130" y="0"/>
                    <a:pt x="3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9" name="Google Shape;1619;p63"/>
            <p:cNvSpPr/>
            <p:nvPr/>
          </p:nvSpPr>
          <p:spPr>
            <a:xfrm>
              <a:off x="4907673" y="4102424"/>
              <a:ext cx="131304" cy="46506"/>
            </a:xfrm>
            <a:custGeom>
              <a:avLst/>
              <a:gdLst/>
              <a:ahLst/>
              <a:cxnLst/>
              <a:rect l="l" t="t" r="r" b="b"/>
              <a:pathLst>
                <a:path w="4811" h="1704" extrusionOk="0">
                  <a:moveTo>
                    <a:pt x="2354" y="0"/>
                  </a:moveTo>
                  <a:cubicBezTo>
                    <a:pt x="1509" y="0"/>
                    <a:pt x="665" y="269"/>
                    <a:pt x="0" y="807"/>
                  </a:cubicBezTo>
                  <a:lnTo>
                    <a:pt x="674" y="1644"/>
                  </a:lnTo>
                  <a:cubicBezTo>
                    <a:pt x="1148" y="1259"/>
                    <a:pt x="1749" y="1068"/>
                    <a:pt x="2351" y="1068"/>
                  </a:cubicBezTo>
                  <a:cubicBezTo>
                    <a:pt x="2987" y="1068"/>
                    <a:pt x="3624" y="1281"/>
                    <a:pt x="4111" y="1704"/>
                  </a:cubicBezTo>
                  <a:lnTo>
                    <a:pt x="4810" y="885"/>
                  </a:lnTo>
                  <a:cubicBezTo>
                    <a:pt x="4129" y="296"/>
                    <a:pt x="3241" y="0"/>
                    <a:pt x="2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0" name="Google Shape;1620;p63"/>
            <p:cNvSpPr/>
            <p:nvPr/>
          </p:nvSpPr>
          <p:spPr>
            <a:xfrm>
              <a:off x="4780544" y="4481845"/>
              <a:ext cx="88919" cy="29394"/>
            </a:xfrm>
            <a:custGeom>
              <a:avLst/>
              <a:gdLst/>
              <a:ahLst/>
              <a:cxnLst/>
              <a:rect l="l" t="t" r="r" b="b"/>
              <a:pathLst>
                <a:path w="3258" h="1077" extrusionOk="0">
                  <a:moveTo>
                    <a:pt x="1" y="0"/>
                  </a:moveTo>
                  <a:lnTo>
                    <a:pt x="1" y="1077"/>
                  </a:lnTo>
                  <a:lnTo>
                    <a:pt x="3258" y="1077"/>
                  </a:lnTo>
                  <a:lnTo>
                    <a:pt x="32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1" name="Google Shape;1621;p63"/>
            <p:cNvSpPr/>
            <p:nvPr/>
          </p:nvSpPr>
          <p:spPr>
            <a:xfrm>
              <a:off x="5074566" y="4481845"/>
              <a:ext cx="89028" cy="29394"/>
            </a:xfrm>
            <a:custGeom>
              <a:avLst/>
              <a:gdLst/>
              <a:ahLst/>
              <a:cxnLst/>
              <a:rect l="l" t="t" r="r" b="b"/>
              <a:pathLst>
                <a:path w="3262" h="1077" extrusionOk="0">
                  <a:moveTo>
                    <a:pt x="1" y="0"/>
                  </a:moveTo>
                  <a:lnTo>
                    <a:pt x="1" y="1077"/>
                  </a:lnTo>
                  <a:lnTo>
                    <a:pt x="3261" y="1077"/>
                  </a:lnTo>
                  <a:lnTo>
                    <a:pt x="32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2" name="Google Shape;1622;p63"/>
            <p:cNvSpPr/>
            <p:nvPr/>
          </p:nvSpPr>
          <p:spPr>
            <a:xfrm>
              <a:off x="4806636" y="4189651"/>
              <a:ext cx="330867" cy="88046"/>
            </a:xfrm>
            <a:custGeom>
              <a:avLst/>
              <a:gdLst/>
              <a:ahLst/>
              <a:cxnLst/>
              <a:rect l="l" t="t" r="r" b="b"/>
              <a:pathLst>
                <a:path w="12123" h="3226" extrusionOk="0">
                  <a:moveTo>
                    <a:pt x="805" y="0"/>
                  </a:moveTo>
                  <a:lnTo>
                    <a:pt x="1" y="3226"/>
                  </a:lnTo>
                  <a:lnTo>
                    <a:pt x="12122" y="3226"/>
                  </a:lnTo>
                  <a:lnTo>
                    <a:pt x="11314" y="0"/>
                  </a:lnTo>
                  <a:lnTo>
                    <a:pt x="7573" y="0"/>
                  </a:lnTo>
                  <a:cubicBezTo>
                    <a:pt x="7355" y="625"/>
                    <a:pt x="6762" y="1077"/>
                    <a:pt x="6060" y="1077"/>
                  </a:cubicBezTo>
                  <a:cubicBezTo>
                    <a:pt x="5361" y="1077"/>
                    <a:pt x="4772" y="628"/>
                    <a:pt x="4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3" name="Google Shape;1623;p63"/>
            <p:cNvSpPr/>
            <p:nvPr/>
          </p:nvSpPr>
          <p:spPr>
            <a:xfrm>
              <a:off x="4957372" y="4160285"/>
              <a:ext cx="29394" cy="29394"/>
            </a:xfrm>
            <a:custGeom>
              <a:avLst/>
              <a:gdLst/>
              <a:ahLst/>
              <a:cxnLst/>
              <a:rect l="l" t="t" r="r" b="b"/>
              <a:pathLst>
                <a:path w="1077" h="1077" extrusionOk="0">
                  <a:moveTo>
                    <a:pt x="537" y="0"/>
                  </a:moveTo>
                  <a:cubicBezTo>
                    <a:pt x="244" y="0"/>
                    <a:pt x="0" y="244"/>
                    <a:pt x="0" y="540"/>
                  </a:cubicBezTo>
                  <a:cubicBezTo>
                    <a:pt x="0" y="833"/>
                    <a:pt x="244" y="1076"/>
                    <a:pt x="537" y="1076"/>
                  </a:cubicBezTo>
                  <a:cubicBezTo>
                    <a:pt x="833" y="1076"/>
                    <a:pt x="1077" y="833"/>
                    <a:pt x="1077" y="540"/>
                  </a:cubicBezTo>
                  <a:cubicBezTo>
                    <a:pt x="1077" y="244"/>
                    <a:pt x="833" y="7"/>
                    <a:pt x="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4" name="Google Shape;1624;p63"/>
            <p:cNvSpPr/>
            <p:nvPr/>
          </p:nvSpPr>
          <p:spPr>
            <a:xfrm>
              <a:off x="4721893" y="4306954"/>
              <a:ext cx="118204" cy="57696"/>
            </a:xfrm>
            <a:custGeom>
              <a:avLst/>
              <a:gdLst/>
              <a:ahLst/>
              <a:cxnLst/>
              <a:rect l="l" t="t" r="r" b="b"/>
              <a:pathLst>
                <a:path w="4331" h="2114" extrusionOk="0">
                  <a:moveTo>
                    <a:pt x="1" y="0"/>
                  </a:moveTo>
                  <a:lnTo>
                    <a:pt x="1" y="1077"/>
                  </a:lnTo>
                  <a:lnTo>
                    <a:pt x="1077" y="1077"/>
                  </a:lnTo>
                  <a:lnTo>
                    <a:pt x="1077" y="2114"/>
                  </a:lnTo>
                  <a:lnTo>
                    <a:pt x="2721" y="2114"/>
                  </a:lnTo>
                  <a:cubicBezTo>
                    <a:pt x="3607" y="2114"/>
                    <a:pt x="4330" y="1391"/>
                    <a:pt x="4330" y="501"/>
                  </a:cubicBezTo>
                  <a:lnTo>
                    <a:pt x="433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5" name="Google Shape;1625;p63"/>
            <p:cNvSpPr/>
            <p:nvPr/>
          </p:nvSpPr>
          <p:spPr>
            <a:xfrm>
              <a:off x="5103960" y="4306954"/>
              <a:ext cx="118286" cy="57696"/>
            </a:xfrm>
            <a:custGeom>
              <a:avLst/>
              <a:gdLst/>
              <a:ahLst/>
              <a:cxnLst/>
              <a:rect l="l" t="t" r="r" b="b"/>
              <a:pathLst>
                <a:path w="4334" h="2114" extrusionOk="0">
                  <a:moveTo>
                    <a:pt x="0" y="0"/>
                  </a:moveTo>
                  <a:lnTo>
                    <a:pt x="0" y="501"/>
                  </a:lnTo>
                  <a:cubicBezTo>
                    <a:pt x="0" y="1391"/>
                    <a:pt x="723" y="2114"/>
                    <a:pt x="1613" y="2114"/>
                  </a:cubicBezTo>
                  <a:lnTo>
                    <a:pt x="3257" y="2114"/>
                  </a:lnTo>
                  <a:lnTo>
                    <a:pt x="3257" y="1077"/>
                  </a:lnTo>
                  <a:lnTo>
                    <a:pt x="4333" y="1077"/>
                  </a:lnTo>
                  <a:lnTo>
                    <a:pt x="43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26" name="Google Shape;1626;p63"/>
          <p:cNvGrpSpPr/>
          <p:nvPr/>
        </p:nvGrpSpPr>
        <p:grpSpPr>
          <a:xfrm>
            <a:off x="5522218" y="4103843"/>
            <a:ext cx="500353" cy="500544"/>
            <a:chOff x="5522218" y="4027643"/>
            <a:chExt cx="500353" cy="500544"/>
          </a:xfrm>
        </p:grpSpPr>
        <p:sp>
          <p:nvSpPr>
            <p:cNvPr id="1627" name="Google Shape;1627;p63"/>
            <p:cNvSpPr/>
            <p:nvPr/>
          </p:nvSpPr>
          <p:spPr>
            <a:xfrm>
              <a:off x="5611191" y="4468444"/>
              <a:ext cx="87964" cy="59661"/>
            </a:xfrm>
            <a:custGeom>
              <a:avLst/>
              <a:gdLst/>
              <a:ahLst/>
              <a:cxnLst/>
              <a:rect l="l" t="t" r="r" b="b"/>
              <a:pathLst>
                <a:path w="3223" h="2186" extrusionOk="0">
                  <a:moveTo>
                    <a:pt x="1" y="1"/>
                  </a:moveTo>
                  <a:lnTo>
                    <a:pt x="1" y="2185"/>
                  </a:lnTo>
                  <a:lnTo>
                    <a:pt x="3223" y="2185"/>
                  </a:lnTo>
                  <a:lnTo>
                    <a:pt x="32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8" name="Google Shape;1628;p63"/>
            <p:cNvSpPr/>
            <p:nvPr/>
          </p:nvSpPr>
          <p:spPr>
            <a:xfrm>
              <a:off x="5522218" y="4351250"/>
              <a:ext cx="338154" cy="176937"/>
            </a:xfrm>
            <a:custGeom>
              <a:avLst/>
              <a:gdLst/>
              <a:ahLst/>
              <a:cxnLst/>
              <a:rect l="l" t="t" r="r" b="b"/>
              <a:pathLst>
                <a:path w="12390" h="6483" extrusionOk="0">
                  <a:moveTo>
                    <a:pt x="2721" y="0"/>
                  </a:moveTo>
                  <a:cubicBezTo>
                    <a:pt x="1239" y="0"/>
                    <a:pt x="0" y="1204"/>
                    <a:pt x="0" y="2686"/>
                  </a:cubicBezTo>
                  <a:lnTo>
                    <a:pt x="0" y="6483"/>
                  </a:lnTo>
                  <a:lnTo>
                    <a:pt x="2185" y="6483"/>
                  </a:lnTo>
                  <a:lnTo>
                    <a:pt x="2185" y="3222"/>
                  </a:lnTo>
                  <a:lnTo>
                    <a:pt x="7555" y="3222"/>
                  </a:lnTo>
                  <a:lnTo>
                    <a:pt x="7555" y="6483"/>
                  </a:lnTo>
                  <a:lnTo>
                    <a:pt x="10781" y="6483"/>
                  </a:lnTo>
                  <a:cubicBezTo>
                    <a:pt x="11666" y="6483"/>
                    <a:pt x="12390" y="5724"/>
                    <a:pt x="12390" y="4838"/>
                  </a:cubicBezTo>
                  <a:lnTo>
                    <a:pt x="12390" y="3229"/>
                  </a:lnTo>
                  <a:lnTo>
                    <a:pt x="9704" y="3229"/>
                  </a:lnTo>
                  <a:lnTo>
                    <a:pt x="9704" y="2686"/>
                  </a:lnTo>
                  <a:cubicBezTo>
                    <a:pt x="9704" y="1204"/>
                    <a:pt x="8498" y="0"/>
                    <a:pt x="7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9" name="Google Shape;1629;p63"/>
            <p:cNvSpPr/>
            <p:nvPr/>
          </p:nvSpPr>
          <p:spPr>
            <a:xfrm>
              <a:off x="5522218" y="4027643"/>
              <a:ext cx="500353" cy="206222"/>
            </a:xfrm>
            <a:custGeom>
              <a:avLst/>
              <a:gdLst/>
              <a:ahLst/>
              <a:cxnLst/>
              <a:rect l="l" t="t" r="r" b="b"/>
              <a:pathLst>
                <a:path w="18333" h="7556" extrusionOk="0">
                  <a:moveTo>
                    <a:pt x="0" y="1"/>
                  </a:moveTo>
                  <a:lnTo>
                    <a:pt x="0" y="3262"/>
                  </a:lnTo>
                  <a:lnTo>
                    <a:pt x="3261" y="3262"/>
                  </a:lnTo>
                  <a:lnTo>
                    <a:pt x="3261" y="2185"/>
                  </a:lnTo>
                  <a:lnTo>
                    <a:pt x="5406" y="2185"/>
                  </a:lnTo>
                  <a:lnTo>
                    <a:pt x="5406" y="5407"/>
                  </a:lnTo>
                  <a:lnTo>
                    <a:pt x="3261" y="5407"/>
                  </a:lnTo>
                  <a:lnTo>
                    <a:pt x="3261" y="4331"/>
                  </a:lnTo>
                  <a:lnTo>
                    <a:pt x="0" y="4331"/>
                  </a:lnTo>
                  <a:lnTo>
                    <a:pt x="0" y="7556"/>
                  </a:lnTo>
                  <a:lnTo>
                    <a:pt x="3261" y="7556"/>
                  </a:lnTo>
                  <a:lnTo>
                    <a:pt x="3261" y="6480"/>
                  </a:lnTo>
                  <a:lnTo>
                    <a:pt x="5406" y="6480"/>
                  </a:lnTo>
                  <a:lnTo>
                    <a:pt x="5406" y="7556"/>
                  </a:lnTo>
                  <a:lnTo>
                    <a:pt x="7019" y="7556"/>
                  </a:lnTo>
                  <a:lnTo>
                    <a:pt x="7019" y="3258"/>
                  </a:lnTo>
                  <a:lnTo>
                    <a:pt x="10777" y="3258"/>
                  </a:lnTo>
                  <a:lnTo>
                    <a:pt x="10777" y="7556"/>
                  </a:lnTo>
                  <a:lnTo>
                    <a:pt x="12923" y="7556"/>
                  </a:lnTo>
                  <a:lnTo>
                    <a:pt x="12923" y="6480"/>
                  </a:lnTo>
                  <a:lnTo>
                    <a:pt x="15072" y="6480"/>
                  </a:lnTo>
                  <a:lnTo>
                    <a:pt x="15072" y="7556"/>
                  </a:lnTo>
                  <a:lnTo>
                    <a:pt x="18332" y="7556"/>
                  </a:lnTo>
                  <a:lnTo>
                    <a:pt x="18332" y="4331"/>
                  </a:lnTo>
                  <a:lnTo>
                    <a:pt x="15072" y="4331"/>
                  </a:lnTo>
                  <a:lnTo>
                    <a:pt x="15072" y="5407"/>
                  </a:lnTo>
                  <a:lnTo>
                    <a:pt x="12923" y="5407"/>
                  </a:lnTo>
                  <a:lnTo>
                    <a:pt x="12923" y="2185"/>
                  </a:lnTo>
                  <a:lnTo>
                    <a:pt x="15072" y="2185"/>
                  </a:lnTo>
                  <a:lnTo>
                    <a:pt x="15072" y="3262"/>
                  </a:lnTo>
                  <a:lnTo>
                    <a:pt x="18332" y="3262"/>
                  </a:lnTo>
                  <a:lnTo>
                    <a:pt x="18332" y="1"/>
                  </a:lnTo>
                  <a:lnTo>
                    <a:pt x="15072" y="1"/>
                  </a:lnTo>
                  <a:lnTo>
                    <a:pt x="15072" y="1113"/>
                  </a:lnTo>
                  <a:lnTo>
                    <a:pt x="12930" y="1113"/>
                  </a:lnTo>
                  <a:lnTo>
                    <a:pt x="12930" y="1"/>
                  </a:lnTo>
                  <a:lnTo>
                    <a:pt x="5406" y="1"/>
                  </a:lnTo>
                  <a:lnTo>
                    <a:pt x="5406" y="1113"/>
                  </a:lnTo>
                  <a:lnTo>
                    <a:pt x="3261" y="1113"/>
                  </a:lnTo>
                  <a:lnTo>
                    <a:pt x="32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0" name="Google Shape;1630;p63"/>
            <p:cNvSpPr/>
            <p:nvPr/>
          </p:nvSpPr>
          <p:spPr>
            <a:xfrm>
              <a:off x="5742960" y="4146011"/>
              <a:ext cx="44023" cy="87964"/>
            </a:xfrm>
            <a:custGeom>
              <a:avLst/>
              <a:gdLst/>
              <a:ahLst/>
              <a:cxnLst/>
              <a:rect l="l" t="t" r="r" b="b"/>
              <a:pathLst>
                <a:path w="1613" h="3223" extrusionOk="0">
                  <a:moveTo>
                    <a:pt x="0" y="1"/>
                  </a:moveTo>
                  <a:lnTo>
                    <a:pt x="0" y="3223"/>
                  </a:lnTo>
                  <a:lnTo>
                    <a:pt x="1613" y="3223"/>
                  </a:lnTo>
                  <a:lnTo>
                    <a:pt x="16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1" name="Google Shape;1631;p63"/>
            <p:cNvSpPr/>
            <p:nvPr/>
          </p:nvSpPr>
          <p:spPr>
            <a:xfrm>
              <a:off x="5742960" y="4263232"/>
              <a:ext cx="44023" cy="90065"/>
            </a:xfrm>
            <a:custGeom>
              <a:avLst/>
              <a:gdLst/>
              <a:ahLst/>
              <a:cxnLst/>
              <a:rect l="l" t="t" r="r" b="b"/>
              <a:pathLst>
                <a:path w="1613" h="3300" extrusionOk="0">
                  <a:moveTo>
                    <a:pt x="0" y="0"/>
                  </a:moveTo>
                  <a:lnTo>
                    <a:pt x="0" y="2322"/>
                  </a:lnTo>
                  <a:cubicBezTo>
                    <a:pt x="625" y="2506"/>
                    <a:pt x="1172" y="2844"/>
                    <a:pt x="1613" y="3300"/>
                  </a:cubicBezTo>
                  <a:lnTo>
                    <a:pt x="16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2" name="Google Shape;1632;p63"/>
            <p:cNvSpPr/>
            <p:nvPr/>
          </p:nvSpPr>
          <p:spPr>
            <a:xfrm>
              <a:off x="5669761" y="4263232"/>
              <a:ext cx="43941" cy="58679"/>
            </a:xfrm>
            <a:custGeom>
              <a:avLst/>
              <a:gdLst/>
              <a:ahLst/>
              <a:cxnLst/>
              <a:rect l="l" t="t" r="r" b="b"/>
              <a:pathLst>
                <a:path w="1610" h="2150" extrusionOk="0">
                  <a:moveTo>
                    <a:pt x="0" y="0"/>
                  </a:moveTo>
                  <a:lnTo>
                    <a:pt x="0" y="2149"/>
                  </a:lnTo>
                  <a:lnTo>
                    <a:pt x="1609" y="2149"/>
                  </a:lnTo>
                  <a:lnTo>
                    <a:pt x="160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3" name="Google Shape;1633;p63"/>
            <p:cNvSpPr/>
            <p:nvPr/>
          </p:nvSpPr>
          <p:spPr>
            <a:xfrm>
              <a:off x="5596454" y="4263232"/>
              <a:ext cx="43968" cy="58679"/>
            </a:xfrm>
            <a:custGeom>
              <a:avLst/>
              <a:gdLst/>
              <a:ahLst/>
              <a:cxnLst/>
              <a:rect l="l" t="t" r="r" b="b"/>
              <a:pathLst>
                <a:path w="1611" h="2150" extrusionOk="0">
                  <a:moveTo>
                    <a:pt x="1" y="0"/>
                  </a:moveTo>
                  <a:lnTo>
                    <a:pt x="1" y="2149"/>
                  </a:lnTo>
                  <a:lnTo>
                    <a:pt x="1610" y="2149"/>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4" name="Google Shape;1634;p63"/>
            <p:cNvSpPr/>
            <p:nvPr/>
          </p:nvSpPr>
          <p:spPr>
            <a:xfrm>
              <a:off x="5522218" y="4292599"/>
              <a:ext cx="44896" cy="60316"/>
            </a:xfrm>
            <a:custGeom>
              <a:avLst/>
              <a:gdLst/>
              <a:ahLst/>
              <a:cxnLst/>
              <a:rect l="l" t="t" r="r" b="b"/>
              <a:pathLst>
                <a:path w="1645" h="2210" extrusionOk="0">
                  <a:moveTo>
                    <a:pt x="0" y="0"/>
                  </a:moveTo>
                  <a:lnTo>
                    <a:pt x="0" y="2209"/>
                  </a:lnTo>
                  <a:cubicBezTo>
                    <a:pt x="441" y="1761"/>
                    <a:pt x="1031" y="1433"/>
                    <a:pt x="1645" y="1250"/>
                  </a:cubicBezTo>
                  <a:lnTo>
                    <a:pt x="164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5" name="Google Shape;1635;p63"/>
            <p:cNvSpPr/>
            <p:nvPr/>
          </p:nvSpPr>
          <p:spPr>
            <a:xfrm>
              <a:off x="5816349" y="4380426"/>
              <a:ext cx="43941" cy="29394"/>
            </a:xfrm>
            <a:custGeom>
              <a:avLst/>
              <a:gdLst/>
              <a:ahLst/>
              <a:cxnLst/>
              <a:rect l="l" t="t" r="r" b="b"/>
              <a:pathLst>
                <a:path w="1610" h="1077" extrusionOk="0">
                  <a:moveTo>
                    <a:pt x="0" y="1"/>
                  </a:moveTo>
                  <a:lnTo>
                    <a:pt x="0" y="1077"/>
                  </a:lnTo>
                  <a:lnTo>
                    <a:pt x="1609" y="1077"/>
                  </a:lnTo>
                  <a:lnTo>
                    <a:pt x="16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36" name="Google Shape;1636;p63"/>
          <p:cNvGrpSpPr/>
          <p:nvPr/>
        </p:nvGrpSpPr>
        <p:grpSpPr>
          <a:xfrm>
            <a:off x="6322543" y="4103570"/>
            <a:ext cx="500517" cy="500735"/>
            <a:chOff x="6322543" y="4027370"/>
            <a:chExt cx="500517" cy="500735"/>
          </a:xfrm>
        </p:grpSpPr>
        <p:sp>
          <p:nvSpPr>
            <p:cNvPr id="1637" name="Google Shape;1637;p63"/>
            <p:cNvSpPr/>
            <p:nvPr/>
          </p:nvSpPr>
          <p:spPr>
            <a:xfrm>
              <a:off x="6469895" y="4027370"/>
              <a:ext cx="205622" cy="206604"/>
            </a:xfrm>
            <a:custGeom>
              <a:avLst/>
              <a:gdLst/>
              <a:ahLst/>
              <a:cxnLst/>
              <a:rect l="l" t="t" r="r" b="b"/>
              <a:pathLst>
                <a:path w="7534" h="7570" extrusionOk="0">
                  <a:moveTo>
                    <a:pt x="4305" y="3268"/>
                  </a:moveTo>
                  <a:lnTo>
                    <a:pt x="4305" y="4348"/>
                  </a:lnTo>
                  <a:lnTo>
                    <a:pt x="3229" y="4348"/>
                  </a:lnTo>
                  <a:lnTo>
                    <a:pt x="3229" y="3268"/>
                  </a:lnTo>
                  <a:close/>
                  <a:moveTo>
                    <a:pt x="2153" y="0"/>
                  </a:moveTo>
                  <a:lnTo>
                    <a:pt x="2153" y="1077"/>
                  </a:lnTo>
                  <a:lnTo>
                    <a:pt x="1076" y="1077"/>
                  </a:lnTo>
                  <a:lnTo>
                    <a:pt x="1076" y="2188"/>
                  </a:lnTo>
                  <a:lnTo>
                    <a:pt x="0" y="2188"/>
                  </a:lnTo>
                  <a:lnTo>
                    <a:pt x="0" y="3264"/>
                  </a:lnTo>
                  <a:lnTo>
                    <a:pt x="1076" y="3264"/>
                  </a:lnTo>
                  <a:lnTo>
                    <a:pt x="1076" y="4341"/>
                  </a:lnTo>
                  <a:lnTo>
                    <a:pt x="0" y="4341"/>
                  </a:lnTo>
                  <a:lnTo>
                    <a:pt x="0" y="5417"/>
                  </a:lnTo>
                  <a:lnTo>
                    <a:pt x="1076" y="5417"/>
                  </a:lnTo>
                  <a:lnTo>
                    <a:pt x="1076" y="6493"/>
                  </a:lnTo>
                  <a:lnTo>
                    <a:pt x="2153" y="6493"/>
                  </a:lnTo>
                  <a:lnTo>
                    <a:pt x="2153" y="7570"/>
                  </a:lnTo>
                  <a:lnTo>
                    <a:pt x="3229" y="7570"/>
                  </a:lnTo>
                  <a:lnTo>
                    <a:pt x="3229" y="6493"/>
                  </a:lnTo>
                  <a:lnTo>
                    <a:pt x="4305" y="6493"/>
                  </a:lnTo>
                  <a:lnTo>
                    <a:pt x="4305" y="7570"/>
                  </a:lnTo>
                  <a:lnTo>
                    <a:pt x="5381" y="7570"/>
                  </a:lnTo>
                  <a:lnTo>
                    <a:pt x="5381" y="6493"/>
                  </a:lnTo>
                  <a:lnTo>
                    <a:pt x="6458" y="6493"/>
                  </a:lnTo>
                  <a:lnTo>
                    <a:pt x="6458" y="5417"/>
                  </a:lnTo>
                  <a:lnTo>
                    <a:pt x="7534" y="5417"/>
                  </a:lnTo>
                  <a:lnTo>
                    <a:pt x="7534" y="4341"/>
                  </a:lnTo>
                  <a:lnTo>
                    <a:pt x="6458" y="4341"/>
                  </a:lnTo>
                  <a:lnTo>
                    <a:pt x="6458" y="3264"/>
                  </a:lnTo>
                  <a:lnTo>
                    <a:pt x="7534" y="3264"/>
                  </a:lnTo>
                  <a:lnTo>
                    <a:pt x="7534" y="2188"/>
                  </a:lnTo>
                  <a:lnTo>
                    <a:pt x="6458" y="2188"/>
                  </a:lnTo>
                  <a:lnTo>
                    <a:pt x="6458" y="1077"/>
                  </a:lnTo>
                  <a:lnTo>
                    <a:pt x="5381" y="1077"/>
                  </a:lnTo>
                  <a:lnTo>
                    <a:pt x="5381" y="0"/>
                  </a:lnTo>
                  <a:lnTo>
                    <a:pt x="4305" y="0"/>
                  </a:lnTo>
                  <a:lnTo>
                    <a:pt x="4305" y="1077"/>
                  </a:lnTo>
                  <a:lnTo>
                    <a:pt x="3229" y="1077"/>
                  </a:lnTo>
                  <a:lnTo>
                    <a:pt x="32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8" name="Google Shape;1638;p63"/>
            <p:cNvSpPr/>
            <p:nvPr/>
          </p:nvSpPr>
          <p:spPr>
            <a:xfrm>
              <a:off x="6322543" y="4189924"/>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9" name="Google Shape;1639;p63"/>
            <p:cNvSpPr/>
            <p:nvPr/>
          </p:nvSpPr>
          <p:spPr>
            <a:xfrm>
              <a:off x="6322543" y="4087359"/>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0" name="Google Shape;1640;p63"/>
            <p:cNvSpPr/>
            <p:nvPr/>
          </p:nvSpPr>
          <p:spPr>
            <a:xfrm>
              <a:off x="6322625" y="4281900"/>
              <a:ext cx="235589" cy="157396"/>
            </a:xfrm>
            <a:custGeom>
              <a:avLst/>
              <a:gdLst/>
              <a:ahLst/>
              <a:cxnLst/>
              <a:rect l="l" t="t" r="r" b="b"/>
              <a:pathLst>
                <a:path w="8632" h="5767" extrusionOk="0">
                  <a:moveTo>
                    <a:pt x="7231" y="1"/>
                  </a:moveTo>
                  <a:lnTo>
                    <a:pt x="5703" y="1515"/>
                  </a:lnTo>
                  <a:lnTo>
                    <a:pt x="7397" y="3208"/>
                  </a:lnTo>
                  <a:lnTo>
                    <a:pt x="6638" y="3967"/>
                  </a:lnTo>
                  <a:lnTo>
                    <a:pt x="3067" y="392"/>
                  </a:lnTo>
                  <a:lnTo>
                    <a:pt x="1" y="392"/>
                  </a:lnTo>
                  <a:lnTo>
                    <a:pt x="1" y="1342"/>
                  </a:lnTo>
                  <a:lnTo>
                    <a:pt x="3783" y="5767"/>
                  </a:lnTo>
                  <a:lnTo>
                    <a:pt x="8632" y="5767"/>
                  </a:lnTo>
                  <a:lnTo>
                    <a:pt x="8632" y="1402"/>
                  </a:lnTo>
                  <a:lnTo>
                    <a:pt x="723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1" name="Google Shape;1641;p63"/>
            <p:cNvSpPr/>
            <p:nvPr/>
          </p:nvSpPr>
          <p:spPr>
            <a:xfrm>
              <a:off x="6646505" y="4214679"/>
              <a:ext cx="87472" cy="87855"/>
            </a:xfrm>
            <a:custGeom>
              <a:avLst/>
              <a:gdLst/>
              <a:ahLst/>
              <a:cxnLst/>
              <a:rect l="l" t="t" r="r" b="b"/>
              <a:pathLst>
                <a:path w="3205" h="3219" extrusionOk="0">
                  <a:moveTo>
                    <a:pt x="1695" y="1"/>
                  </a:moveTo>
                  <a:lnTo>
                    <a:pt x="1" y="1695"/>
                  </a:lnTo>
                  <a:lnTo>
                    <a:pt x="1518" y="3219"/>
                  </a:lnTo>
                  <a:lnTo>
                    <a:pt x="3205" y="1529"/>
                  </a:lnTo>
                  <a:lnTo>
                    <a:pt x="1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2" name="Google Shape;1642;p63"/>
            <p:cNvSpPr/>
            <p:nvPr/>
          </p:nvSpPr>
          <p:spPr>
            <a:xfrm>
              <a:off x="6411326" y="4214679"/>
              <a:ext cx="87582" cy="87855"/>
            </a:xfrm>
            <a:custGeom>
              <a:avLst/>
              <a:gdLst/>
              <a:ahLst/>
              <a:cxnLst/>
              <a:rect l="l" t="t" r="r" b="b"/>
              <a:pathLst>
                <a:path w="3209" h="3219" extrusionOk="0">
                  <a:moveTo>
                    <a:pt x="1514" y="1"/>
                  </a:moveTo>
                  <a:lnTo>
                    <a:pt x="1" y="1529"/>
                  </a:lnTo>
                  <a:lnTo>
                    <a:pt x="1691" y="3219"/>
                  </a:lnTo>
                  <a:lnTo>
                    <a:pt x="3208" y="1698"/>
                  </a:lnTo>
                  <a:lnTo>
                    <a:pt x="15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3" name="Google Shape;1643;p63"/>
            <p:cNvSpPr/>
            <p:nvPr/>
          </p:nvSpPr>
          <p:spPr>
            <a:xfrm>
              <a:off x="6587472" y="4281818"/>
              <a:ext cx="235589" cy="157287"/>
            </a:xfrm>
            <a:custGeom>
              <a:avLst/>
              <a:gdLst/>
              <a:ahLst/>
              <a:cxnLst/>
              <a:rect l="l" t="t" r="r" b="b"/>
              <a:pathLst>
                <a:path w="8632" h="5763" extrusionOk="0">
                  <a:moveTo>
                    <a:pt x="1405" y="0"/>
                  </a:moveTo>
                  <a:lnTo>
                    <a:pt x="1" y="1401"/>
                  </a:lnTo>
                  <a:lnTo>
                    <a:pt x="1" y="5763"/>
                  </a:lnTo>
                  <a:lnTo>
                    <a:pt x="4849" y="5763"/>
                  </a:lnTo>
                  <a:lnTo>
                    <a:pt x="8632" y="1341"/>
                  </a:lnTo>
                  <a:lnTo>
                    <a:pt x="8632" y="392"/>
                  </a:lnTo>
                  <a:lnTo>
                    <a:pt x="5569" y="392"/>
                  </a:lnTo>
                  <a:lnTo>
                    <a:pt x="1987" y="3970"/>
                  </a:lnTo>
                  <a:lnTo>
                    <a:pt x="1229" y="3211"/>
                  </a:lnTo>
                  <a:lnTo>
                    <a:pt x="2922" y="1518"/>
                  </a:lnTo>
                  <a:lnTo>
                    <a:pt x="140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4" name="Google Shape;1644;p63"/>
            <p:cNvSpPr/>
            <p:nvPr/>
          </p:nvSpPr>
          <p:spPr>
            <a:xfrm>
              <a:off x="6587390" y="4468444"/>
              <a:ext cx="117221" cy="59661"/>
            </a:xfrm>
            <a:custGeom>
              <a:avLst/>
              <a:gdLst/>
              <a:ahLst/>
              <a:cxnLst/>
              <a:rect l="l" t="t" r="r" b="b"/>
              <a:pathLst>
                <a:path w="4295" h="2186" extrusionOk="0">
                  <a:moveTo>
                    <a:pt x="0" y="1"/>
                  </a:moveTo>
                  <a:lnTo>
                    <a:pt x="0" y="2185"/>
                  </a:lnTo>
                  <a:lnTo>
                    <a:pt x="4295" y="2185"/>
                  </a:lnTo>
                  <a:lnTo>
                    <a:pt x="42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5" name="Google Shape;1645;p63"/>
            <p:cNvSpPr/>
            <p:nvPr/>
          </p:nvSpPr>
          <p:spPr>
            <a:xfrm>
              <a:off x="6440692" y="4468444"/>
              <a:ext cx="117330" cy="59661"/>
            </a:xfrm>
            <a:custGeom>
              <a:avLst/>
              <a:gdLst/>
              <a:ahLst/>
              <a:cxnLst/>
              <a:rect l="l" t="t" r="r" b="b"/>
              <a:pathLst>
                <a:path w="4299" h="2186" extrusionOk="0">
                  <a:moveTo>
                    <a:pt x="1" y="1"/>
                  </a:moveTo>
                  <a:lnTo>
                    <a:pt x="1" y="2185"/>
                  </a:lnTo>
                  <a:lnTo>
                    <a:pt x="4299" y="2185"/>
                  </a:lnTo>
                  <a:lnTo>
                    <a:pt x="429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6" name="Google Shape;1646;p63"/>
            <p:cNvSpPr/>
            <p:nvPr/>
          </p:nvSpPr>
          <p:spPr>
            <a:xfrm>
              <a:off x="6763235" y="4087359"/>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7" name="Google Shape;1647;p63"/>
            <p:cNvSpPr/>
            <p:nvPr/>
          </p:nvSpPr>
          <p:spPr>
            <a:xfrm>
              <a:off x="6763235" y="4189924"/>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48" name="Google Shape;1648;p63"/>
          <p:cNvGrpSpPr/>
          <p:nvPr/>
        </p:nvGrpSpPr>
        <p:grpSpPr>
          <a:xfrm>
            <a:off x="7122759" y="4119454"/>
            <a:ext cx="500544" cy="469349"/>
            <a:chOff x="7122759" y="4043254"/>
            <a:chExt cx="500544" cy="469349"/>
          </a:xfrm>
        </p:grpSpPr>
        <p:sp>
          <p:nvSpPr>
            <p:cNvPr id="1649" name="Google Shape;1649;p63"/>
            <p:cNvSpPr/>
            <p:nvPr/>
          </p:nvSpPr>
          <p:spPr>
            <a:xfrm>
              <a:off x="7259031" y="4444563"/>
              <a:ext cx="228002" cy="68040"/>
            </a:xfrm>
            <a:custGeom>
              <a:avLst/>
              <a:gdLst/>
              <a:ahLst/>
              <a:cxnLst/>
              <a:rect l="l" t="t" r="r" b="b"/>
              <a:pathLst>
                <a:path w="8354" h="2493" extrusionOk="0">
                  <a:moveTo>
                    <a:pt x="759" y="1"/>
                  </a:moveTo>
                  <a:lnTo>
                    <a:pt x="1" y="756"/>
                  </a:lnTo>
                  <a:cubicBezTo>
                    <a:pt x="1116" y="1875"/>
                    <a:pt x="2598" y="2492"/>
                    <a:pt x="4175" y="2492"/>
                  </a:cubicBezTo>
                  <a:cubicBezTo>
                    <a:pt x="5756" y="2492"/>
                    <a:pt x="7238" y="1875"/>
                    <a:pt x="8353" y="756"/>
                  </a:cubicBezTo>
                  <a:lnTo>
                    <a:pt x="7594" y="1"/>
                  </a:lnTo>
                  <a:cubicBezTo>
                    <a:pt x="6677" y="908"/>
                    <a:pt x="5463" y="1416"/>
                    <a:pt x="4175" y="1416"/>
                  </a:cubicBezTo>
                  <a:cubicBezTo>
                    <a:pt x="2887" y="1416"/>
                    <a:pt x="1677" y="911"/>
                    <a:pt x="7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0" name="Google Shape;1650;p63"/>
            <p:cNvSpPr/>
            <p:nvPr/>
          </p:nvSpPr>
          <p:spPr>
            <a:xfrm>
              <a:off x="7300543" y="4402969"/>
              <a:ext cx="144978" cy="50873"/>
            </a:xfrm>
            <a:custGeom>
              <a:avLst/>
              <a:gdLst/>
              <a:ahLst/>
              <a:cxnLst/>
              <a:rect l="l" t="t" r="r" b="b"/>
              <a:pathLst>
                <a:path w="5312" h="1864" extrusionOk="0">
                  <a:moveTo>
                    <a:pt x="759" y="0"/>
                  </a:moveTo>
                  <a:lnTo>
                    <a:pt x="0" y="759"/>
                  </a:lnTo>
                  <a:cubicBezTo>
                    <a:pt x="710" y="1472"/>
                    <a:pt x="1655" y="1864"/>
                    <a:pt x="2654" y="1864"/>
                  </a:cubicBezTo>
                  <a:cubicBezTo>
                    <a:pt x="3656" y="1864"/>
                    <a:pt x="4602" y="1472"/>
                    <a:pt x="5311" y="759"/>
                  </a:cubicBezTo>
                  <a:lnTo>
                    <a:pt x="4553" y="0"/>
                  </a:lnTo>
                  <a:cubicBezTo>
                    <a:pt x="4044" y="509"/>
                    <a:pt x="3349" y="763"/>
                    <a:pt x="2654" y="763"/>
                  </a:cubicBezTo>
                  <a:cubicBezTo>
                    <a:pt x="1960" y="763"/>
                    <a:pt x="1265" y="509"/>
                    <a:pt x="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1" name="Google Shape;1651;p63"/>
            <p:cNvSpPr/>
            <p:nvPr/>
          </p:nvSpPr>
          <p:spPr>
            <a:xfrm>
              <a:off x="7329036" y="4307337"/>
              <a:ext cx="87964" cy="87855"/>
            </a:xfrm>
            <a:custGeom>
              <a:avLst/>
              <a:gdLst/>
              <a:ahLst/>
              <a:cxnLst/>
              <a:rect l="l" t="t" r="r" b="b"/>
              <a:pathLst>
                <a:path w="3223" h="3219" extrusionOk="0">
                  <a:moveTo>
                    <a:pt x="1610" y="0"/>
                  </a:moveTo>
                  <a:cubicBezTo>
                    <a:pt x="724" y="0"/>
                    <a:pt x="1" y="724"/>
                    <a:pt x="1" y="1609"/>
                  </a:cubicBezTo>
                  <a:cubicBezTo>
                    <a:pt x="1" y="2495"/>
                    <a:pt x="724" y="3219"/>
                    <a:pt x="1610" y="3219"/>
                  </a:cubicBezTo>
                  <a:cubicBezTo>
                    <a:pt x="2499" y="3219"/>
                    <a:pt x="3223" y="2495"/>
                    <a:pt x="3223" y="1609"/>
                  </a:cubicBezTo>
                  <a:cubicBezTo>
                    <a:pt x="3223" y="724"/>
                    <a:pt x="2499" y="0"/>
                    <a:pt x="16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2" name="Google Shape;1652;p63"/>
            <p:cNvSpPr/>
            <p:nvPr/>
          </p:nvSpPr>
          <p:spPr>
            <a:xfrm>
              <a:off x="7493746" y="4160557"/>
              <a:ext cx="129557" cy="129175"/>
            </a:xfrm>
            <a:custGeom>
              <a:avLst/>
              <a:gdLst/>
              <a:ahLst/>
              <a:cxnLst/>
              <a:rect l="l" t="t" r="r" b="b"/>
              <a:pathLst>
                <a:path w="4747" h="4733" extrusionOk="0">
                  <a:moveTo>
                    <a:pt x="3670" y="1"/>
                  </a:moveTo>
                  <a:lnTo>
                    <a:pt x="3670" y="1077"/>
                  </a:lnTo>
                  <a:lnTo>
                    <a:pt x="0" y="1077"/>
                  </a:lnTo>
                  <a:cubicBezTo>
                    <a:pt x="261" y="1733"/>
                    <a:pt x="409" y="2460"/>
                    <a:pt x="409" y="3222"/>
                  </a:cubicBezTo>
                  <a:cubicBezTo>
                    <a:pt x="409" y="3752"/>
                    <a:pt x="321" y="4253"/>
                    <a:pt x="194" y="4733"/>
                  </a:cubicBezTo>
                  <a:lnTo>
                    <a:pt x="4746" y="3060"/>
                  </a:lnTo>
                  <a:lnTo>
                    <a:pt x="47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3" name="Google Shape;1653;p63"/>
            <p:cNvSpPr/>
            <p:nvPr/>
          </p:nvSpPr>
          <p:spPr>
            <a:xfrm>
              <a:off x="7335695" y="4043254"/>
              <a:ext cx="74672" cy="65420"/>
            </a:xfrm>
            <a:custGeom>
              <a:avLst/>
              <a:gdLst/>
              <a:ahLst/>
              <a:cxnLst/>
              <a:rect l="l" t="t" r="r" b="b"/>
              <a:pathLst>
                <a:path w="2736" h="2397" extrusionOk="0">
                  <a:moveTo>
                    <a:pt x="371" y="1"/>
                  </a:moveTo>
                  <a:lnTo>
                    <a:pt x="0" y="2397"/>
                  </a:lnTo>
                  <a:cubicBezTo>
                    <a:pt x="438" y="2252"/>
                    <a:pt x="890" y="2150"/>
                    <a:pt x="1366" y="2150"/>
                  </a:cubicBezTo>
                  <a:cubicBezTo>
                    <a:pt x="1842" y="2150"/>
                    <a:pt x="2298" y="2255"/>
                    <a:pt x="2735" y="2397"/>
                  </a:cubicBezTo>
                  <a:lnTo>
                    <a:pt x="23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4" name="Google Shape;1654;p63"/>
            <p:cNvSpPr/>
            <p:nvPr/>
          </p:nvSpPr>
          <p:spPr>
            <a:xfrm>
              <a:off x="7122759" y="4160557"/>
              <a:ext cx="129557" cy="129175"/>
            </a:xfrm>
            <a:custGeom>
              <a:avLst/>
              <a:gdLst/>
              <a:ahLst/>
              <a:cxnLst/>
              <a:rect l="l" t="t" r="r" b="b"/>
              <a:pathLst>
                <a:path w="4747" h="4733" extrusionOk="0">
                  <a:moveTo>
                    <a:pt x="0" y="1"/>
                  </a:moveTo>
                  <a:lnTo>
                    <a:pt x="0" y="3060"/>
                  </a:lnTo>
                  <a:lnTo>
                    <a:pt x="4552" y="4733"/>
                  </a:lnTo>
                  <a:cubicBezTo>
                    <a:pt x="4422" y="4253"/>
                    <a:pt x="4334" y="3755"/>
                    <a:pt x="4334" y="3226"/>
                  </a:cubicBezTo>
                  <a:cubicBezTo>
                    <a:pt x="4334" y="2460"/>
                    <a:pt x="4485" y="1733"/>
                    <a:pt x="4747" y="1077"/>
                  </a:cubicBezTo>
                  <a:lnTo>
                    <a:pt x="1077" y="1077"/>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5" name="Google Shape;1655;p63"/>
            <p:cNvSpPr/>
            <p:nvPr/>
          </p:nvSpPr>
          <p:spPr>
            <a:xfrm>
              <a:off x="7294484" y="4131273"/>
              <a:ext cx="156986" cy="58679"/>
            </a:xfrm>
            <a:custGeom>
              <a:avLst/>
              <a:gdLst/>
              <a:ahLst/>
              <a:cxnLst/>
              <a:rect l="l" t="t" r="r" b="b"/>
              <a:pathLst>
                <a:path w="5752" h="2150" extrusionOk="0">
                  <a:moveTo>
                    <a:pt x="2876" y="1"/>
                  </a:moveTo>
                  <a:cubicBezTo>
                    <a:pt x="1719" y="1"/>
                    <a:pt x="688" y="615"/>
                    <a:pt x="0" y="1564"/>
                  </a:cubicBezTo>
                  <a:cubicBezTo>
                    <a:pt x="801" y="1938"/>
                    <a:pt x="1789" y="2150"/>
                    <a:pt x="2876" y="2150"/>
                  </a:cubicBezTo>
                  <a:cubicBezTo>
                    <a:pt x="3963" y="2150"/>
                    <a:pt x="4951" y="1935"/>
                    <a:pt x="5752" y="1557"/>
                  </a:cubicBezTo>
                  <a:cubicBezTo>
                    <a:pt x="5064" y="615"/>
                    <a:pt x="4037" y="1"/>
                    <a:pt x="28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6" name="Google Shape;1656;p63"/>
            <p:cNvSpPr/>
            <p:nvPr/>
          </p:nvSpPr>
          <p:spPr>
            <a:xfrm>
              <a:off x="7270384" y="4199558"/>
              <a:ext cx="205376" cy="133624"/>
            </a:xfrm>
            <a:custGeom>
              <a:avLst/>
              <a:gdLst/>
              <a:ahLst/>
              <a:cxnLst/>
              <a:rect l="l" t="t" r="r" b="b"/>
              <a:pathLst>
                <a:path w="7525" h="4896" extrusionOk="0">
                  <a:moveTo>
                    <a:pt x="354" y="1"/>
                  </a:moveTo>
                  <a:cubicBezTo>
                    <a:pt x="135" y="548"/>
                    <a:pt x="1" y="1151"/>
                    <a:pt x="1" y="1793"/>
                  </a:cubicBezTo>
                  <a:cubicBezTo>
                    <a:pt x="1" y="3018"/>
                    <a:pt x="453" y="4112"/>
                    <a:pt x="1165" y="4895"/>
                  </a:cubicBezTo>
                  <a:cubicBezTo>
                    <a:pt x="1462" y="3734"/>
                    <a:pt x="2506" y="2870"/>
                    <a:pt x="3759" y="2870"/>
                  </a:cubicBezTo>
                  <a:cubicBezTo>
                    <a:pt x="5012" y="2870"/>
                    <a:pt x="6060" y="3734"/>
                    <a:pt x="6353" y="4895"/>
                  </a:cubicBezTo>
                  <a:cubicBezTo>
                    <a:pt x="7069" y="4115"/>
                    <a:pt x="7517" y="3018"/>
                    <a:pt x="7517" y="1793"/>
                  </a:cubicBezTo>
                  <a:cubicBezTo>
                    <a:pt x="7524" y="1151"/>
                    <a:pt x="7390" y="548"/>
                    <a:pt x="7164" y="1"/>
                  </a:cubicBezTo>
                  <a:cubicBezTo>
                    <a:pt x="6212" y="463"/>
                    <a:pt x="5047" y="724"/>
                    <a:pt x="3759" y="724"/>
                  </a:cubicBezTo>
                  <a:cubicBezTo>
                    <a:pt x="2468" y="724"/>
                    <a:pt x="1303" y="463"/>
                    <a:pt x="3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57" name="Google Shape;1657;p63"/>
          <p:cNvGrpSpPr/>
          <p:nvPr/>
        </p:nvGrpSpPr>
        <p:grpSpPr>
          <a:xfrm>
            <a:off x="7923166" y="4103843"/>
            <a:ext cx="500654" cy="500463"/>
            <a:chOff x="7923166" y="4027643"/>
            <a:chExt cx="500654" cy="500463"/>
          </a:xfrm>
        </p:grpSpPr>
        <p:sp>
          <p:nvSpPr>
            <p:cNvPr id="1658" name="Google Shape;1658;p63"/>
            <p:cNvSpPr/>
            <p:nvPr/>
          </p:nvSpPr>
          <p:spPr>
            <a:xfrm>
              <a:off x="8158646" y="4498684"/>
              <a:ext cx="29394" cy="29421"/>
            </a:xfrm>
            <a:custGeom>
              <a:avLst/>
              <a:gdLst/>
              <a:ahLst/>
              <a:cxnLst/>
              <a:rect l="l" t="t" r="r" b="b"/>
              <a:pathLst>
                <a:path w="1077" h="1078" extrusionOk="0">
                  <a:moveTo>
                    <a:pt x="0" y="1"/>
                  </a:moveTo>
                  <a:lnTo>
                    <a:pt x="0" y="1077"/>
                  </a:lnTo>
                  <a:lnTo>
                    <a:pt x="1077" y="1077"/>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9" name="Google Shape;1659;p63"/>
            <p:cNvSpPr/>
            <p:nvPr/>
          </p:nvSpPr>
          <p:spPr>
            <a:xfrm>
              <a:off x="8158646" y="4027752"/>
              <a:ext cx="29394" cy="29394"/>
            </a:xfrm>
            <a:custGeom>
              <a:avLst/>
              <a:gdLst/>
              <a:ahLst/>
              <a:cxnLst/>
              <a:rect l="l" t="t" r="r" b="b"/>
              <a:pathLst>
                <a:path w="1077" h="1077" extrusionOk="0">
                  <a:moveTo>
                    <a:pt x="0" y="1"/>
                  </a:moveTo>
                  <a:lnTo>
                    <a:pt x="0" y="1077"/>
                  </a:lnTo>
                  <a:lnTo>
                    <a:pt x="1077" y="1077"/>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60" name="Google Shape;1660;p63"/>
            <p:cNvSpPr/>
            <p:nvPr/>
          </p:nvSpPr>
          <p:spPr>
            <a:xfrm>
              <a:off x="8129279" y="4233838"/>
              <a:ext cx="88046" cy="88073"/>
            </a:xfrm>
            <a:custGeom>
              <a:avLst/>
              <a:gdLst/>
              <a:ahLst/>
              <a:cxnLst/>
              <a:rect l="l" t="t" r="r" b="b"/>
              <a:pathLst>
                <a:path w="3226" h="3227" extrusionOk="0">
                  <a:moveTo>
                    <a:pt x="2153" y="1077"/>
                  </a:moveTo>
                  <a:lnTo>
                    <a:pt x="2153" y="2153"/>
                  </a:lnTo>
                  <a:lnTo>
                    <a:pt x="1076" y="2153"/>
                  </a:lnTo>
                  <a:lnTo>
                    <a:pt x="1076" y="1077"/>
                  </a:lnTo>
                  <a:close/>
                  <a:moveTo>
                    <a:pt x="0" y="1"/>
                  </a:moveTo>
                  <a:lnTo>
                    <a:pt x="0" y="3226"/>
                  </a:lnTo>
                  <a:lnTo>
                    <a:pt x="3225" y="3226"/>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61" name="Google Shape;1661;p63"/>
            <p:cNvSpPr/>
            <p:nvPr/>
          </p:nvSpPr>
          <p:spPr>
            <a:xfrm>
              <a:off x="7923166" y="4027643"/>
              <a:ext cx="500654" cy="500463"/>
            </a:xfrm>
            <a:custGeom>
              <a:avLst/>
              <a:gdLst/>
              <a:ahLst/>
              <a:cxnLst/>
              <a:rect l="l" t="t" r="r" b="b"/>
              <a:pathLst>
                <a:path w="18344" h="18337" extrusionOk="0">
                  <a:moveTo>
                    <a:pt x="11854" y="6483"/>
                  </a:moveTo>
                  <a:lnTo>
                    <a:pt x="11854" y="11857"/>
                  </a:lnTo>
                  <a:lnTo>
                    <a:pt x="6479" y="11857"/>
                  </a:lnTo>
                  <a:lnTo>
                    <a:pt x="6479" y="6483"/>
                  </a:lnTo>
                  <a:close/>
                  <a:moveTo>
                    <a:pt x="1" y="1"/>
                  </a:moveTo>
                  <a:lnTo>
                    <a:pt x="1" y="3223"/>
                  </a:lnTo>
                  <a:lnTo>
                    <a:pt x="3261" y="3223"/>
                  </a:lnTo>
                  <a:lnTo>
                    <a:pt x="3261" y="2146"/>
                  </a:lnTo>
                  <a:lnTo>
                    <a:pt x="5407" y="2146"/>
                  </a:lnTo>
                  <a:lnTo>
                    <a:pt x="5407" y="4295"/>
                  </a:lnTo>
                  <a:lnTo>
                    <a:pt x="4330" y="4295"/>
                  </a:lnTo>
                  <a:lnTo>
                    <a:pt x="4330" y="5407"/>
                  </a:lnTo>
                  <a:lnTo>
                    <a:pt x="1" y="5407"/>
                  </a:lnTo>
                  <a:lnTo>
                    <a:pt x="1" y="6483"/>
                  </a:lnTo>
                  <a:lnTo>
                    <a:pt x="4330" y="6483"/>
                  </a:lnTo>
                  <a:lnTo>
                    <a:pt x="4330" y="8632"/>
                  </a:lnTo>
                  <a:lnTo>
                    <a:pt x="3261" y="8632"/>
                  </a:lnTo>
                  <a:lnTo>
                    <a:pt x="3261" y="7556"/>
                  </a:lnTo>
                  <a:lnTo>
                    <a:pt x="1" y="7556"/>
                  </a:lnTo>
                  <a:lnTo>
                    <a:pt x="1" y="10781"/>
                  </a:lnTo>
                  <a:lnTo>
                    <a:pt x="3261" y="10781"/>
                  </a:lnTo>
                  <a:lnTo>
                    <a:pt x="3261" y="9705"/>
                  </a:lnTo>
                  <a:lnTo>
                    <a:pt x="4338" y="9705"/>
                  </a:lnTo>
                  <a:lnTo>
                    <a:pt x="4338" y="11850"/>
                  </a:lnTo>
                  <a:lnTo>
                    <a:pt x="4" y="11850"/>
                  </a:lnTo>
                  <a:lnTo>
                    <a:pt x="4" y="12927"/>
                  </a:lnTo>
                  <a:lnTo>
                    <a:pt x="4338" y="12927"/>
                  </a:lnTo>
                  <a:lnTo>
                    <a:pt x="4338" y="14038"/>
                  </a:lnTo>
                  <a:lnTo>
                    <a:pt x="5410" y="14038"/>
                  </a:lnTo>
                  <a:lnTo>
                    <a:pt x="5410" y="16187"/>
                  </a:lnTo>
                  <a:lnTo>
                    <a:pt x="3261" y="16187"/>
                  </a:lnTo>
                  <a:lnTo>
                    <a:pt x="3261" y="15111"/>
                  </a:lnTo>
                  <a:lnTo>
                    <a:pt x="1" y="15111"/>
                  </a:lnTo>
                  <a:lnTo>
                    <a:pt x="1" y="18336"/>
                  </a:lnTo>
                  <a:lnTo>
                    <a:pt x="3261" y="18336"/>
                  </a:lnTo>
                  <a:lnTo>
                    <a:pt x="3261" y="17260"/>
                  </a:lnTo>
                  <a:lnTo>
                    <a:pt x="6483" y="17260"/>
                  </a:lnTo>
                  <a:lnTo>
                    <a:pt x="6483" y="14035"/>
                  </a:lnTo>
                  <a:lnTo>
                    <a:pt x="8632" y="14035"/>
                  </a:lnTo>
                  <a:lnTo>
                    <a:pt x="8632" y="16184"/>
                  </a:lnTo>
                  <a:lnTo>
                    <a:pt x="9708" y="16184"/>
                  </a:lnTo>
                  <a:lnTo>
                    <a:pt x="9708" y="14035"/>
                  </a:lnTo>
                  <a:lnTo>
                    <a:pt x="11857" y="14035"/>
                  </a:lnTo>
                  <a:lnTo>
                    <a:pt x="11857" y="17260"/>
                  </a:lnTo>
                  <a:lnTo>
                    <a:pt x="15083" y="17260"/>
                  </a:lnTo>
                  <a:lnTo>
                    <a:pt x="15083" y="18336"/>
                  </a:lnTo>
                  <a:lnTo>
                    <a:pt x="18340" y="18336"/>
                  </a:lnTo>
                  <a:lnTo>
                    <a:pt x="18340" y="15111"/>
                  </a:lnTo>
                  <a:lnTo>
                    <a:pt x="15083" y="15111"/>
                  </a:lnTo>
                  <a:lnTo>
                    <a:pt x="15083" y="16187"/>
                  </a:lnTo>
                  <a:lnTo>
                    <a:pt x="12934" y="16187"/>
                  </a:lnTo>
                  <a:lnTo>
                    <a:pt x="12934" y="14038"/>
                  </a:lnTo>
                  <a:lnTo>
                    <a:pt x="14010" y="14038"/>
                  </a:lnTo>
                  <a:lnTo>
                    <a:pt x="14010" y="12927"/>
                  </a:lnTo>
                  <a:lnTo>
                    <a:pt x="18340" y="12927"/>
                  </a:lnTo>
                  <a:lnTo>
                    <a:pt x="18340" y="11850"/>
                  </a:lnTo>
                  <a:lnTo>
                    <a:pt x="14010" y="11850"/>
                  </a:lnTo>
                  <a:lnTo>
                    <a:pt x="14010" y="9705"/>
                  </a:lnTo>
                  <a:lnTo>
                    <a:pt x="15086" y="9705"/>
                  </a:lnTo>
                  <a:lnTo>
                    <a:pt x="15086" y="10781"/>
                  </a:lnTo>
                  <a:lnTo>
                    <a:pt x="18343" y="10781"/>
                  </a:lnTo>
                  <a:lnTo>
                    <a:pt x="18343" y="7556"/>
                  </a:lnTo>
                  <a:lnTo>
                    <a:pt x="15086" y="7556"/>
                  </a:lnTo>
                  <a:lnTo>
                    <a:pt x="15086" y="8632"/>
                  </a:lnTo>
                  <a:lnTo>
                    <a:pt x="14010" y="8632"/>
                  </a:lnTo>
                  <a:lnTo>
                    <a:pt x="14010" y="6483"/>
                  </a:lnTo>
                  <a:lnTo>
                    <a:pt x="18340" y="6483"/>
                  </a:lnTo>
                  <a:lnTo>
                    <a:pt x="18340" y="5407"/>
                  </a:lnTo>
                  <a:lnTo>
                    <a:pt x="14010" y="5407"/>
                  </a:lnTo>
                  <a:lnTo>
                    <a:pt x="14010" y="4295"/>
                  </a:lnTo>
                  <a:lnTo>
                    <a:pt x="12934" y="4295"/>
                  </a:lnTo>
                  <a:lnTo>
                    <a:pt x="12934" y="2146"/>
                  </a:lnTo>
                  <a:lnTo>
                    <a:pt x="15083" y="2146"/>
                  </a:lnTo>
                  <a:lnTo>
                    <a:pt x="15083" y="3223"/>
                  </a:lnTo>
                  <a:lnTo>
                    <a:pt x="18340" y="3223"/>
                  </a:lnTo>
                  <a:lnTo>
                    <a:pt x="18340" y="1"/>
                  </a:lnTo>
                  <a:lnTo>
                    <a:pt x="15083" y="1"/>
                  </a:lnTo>
                  <a:lnTo>
                    <a:pt x="15083" y="1077"/>
                  </a:lnTo>
                  <a:lnTo>
                    <a:pt x="11850" y="1077"/>
                  </a:lnTo>
                  <a:lnTo>
                    <a:pt x="11850" y="4299"/>
                  </a:lnTo>
                  <a:lnTo>
                    <a:pt x="9705" y="4299"/>
                  </a:lnTo>
                  <a:lnTo>
                    <a:pt x="9705" y="2154"/>
                  </a:lnTo>
                  <a:lnTo>
                    <a:pt x="8628" y="2154"/>
                  </a:lnTo>
                  <a:lnTo>
                    <a:pt x="8628" y="4299"/>
                  </a:lnTo>
                  <a:lnTo>
                    <a:pt x="6479" y="4299"/>
                  </a:lnTo>
                  <a:lnTo>
                    <a:pt x="6479" y="1077"/>
                  </a:lnTo>
                  <a:lnTo>
                    <a:pt x="3261" y="1077"/>
                  </a:lnTo>
                  <a:lnTo>
                    <a:pt x="32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Shape 1665"/>
        <p:cNvGrpSpPr/>
        <p:nvPr/>
      </p:nvGrpSpPr>
      <p:grpSpPr>
        <a:xfrm>
          <a:off x="0" y="0"/>
          <a:ext cx="0" cy="0"/>
          <a:chOff x="0" y="0"/>
          <a:chExt cx="0" cy="0"/>
        </a:xfrm>
      </p:grpSpPr>
      <p:sp>
        <p:nvSpPr>
          <p:cNvPr id="1666" name="Google Shape;1666;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Alternative resources</a:t>
            </a:r>
          </a:p>
        </p:txBody>
      </p:sp>
      <p:grpSp>
        <p:nvGrpSpPr>
          <p:cNvPr id="1667" name="Google Shape;1667;p64"/>
          <p:cNvGrpSpPr/>
          <p:nvPr/>
        </p:nvGrpSpPr>
        <p:grpSpPr>
          <a:xfrm>
            <a:off x="1078327" y="2800534"/>
            <a:ext cx="1621728" cy="1617798"/>
            <a:chOff x="1078275" y="2139824"/>
            <a:chExt cx="2474788" cy="2468790"/>
          </a:xfrm>
        </p:grpSpPr>
        <p:sp>
          <p:nvSpPr>
            <p:cNvPr id="1668" name="Google Shape;1668;p64"/>
            <p:cNvSpPr/>
            <p:nvPr/>
          </p:nvSpPr>
          <p:spPr>
            <a:xfrm>
              <a:off x="1483431" y="2576795"/>
              <a:ext cx="1578449" cy="1578255"/>
            </a:xfrm>
            <a:custGeom>
              <a:avLst/>
              <a:gdLst/>
              <a:ahLst/>
              <a:cxnLst/>
              <a:rect l="l" t="t" r="r" b="b"/>
              <a:pathLst>
                <a:path w="33989" h="33983" extrusionOk="0">
                  <a:moveTo>
                    <a:pt x="17063" y="1007"/>
                  </a:moveTo>
                  <a:lnTo>
                    <a:pt x="16920" y="1007"/>
                  </a:lnTo>
                  <a:lnTo>
                    <a:pt x="16920" y="0"/>
                  </a:lnTo>
                  <a:lnTo>
                    <a:pt x="17063" y="0"/>
                  </a:lnTo>
                  <a:close/>
                  <a:moveTo>
                    <a:pt x="17063" y="33982"/>
                  </a:moveTo>
                  <a:lnTo>
                    <a:pt x="16920" y="33982"/>
                  </a:lnTo>
                  <a:lnTo>
                    <a:pt x="16920" y="32975"/>
                  </a:lnTo>
                  <a:lnTo>
                    <a:pt x="17063" y="32975"/>
                  </a:lnTo>
                  <a:close/>
                  <a:moveTo>
                    <a:pt x="15677" y="1053"/>
                  </a:moveTo>
                  <a:lnTo>
                    <a:pt x="15533" y="1071"/>
                  </a:lnTo>
                  <a:lnTo>
                    <a:pt x="15446" y="69"/>
                  </a:lnTo>
                  <a:lnTo>
                    <a:pt x="15590" y="52"/>
                  </a:lnTo>
                  <a:close/>
                  <a:moveTo>
                    <a:pt x="18548" y="33908"/>
                  </a:moveTo>
                  <a:lnTo>
                    <a:pt x="18404" y="33925"/>
                  </a:lnTo>
                  <a:lnTo>
                    <a:pt x="18312" y="32924"/>
                  </a:lnTo>
                  <a:lnTo>
                    <a:pt x="18456" y="32906"/>
                  </a:lnTo>
                  <a:close/>
                  <a:moveTo>
                    <a:pt x="14290" y="1238"/>
                  </a:moveTo>
                  <a:lnTo>
                    <a:pt x="14151" y="1255"/>
                  </a:lnTo>
                  <a:lnTo>
                    <a:pt x="13979" y="265"/>
                  </a:lnTo>
                  <a:lnTo>
                    <a:pt x="14117" y="242"/>
                  </a:lnTo>
                  <a:close/>
                  <a:moveTo>
                    <a:pt x="20016" y="33706"/>
                  </a:moveTo>
                  <a:lnTo>
                    <a:pt x="19878" y="33729"/>
                  </a:lnTo>
                  <a:lnTo>
                    <a:pt x="19705" y="32734"/>
                  </a:lnTo>
                  <a:lnTo>
                    <a:pt x="19843" y="32716"/>
                  </a:lnTo>
                  <a:close/>
                  <a:moveTo>
                    <a:pt x="12926" y="1531"/>
                  </a:moveTo>
                  <a:lnTo>
                    <a:pt x="12793" y="1566"/>
                  </a:lnTo>
                  <a:lnTo>
                    <a:pt x="12534" y="593"/>
                  </a:lnTo>
                  <a:lnTo>
                    <a:pt x="12667" y="558"/>
                  </a:lnTo>
                  <a:close/>
                  <a:moveTo>
                    <a:pt x="21460" y="33384"/>
                  </a:moveTo>
                  <a:lnTo>
                    <a:pt x="21322" y="33419"/>
                  </a:lnTo>
                  <a:lnTo>
                    <a:pt x="21063" y="32446"/>
                  </a:lnTo>
                  <a:lnTo>
                    <a:pt x="21201" y="32411"/>
                  </a:lnTo>
                  <a:close/>
                  <a:moveTo>
                    <a:pt x="11596" y="1940"/>
                  </a:moveTo>
                  <a:lnTo>
                    <a:pt x="11458" y="1991"/>
                  </a:lnTo>
                  <a:lnTo>
                    <a:pt x="11113" y="1048"/>
                  </a:lnTo>
                  <a:lnTo>
                    <a:pt x="11251" y="996"/>
                  </a:lnTo>
                  <a:close/>
                  <a:moveTo>
                    <a:pt x="22876" y="32929"/>
                  </a:moveTo>
                  <a:lnTo>
                    <a:pt x="22738" y="32981"/>
                  </a:lnTo>
                  <a:lnTo>
                    <a:pt x="22392" y="32037"/>
                  </a:lnTo>
                  <a:lnTo>
                    <a:pt x="22531" y="31986"/>
                  </a:lnTo>
                  <a:close/>
                  <a:moveTo>
                    <a:pt x="10302" y="2475"/>
                  </a:moveTo>
                  <a:lnTo>
                    <a:pt x="10175" y="2532"/>
                  </a:lnTo>
                  <a:lnTo>
                    <a:pt x="9749" y="1617"/>
                  </a:lnTo>
                  <a:lnTo>
                    <a:pt x="9876" y="1560"/>
                  </a:lnTo>
                  <a:close/>
                  <a:moveTo>
                    <a:pt x="24245" y="32354"/>
                  </a:moveTo>
                  <a:lnTo>
                    <a:pt x="24113" y="32411"/>
                  </a:lnTo>
                  <a:lnTo>
                    <a:pt x="23687" y="31496"/>
                  </a:lnTo>
                  <a:lnTo>
                    <a:pt x="23820" y="31439"/>
                  </a:lnTo>
                  <a:close/>
                  <a:moveTo>
                    <a:pt x="9064" y="3108"/>
                  </a:moveTo>
                  <a:lnTo>
                    <a:pt x="8943" y="3177"/>
                  </a:lnTo>
                  <a:lnTo>
                    <a:pt x="8437" y="2308"/>
                  </a:lnTo>
                  <a:lnTo>
                    <a:pt x="8564" y="2233"/>
                  </a:lnTo>
                  <a:close/>
                  <a:moveTo>
                    <a:pt x="25552" y="31669"/>
                  </a:moveTo>
                  <a:lnTo>
                    <a:pt x="25431" y="31744"/>
                  </a:lnTo>
                  <a:lnTo>
                    <a:pt x="24925" y="30875"/>
                  </a:lnTo>
                  <a:lnTo>
                    <a:pt x="25051" y="30800"/>
                  </a:lnTo>
                  <a:close/>
                  <a:moveTo>
                    <a:pt x="7884" y="3856"/>
                  </a:moveTo>
                  <a:lnTo>
                    <a:pt x="7769" y="3931"/>
                  </a:lnTo>
                  <a:lnTo>
                    <a:pt x="7194" y="3114"/>
                  </a:lnTo>
                  <a:lnTo>
                    <a:pt x="7309" y="3033"/>
                  </a:lnTo>
                  <a:close/>
                  <a:moveTo>
                    <a:pt x="26795" y="30863"/>
                  </a:moveTo>
                  <a:lnTo>
                    <a:pt x="26680" y="30944"/>
                  </a:lnTo>
                  <a:lnTo>
                    <a:pt x="26104" y="30121"/>
                  </a:lnTo>
                  <a:lnTo>
                    <a:pt x="26219" y="30046"/>
                  </a:lnTo>
                  <a:close/>
                  <a:moveTo>
                    <a:pt x="6780" y="4696"/>
                  </a:moveTo>
                  <a:lnTo>
                    <a:pt x="6670" y="4788"/>
                  </a:lnTo>
                  <a:lnTo>
                    <a:pt x="6020" y="4017"/>
                  </a:lnTo>
                  <a:lnTo>
                    <a:pt x="6129" y="3925"/>
                  </a:lnTo>
                  <a:close/>
                  <a:moveTo>
                    <a:pt x="27969" y="29960"/>
                  </a:moveTo>
                  <a:lnTo>
                    <a:pt x="27859" y="30052"/>
                  </a:lnTo>
                  <a:lnTo>
                    <a:pt x="27215" y="29281"/>
                  </a:lnTo>
                  <a:lnTo>
                    <a:pt x="27324" y="29189"/>
                  </a:lnTo>
                  <a:close/>
                  <a:moveTo>
                    <a:pt x="5744" y="5640"/>
                  </a:moveTo>
                  <a:lnTo>
                    <a:pt x="5640" y="5738"/>
                  </a:lnTo>
                  <a:lnTo>
                    <a:pt x="4926" y="5024"/>
                  </a:lnTo>
                  <a:lnTo>
                    <a:pt x="5030" y="4926"/>
                  </a:lnTo>
                  <a:close/>
                  <a:moveTo>
                    <a:pt x="29062" y="28953"/>
                  </a:moveTo>
                  <a:lnTo>
                    <a:pt x="28964" y="29051"/>
                  </a:lnTo>
                  <a:lnTo>
                    <a:pt x="28251" y="28343"/>
                  </a:lnTo>
                  <a:lnTo>
                    <a:pt x="28349" y="28239"/>
                  </a:lnTo>
                  <a:close/>
                  <a:moveTo>
                    <a:pt x="4800" y="6659"/>
                  </a:moveTo>
                  <a:lnTo>
                    <a:pt x="4708" y="6768"/>
                  </a:lnTo>
                  <a:lnTo>
                    <a:pt x="3937" y="6118"/>
                  </a:lnTo>
                  <a:lnTo>
                    <a:pt x="4029" y="6014"/>
                  </a:lnTo>
                  <a:close/>
                  <a:moveTo>
                    <a:pt x="30058" y="27859"/>
                  </a:moveTo>
                  <a:lnTo>
                    <a:pt x="29960" y="27969"/>
                  </a:lnTo>
                  <a:lnTo>
                    <a:pt x="29195" y="27318"/>
                  </a:lnTo>
                  <a:lnTo>
                    <a:pt x="29287" y="27209"/>
                  </a:lnTo>
                  <a:close/>
                  <a:moveTo>
                    <a:pt x="3942" y="7758"/>
                  </a:moveTo>
                  <a:lnTo>
                    <a:pt x="3862" y="7873"/>
                  </a:lnTo>
                  <a:lnTo>
                    <a:pt x="3045" y="7297"/>
                  </a:lnTo>
                  <a:lnTo>
                    <a:pt x="3125" y="7182"/>
                  </a:lnTo>
                  <a:close/>
                  <a:moveTo>
                    <a:pt x="30956" y="26680"/>
                  </a:moveTo>
                  <a:lnTo>
                    <a:pt x="30875" y="26795"/>
                  </a:lnTo>
                  <a:lnTo>
                    <a:pt x="30058" y="26219"/>
                  </a:lnTo>
                  <a:lnTo>
                    <a:pt x="30133" y="26104"/>
                  </a:lnTo>
                  <a:close/>
                  <a:moveTo>
                    <a:pt x="3189" y="8932"/>
                  </a:moveTo>
                  <a:lnTo>
                    <a:pt x="3114" y="9053"/>
                  </a:lnTo>
                  <a:lnTo>
                    <a:pt x="2245" y="8552"/>
                  </a:lnTo>
                  <a:lnTo>
                    <a:pt x="2314" y="8431"/>
                  </a:lnTo>
                  <a:close/>
                  <a:moveTo>
                    <a:pt x="31744" y="25419"/>
                  </a:moveTo>
                  <a:lnTo>
                    <a:pt x="31675" y="25540"/>
                  </a:lnTo>
                  <a:lnTo>
                    <a:pt x="30806" y="25040"/>
                  </a:lnTo>
                  <a:lnTo>
                    <a:pt x="30875" y="24919"/>
                  </a:lnTo>
                  <a:close/>
                  <a:moveTo>
                    <a:pt x="2538" y="10169"/>
                  </a:moveTo>
                  <a:lnTo>
                    <a:pt x="2481" y="10301"/>
                  </a:lnTo>
                  <a:lnTo>
                    <a:pt x="1571" y="9876"/>
                  </a:lnTo>
                  <a:lnTo>
                    <a:pt x="1629" y="9743"/>
                  </a:lnTo>
                  <a:close/>
                  <a:moveTo>
                    <a:pt x="32423" y="24101"/>
                  </a:moveTo>
                  <a:lnTo>
                    <a:pt x="32365" y="24234"/>
                  </a:lnTo>
                  <a:lnTo>
                    <a:pt x="31450" y="23808"/>
                  </a:lnTo>
                  <a:lnTo>
                    <a:pt x="31508" y="23681"/>
                  </a:lnTo>
                  <a:close/>
                  <a:moveTo>
                    <a:pt x="2003" y="11458"/>
                  </a:moveTo>
                  <a:lnTo>
                    <a:pt x="1951" y="11596"/>
                  </a:lnTo>
                  <a:lnTo>
                    <a:pt x="1007" y="11251"/>
                  </a:lnTo>
                  <a:lnTo>
                    <a:pt x="1059" y="11113"/>
                  </a:lnTo>
                  <a:close/>
                  <a:moveTo>
                    <a:pt x="32993" y="22732"/>
                  </a:moveTo>
                  <a:lnTo>
                    <a:pt x="32941" y="22864"/>
                  </a:lnTo>
                  <a:lnTo>
                    <a:pt x="31997" y="22519"/>
                  </a:lnTo>
                  <a:lnTo>
                    <a:pt x="32049" y="22387"/>
                  </a:lnTo>
                  <a:close/>
                  <a:moveTo>
                    <a:pt x="1577" y="12782"/>
                  </a:moveTo>
                  <a:lnTo>
                    <a:pt x="1543" y="12920"/>
                  </a:lnTo>
                  <a:lnTo>
                    <a:pt x="570" y="12661"/>
                  </a:lnTo>
                  <a:lnTo>
                    <a:pt x="605" y="12523"/>
                  </a:lnTo>
                  <a:close/>
                  <a:moveTo>
                    <a:pt x="33430" y="21322"/>
                  </a:moveTo>
                  <a:lnTo>
                    <a:pt x="33396" y="21454"/>
                  </a:lnTo>
                  <a:lnTo>
                    <a:pt x="32423" y="21195"/>
                  </a:lnTo>
                  <a:lnTo>
                    <a:pt x="32458" y="21063"/>
                  </a:lnTo>
                  <a:close/>
                  <a:moveTo>
                    <a:pt x="1266" y="14140"/>
                  </a:moveTo>
                  <a:lnTo>
                    <a:pt x="1243" y="14278"/>
                  </a:lnTo>
                  <a:lnTo>
                    <a:pt x="254" y="14105"/>
                  </a:lnTo>
                  <a:lnTo>
                    <a:pt x="277" y="13967"/>
                  </a:lnTo>
                  <a:close/>
                  <a:moveTo>
                    <a:pt x="33741" y="19866"/>
                  </a:moveTo>
                  <a:lnTo>
                    <a:pt x="33718" y="20004"/>
                  </a:lnTo>
                  <a:lnTo>
                    <a:pt x="32722" y="19831"/>
                  </a:lnTo>
                  <a:lnTo>
                    <a:pt x="32745" y="19693"/>
                  </a:lnTo>
                  <a:close/>
                  <a:moveTo>
                    <a:pt x="1082" y="15521"/>
                  </a:moveTo>
                  <a:lnTo>
                    <a:pt x="1065" y="15665"/>
                  </a:lnTo>
                  <a:lnTo>
                    <a:pt x="64" y="15579"/>
                  </a:lnTo>
                  <a:lnTo>
                    <a:pt x="81" y="15435"/>
                  </a:lnTo>
                  <a:close/>
                  <a:moveTo>
                    <a:pt x="33925" y="18398"/>
                  </a:moveTo>
                  <a:lnTo>
                    <a:pt x="33908" y="18542"/>
                  </a:lnTo>
                  <a:lnTo>
                    <a:pt x="32912" y="18456"/>
                  </a:lnTo>
                  <a:lnTo>
                    <a:pt x="32924" y="18312"/>
                  </a:lnTo>
                  <a:close/>
                  <a:moveTo>
                    <a:pt x="1007" y="16919"/>
                  </a:moveTo>
                  <a:lnTo>
                    <a:pt x="1007" y="17063"/>
                  </a:lnTo>
                  <a:lnTo>
                    <a:pt x="0" y="17063"/>
                  </a:lnTo>
                  <a:lnTo>
                    <a:pt x="0" y="16919"/>
                  </a:lnTo>
                  <a:close/>
                  <a:moveTo>
                    <a:pt x="33988" y="16919"/>
                  </a:moveTo>
                  <a:lnTo>
                    <a:pt x="33988" y="17063"/>
                  </a:lnTo>
                  <a:lnTo>
                    <a:pt x="32981" y="17063"/>
                  </a:lnTo>
                  <a:lnTo>
                    <a:pt x="32981" y="16919"/>
                  </a:lnTo>
                  <a:close/>
                  <a:moveTo>
                    <a:pt x="1065" y="18312"/>
                  </a:moveTo>
                  <a:lnTo>
                    <a:pt x="1082" y="18456"/>
                  </a:lnTo>
                  <a:lnTo>
                    <a:pt x="81" y="18542"/>
                  </a:lnTo>
                  <a:lnTo>
                    <a:pt x="64" y="18398"/>
                  </a:lnTo>
                  <a:close/>
                  <a:moveTo>
                    <a:pt x="33919" y="15435"/>
                  </a:moveTo>
                  <a:lnTo>
                    <a:pt x="33931" y="15579"/>
                  </a:lnTo>
                  <a:lnTo>
                    <a:pt x="32935" y="15665"/>
                  </a:lnTo>
                  <a:lnTo>
                    <a:pt x="32918" y="15521"/>
                  </a:lnTo>
                  <a:close/>
                  <a:moveTo>
                    <a:pt x="1238" y="19693"/>
                  </a:moveTo>
                  <a:lnTo>
                    <a:pt x="1261" y="19831"/>
                  </a:lnTo>
                  <a:lnTo>
                    <a:pt x="265" y="20004"/>
                  </a:lnTo>
                  <a:lnTo>
                    <a:pt x="242" y="19866"/>
                  </a:lnTo>
                  <a:close/>
                  <a:moveTo>
                    <a:pt x="33718" y="13967"/>
                  </a:moveTo>
                  <a:lnTo>
                    <a:pt x="33741" y="14105"/>
                  </a:lnTo>
                  <a:lnTo>
                    <a:pt x="32745" y="14278"/>
                  </a:lnTo>
                  <a:lnTo>
                    <a:pt x="32722" y="14140"/>
                  </a:lnTo>
                  <a:close/>
                  <a:moveTo>
                    <a:pt x="1531" y="21063"/>
                  </a:moveTo>
                  <a:lnTo>
                    <a:pt x="1571" y="21195"/>
                  </a:lnTo>
                  <a:lnTo>
                    <a:pt x="599" y="21454"/>
                  </a:lnTo>
                  <a:lnTo>
                    <a:pt x="564" y="21322"/>
                  </a:lnTo>
                  <a:close/>
                  <a:moveTo>
                    <a:pt x="33396" y="12523"/>
                  </a:moveTo>
                  <a:lnTo>
                    <a:pt x="33430" y="12661"/>
                  </a:lnTo>
                  <a:lnTo>
                    <a:pt x="32458" y="12920"/>
                  </a:lnTo>
                  <a:lnTo>
                    <a:pt x="32423" y="12782"/>
                  </a:lnTo>
                  <a:close/>
                  <a:moveTo>
                    <a:pt x="1951" y="22392"/>
                  </a:moveTo>
                  <a:lnTo>
                    <a:pt x="2003" y="22530"/>
                  </a:lnTo>
                  <a:lnTo>
                    <a:pt x="1059" y="22876"/>
                  </a:lnTo>
                  <a:lnTo>
                    <a:pt x="1007" y="22738"/>
                  </a:lnTo>
                  <a:close/>
                  <a:moveTo>
                    <a:pt x="32941" y="11113"/>
                  </a:moveTo>
                  <a:lnTo>
                    <a:pt x="32993" y="11251"/>
                  </a:lnTo>
                  <a:lnTo>
                    <a:pt x="32049" y="11596"/>
                  </a:lnTo>
                  <a:lnTo>
                    <a:pt x="31997" y="11458"/>
                  </a:lnTo>
                  <a:close/>
                  <a:moveTo>
                    <a:pt x="2475" y="23681"/>
                  </a:moveTo>
                  <a:lnTo>
                    <a:pt x="2532" y="23808"/>
                  </a:lnTo>
                  <a:lnTo>
                    <a:pt x="1617" y="24234"/>
                  </a:lnTo>
                  <a:lnTo>
                    <a:pt x="1560" y="24101"/>
                  </a:lnTo>
                  <a:close/>
                  <a:moveTo>
                    <a:pt x="32365" y="9743"/>
                  </a:moveTo>
                  <a:lnTo>
                    <a:pt x="32423" y="9876"/>
                  </a:lnTo>
                  <a:lnTo>
                    <a:pt x="31508" y="10301"/>
                  </a:lnTo>
                  <a:lnTo>
                    <a:pt x="31450" y="10169"/>
                  </a:lnTo>
                  <a:close/>
                  <a:moveTo>
                    <a:pt x="3114" y="24919"/>
                  </a:moveTo>
                  <a:lnTo>
                    <a:pt x="3189" y="25040"/>
                  </a:lnTo>
                  <a:lnTo>
                    <a:pt x="2314" y="25540"/>
                  </a:lnTo>
                  <a:lnTo>
                    <a:pt x="2245" y="25419"/>
                  </a:lnTo>
                  <a:close/>
                  <a:moveTo>
                    <a:pt x="31675" y="8431"/>
                  </a:moveTo>
                  <a:lnTo>
                    <a:pt x="31744" y="8552"/>
                  </a:lnTo>
                  <a:lnTo>
                    <a:pt x="30875" y="9053"/>
                  </a:lnTo>
                  <a:lnTo>
                    <a:pt x="30806" y="8932"/>
                  </a:lnTo>
                  <a:close/>
                  <a:moveTo>
                    <a:pt x="3862" y="26098"/>
                  </a:moveTo>
                  <a:lnTo>
                    <a:pt x="3942" y="26213"/>
                  </a:lnTo>
                  <a:lnTo>
                    <a:pt x="3125" y="26789"/>
                  </a:lnTo>
                  <a:lnTo>
                    <a:pt x="3045" y="26674"/>
                  </a:lnTo>
                  <a:close/>
                  <a:moveTo>
                    <a:pt x="30875" y="7182"/>
                  </a:moveTo>
                  <a:lnTo>
                    <a:pt x="30956" y="7297"/>
                  </a:lnTo>
                  <a:lnTo>
                    <a:pt x="30133" y="7873"/>
                  </a:lnTo>
                  <a:lnTo>
                    <a:pt x="30058" y="7758"/>
                  </a:lnTo>
                  <a:close/>
                  <a:moveTo>
                    <a:pt x="4708" y="27209"/>
                  </a:moveTo>
                  <a:lnTo>
                    <a:pt x="4800" y="27318"/>
                  </a:lnTo>
                  <a:lnTo>
                    <a:pt x="4029" y="27969"/>
                  </a:lnTo>
                  <a:lnTo>
                    <a:pt x="3937" y="27859"/>
                  </a:lnTo>
                  <a:close/>
                  <a:moveTo>
                    <a:pt x="29971" y="6014"/>
                  </a:moveTo>
                  <a:lnTo>
                    <a:pt x="30064" y="6118"/>
                  </a:lnTo>
                  <a:lnTo>
                    <a:pt x="29292" y="6768"/>
                  </a:lnTo>
                  <a:lnTo>
                    <a:pt x="29200" y="6659"/>
                  </a:lnTo>
                  <a:close/>
                  <a:moveTo>
                    <a:pt x="5640" y="28239"/>
                  </a:moveTo>
                  <a:lnTo>
                    <a:pt x="5744" y="28343"/>
                  </a:lnTo>
                  <a:lnTo>
                    <a:pt x="5030" y="29051"/>
                  </a:lnTo>
                  <a:lnTo>
                    <a:pt x="4926" y="28953"/>
                  </a:lnTo>
                  <a:close/>
                  <a:moveTo>
                    <a:pt x="28964" y="4926"/>
                  </a:moveTo>
                  <a:lnTo>
                    <a:pt x="29062" y="5024"/>
                  </a:lnTo>
                  <a:lnTo>
                    <a:pt x="28349" y="5738"/>
                  </a:lnTo>
                  <a:lnTo>
                    <a:pt x="28251" y="5640"/>
                  </a:lnTo>
                  <a:close/>
                  <a:moveTo>
                    <a:pt x="6670" y="29189"/>
                  </a:moveTo>
                  <a:lnTo>
                    <a:pt x="6780" y="29281"/>
                  </a:lnTo>
                  <a:lnTo>
                    <a:pt x="6129" y="30052"/>
                  </a:lnTo>
                  <a:lnTo>
                    <a:pt x="6020" y="29960"/>
                  </a:lnTo>
                  <a:close/>
                  <a:moveTo>
                    <a:pt x="27859" y="3925"/>
                  </a:moveTo>
                  <a:lnTo>
                    <a:pt x="27969" y="4017"/>
                  </a:lnTo>
                  <a:lnTo>
                    <a:pt x="27324" y="4788"/>
                  </a:lnTo>
                  <a:lnTo>
                    <a:pt x="27215" y="4696"/>
                  </a:lnTo>
                  <a:close/>
                  <a:moveTo>
                    <a:pt x="7769" y="30046"/>
                  </a:moveTo>
                  <a:lnTo>
                    <a:pt x="7884" y="30121"/>
                  </a:lnTo>
                  <a:lnTo>
                    <a:pt x="7309" y="30944"/>
                  </a:lnTo>
                  <a:lnTo>
                    <a:pt x="7194" y="30863"/>
                  </a:lnTo>
                  <a:close/>
                  <a:moveTo>
                    <a:pt x="26680" y="3027"/>
                  </a:moveTo>
                  <a:lnTo>
                    <a:pt x="26795" y="3108"/>
                  </a:lnTo>
                  <a:lnTo>
                    <a:pt x="26219" y="3925"/>
                  </a:lnTo>
                  <a:lnTo>
                    <a:pt x="26104" y="3844"/>
                  </a:lnTo>
                  <a:close/>
                  <a:moveTo>
                    <a:pt x="8943" y="30800"/>
                  </a:moveTo>
                  <a:lnTo>
                    <a:pt x="9064" y="30875"/>
                  </a:lnTo>
                  <a:lnTo>
                    <a:pt x="8564" y="31744"/>
                  </a:lnTo>
                  <a:lnTo>
                    <a:pt x="8437" y="31669"/>
                  </a:lnTo>
                  <a:close/>
                  <a:moveTo>
                    <a:pt x="25431" y="2233"/>
                  </a:moveTo>
                  <a:lnTo>
                    <a:pt x="25552" y="2308"/>
                  </a:lnTo>
                  <a:lnTo>
                    <a:pt x="25051" y="3177"/>
                  </a:lnTo>
                  <a:lnTo>
                    <a:pt x="24925" y="3108"/>
                  </a:lnTo>
                  <a:close/>
                  <a:moveTo>
                    <a:pt x="10175" y="31450"/>
                  </a:moveTo>
                  <a:lnTo>
                    <a:pt x="10302" y="31508"/>
                  </a:lnTo>
                  <a:lnTo>
                    <a:pt x="9876" y="32417"/>
                  </a:lnTo>
                  <a:lnTo>
                    <a:pt x="9749" y="32360"/>
                  </a:lnTo>
                  <a:close/>
                  <a:moveTo>
                    <a:pt x="24113" y="1560"/>
                  </a:moveTo>
                  <a:lnTo>
                    <a:pt x="24240" y="1617"/>
                  </a:lnTo>
                  <a:lnTo>
                    <a:pt x="23820" y="2532"/>
                  </a:lnTo>
                  <a:lnTo>
                    <a:pt x="23687" y="2475"/>
                  </a:lnTo>
                  <a:close/>
                  <a:moveTo>
                    <a:pt x="11458" y="31986"/>
                  </a:moveTo>
                  <a:lnTo>
                    <a:pt x="11596" y="32037"/>
                  </a:lnTo>
                  <a:lnTo>
                    <a:pt x="11251" y="32981"/>
                  </a:lnTo>
                  <a:lnTo>
                    <a:pt x="11113" y="32929"/>
                  </a:lnTo>
                  <a:close/>
                  <a:moveTo>
                    <a:pt x="22738" y="996"/>
                  </a:moveTo>
                  <a:lnTo>
                    <a:pt x="22876" y="1048"/>
                  </a:lnTo>
                  <a:lnTo>
                    <a:pt x="22531" y="1991"/>
                  </a:lnTo>
                  <a:lnTo>
                    <a:pt x="22392" y="1940"/>
                  </a:lnTo>
                  <a:close/>
                  <a:moveTo>
                    <a:pt x="12793" y="32411"/>
                  </a:moveTo>
                  <a:lnTo>
                    <a:pt x="12926" y="32446"/>
                  </a:lnTo>
                  <a:lnTo>
                    <a:pt x="12667" y="33419"/>
                  </a:lnTo>
                  <a:lnTo>
                    <a:pt x="12534" y="33384"/>
                  </a:lnTo>
                  <a:close/>
                  <a:moveTo>
                    <a:pt x="21322" y="558"/>
                  </a:moveTo>
                  <a:lnTo>
                    <a:pt x="21460" y="593"/>
                  </a:lnTo>
                  <a:lnTo>
                    <a:pt x="21201" y="1566"/>
                  </a:lnTo>
                  <a:lnTo>
                    <a:pt x="21063" y="1531"/>
                  </a:lnTo>
                  <a:close/>
                  <a:moveTo>
                    <a:pt x="14151" y="32722"/>
                  </a:moveTo>
                  <a:lnTo>
                    <a:pt x="14284" y="32745"/>
                  </a:lnTo>
                  <a:lnTo>
                    <a:pt x="14117" y="33735"/>
                  </a:lnTo>
                  <a:lnTo>
                    <a:pt x="13979" y="33712"/>
                  </a:lnTo>
                  <a:close/>
                  <a:moveTo>
                    <a:pt x="19878" y="242"/>
                  </a:moveTo>
                  <a:lnTo>
                    <a:pt x="20016" y="265"/>
                  </a:lnTo>
                  <a:lnTo>
                    <a:pt x="19843" y="1255"/>
                  </a:lnTo>
                  <a:lnTo>
                    <a:pt x="19705" y="1238"/>
                  </a:lnTo>
                  <a:close/>
                  <a:moveTo>
                    <a:pt x="15533" y="32906"/>
                  </a:moveTo>
                  <a:lnTo>
                    <a:pt x="15677" y="32924"/>
                  </a:lnTo>
                  <a:lnTo>
                    <a:pt x="15590" y="33925"/>
                  </a:lnTo>
                  <a:lnTo>
                    <a:pt x="15446" y="33908"/>
                  </a:lnTo>
                  <a:close/>
                  <a:moveTo>
                    <a:pt x="18410" y="58"/>
                  </a:moveTo>
                  <a:lnTo>
                    <a:pt x="18554" y="69"/>
                  </a:lnTo>
                  <a:lnTo>
                    <a:pt x="18468" y="1071"/>
                  </a:lnTo>
                  <a:lnTo>
                    <a:pt x="18324" y="1053"/>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69" name="Google Shape;1669;p64"/>
            <p:cNvSpPr/>
            <p:nvPr/>
          </p:nvSpPr>
          <p:spPr>
            <a:xfrm>
              <a:off x="1438244" y="2532165"/>
              <a:ext cx="1668543" cy="1667239"/>
            </a:xfrm>
            <a:custGeom>
              <a:avLst/>
              <a:gdLst/>
              <a:ahLst/>
              <a:cxnLst/>
              <a:rect l="l" t="t" r="r" b="b"/>
              <a:pathLst>
                <a:path w="35929" h="35899" extrusionOk="0">
                  <a:moveTo>
                    <a:pt x="2297" y="13167"/>
                  </a:moveTo>
                  <a:lnTo>
                    <a:pt x="766" y="12770"/>
                  </a:lnTo>
                  <a:cubicBezTo>
                    <a:pt x="2924" y="5611"/>
                    <a:pt x="9439" y="328"/>
                    <a:pt x="17225" y="0"/>
                  </a:cubicBezTo>
                  <a:lnTo>
                    <a:pt x="17225" y="1583"/>
                  </a:lnTo>
                  <a:cubicBezTo>
                    <a:pt x="10181" y="1899"/>
                    <a:pt x="4282" y="6687"/>
                    <a:pt x="2297" y="13167"/>
                  </a:cubicBezTo>
                  <a:close/>
                  <a:moveTo>
                    <a:pt x="34351" y="17950"/>
                  </a:moveTo>
                  <a:cubicBezTo>
                    <a:pt x="34351" y="20453"/>
                    <a:pt x="33793" y="22830"/>
                    <a:pt x="32775" y="24947"/>
                  </a:cubicBezTo>
                  <a:lnTo>
                    <a:pt x="34173" y="25690"/>
                  </a:lnTo>
                  <a:cubicBezTo>
                    <a:pt x="35295" y="23348"/>
                    <a:pt x="35928" y="20718"/>
                    <a:pt x="35928" y="17950"/>
                  </a:cubicBezTo>
                  <a:cubicBezTo>
                    <a:pt x="35928" y="14376"/>
                    <a:pt x="34875" y="11044"/>
                    <a:pt x="33074" y="8247"/>
                  </a:cubicBezTo>
                  <a:lnTo>
                    <a:pt x="31779" y="9150"/>
                  </a:lnTo>
                  <a:cubicBezTo>
                    <a:pt x="33408" y="11694"/>
                    <a:pt x="34351" y="14715"/>
                    <a:pt x="34351" y="17950"/>
                  </a:cubicBezTo>
                  <a:close/>
                  <a:moveTo>
                    <a:pt x="30927" y="7936"/>
                  </a:moveTo>
                  <a:lnTo>
                    <a:pt x="32222" y="7033"/>
                  </a:lnTo>
                  <a:cubicBezTo>
                    <a:pt x="29080" y="2935"/>
                    <a:pt x="24211" y="230"/>
                    <a:pt x="18715" y="0"/>
                  </a:cubicBezTo>
                  <a:lnTo>
                    <a:pt x="18715" y="1583"/>
                  </a:lnTo>
                  <a:cubicBezTo>
                    <a:pt x="23676" y="1807"/>
                    <a:pt x="28073" y="4247"/>
                    <a:pt x="30927" y="7936"/>
                  </a:cubicBezTo>
                  <a:close/>
                  <a:moveTo>
                    <a:pt x="1583" y="17950"/>
                  </a:moveTo>
                  <a:cubicBezTo>
                    <a:pt x="1583" y="16804"/>
                    <a:pt x="1704" y="15682"/>
                    <a:pt x="1929" y="14606"/>
                  </a:cubicBezTo>
                  <a:lnTo>
                    <a:pt x="398" y="14209"/>
                  </a:lnTo>
                  <a:cubicBezTo>
                    <a:pt x="139" y="15417"/>
                    <a:pt x="1" y="16672"/>
                    <a:pt x="1" y="17950"/>
                  </a:cubicBezTo>
                  <a:cubicBezTo>
                    <a:pt x="1" y="27606"/>
                    <a:pt x="7666" y="35502"/>
                    <a:pt x="17225" y="35899"/>
                  </a:cubicBezTo>
                  <a:lnTo>
                    <a:pt x="17225" y="34316"/>
                  </a:lnTo>
                  <a:cubicBezTo>
                    <a:pt x="8535" y="33925"/>
                    <a:pt x="1583" y="26731"/>
                    <a:pt x="1583" y="17950"/>
                  </a:cubicBezTo>
                  <a:close/>
                  <a:moveTo>
                    <a:pt x="32084" y="26259"/>
                  </a:moveTo>
                  <a:cubicBezTo>
                    <a:pt x="29350" y="30886"/>
                    <a:pt x="24401" y="34057"/>
                    <a:pt x="18715" y="34316"/>
                  </a:cubicBezTo>
                  <a:lnTo>
                    <a:pt x="18715" y="35899"/>
                  </a:lnTo>
                  <a:cubicBezTo>
                    <a:pt x="25006" y="35640"/>
                    <a:pt x="30484" y="32129"/>
                    <a:pt x="33482" y="2700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0" name="Google Shape;1670;p64"/>
            <p:cNvSpPr/>
            <p:nvPr/>
          </p:nvSpPr>
          <p:spPr>
            <a:xfrm>
              <a:off x="1112177" y="2261409"/>
              <a:ext cx="2299802" cy="2296396"/>
            </a:xfrm>
            <a:custGeom>
              <a:avLst/>
              <a:gdLst/>
              <a:ahLst/>
              <a:cxnLst/>
              <a:rect l="l" t="t" r="r" b="b"/>
              <a:pathLst>
                <a:path w="49522" h="49446" extrusionOk="0">
                  <a:moveTo>
                    <a:pt x="6688" y="34604"/>
                  </a:moveTo>
                  <a:lnTo>
                    <a:pt x="4973" y="35727"/>
                  </a:lnTo>
                  <a:cubicBezTo>
                    <a:pt x="1" y="27388"/>
                    <a:pt x="645" y="16517"/>
                    <a:pt x="7143" y="8782"/>
                  </a:cubicBezTo>
                  <a:lnTo>
                    <a:pt x="8656" y="10164"/>
                  </a:lnTo>
                  <a:cubicBezTo>
                    <a:pt x="2792" y="17190"/>
                    <a:pt x="2217" y="27031"/>
                    <a:pt x="6688" y="34604"/>
                  </a:cubicBezTo>
                  <a:close/>
                  <a:moveTo>
                    <a:pt x="39329" y="8086"/>
                  </a:moveTo>
                  <a:cubicBezTo>
                    <a:pt x="41723" y="10279"/>
                    <a:pt x="43507" y="12891"/>
                    <a:pt x="44658" y="15717"/>
                  </a:cubicBezTo>
                  <a:lnTo>
                    <a:pt x="46586" y="15026"/>
                  </a:lnTo>
                  <a:cubicBezTo>
                    <a:pt x="45332" y="11896"/>
                    <a:pt x="43364" y="8995"/>
                    <a:pt x="40711" y="6573"/>
                  </a:cubicBezTo>
                  <a:cubicBezTo>
                    <a:pt x="37286" y="3442"/>
                    <a:pt x="33172" y="1531"/>
                    <a:pt x="28913" y="812"/>
                  </a:cubicBezTo>
                  <a:lnTo>
                    <a:pt x="28654" y="2849"/>
                  </a:lnTo>
                  <a:cubicBezTo>
                    <a:pt x="32510" y="3511"/>
                    <a:pt x="36228" y="5249"/>
                    <a:pt x="39329" y="8086"/>
                  </a:cubicBezTo>
                  <a:close/>
                  <a:moveTo>
                    <a:pt x="26738" y="2602"/>
                  </a:moveTo>
                  <a:lnTo>
                    <a:pt x="27003" y="565"/>
                  </a:lnTo>
                  <a:cubicBezTo>
                    <a:pt x="20327" y="1"/>
                    <a:pt x="13467" y="2291"/>
                    <a:pt x="8449" y="7355"/>
                  </a:cubicBezTo>
                  <a:lnTo>
                    <a:pt x="9957" y="8736"/>
                  </a:lnTo>
                  <a:cubicBezTo>
                    <a:pt x="14520" y="4184"/>
                    <a:pt x="20707" y="2107"/>
                    <a:pt x="26738" y="2602"/>
                  </a:cubicBezTo>
                  <a:close/>
                  <a:moveTo>
                    <a:pt x="10647" y="39479"/>
                  </a:moveTo>
                  <a:cubicBezTo>
                    <a:pt x="9548" y="38472"/>
                    <a:pt x="8587" y="37378"/>
                    <a:pt x="7741" y="36216"/>
                  </a:cubicBezTo>
                  <a:lnTo>
                    <a:pt x="6032" y="37338"/>
                  </a:lnTo>
                  <a:cubicBezTo>
                    <a:pt x="6964" y="38638"/>
                    <a:pt x="8046" y="39864"/>
                    <a:pt x="9266" y="40992"/>
                  </a:cubicBezTo>
                  <a:cubicBezTo>
                    <a:pt x="18520" y="49446"/>
                    <a:pt x="32792" y="49020"/>
                    <a:pt x="41539" y="40204"/>
                  </a:cubicBezTo>
                  <a:lnTo>
                    <a:pt x="40026" y="38823"/>
                  </a:lnTo>
                  <a:cubicBezTo>
                    <a:pt x="32044" y="46799"/>
                    <a:pt x="19067" y="47167"/>
                    <a:pt x="10647" y="39479"/>
                  </a:cubicBezTo>
                  <a:close/>
                  <a:moveTo>
                    <a:pt x="45309" y="17530"/>
                  </a:moveTo>
                  <a:cubicBezTo>
                    <a:pt x="47352" y="24200"/>
                    <a:pt x="46057" y="31715"/>
                    <a:pt x="41321" y="37390"/>
                  </a:cubicBezTo>
                  <a:lnTo>
                    <a:pt x="42834" y="38771"/>
                  </a:lnTo>
                  <a:cubicBezTo>
                    <a:pt x="48100" y="32515"/>
                    <a:pt x="49521" y="24200"/>
                    <a:pt x="47237" y="1683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1" name="Google Shape;1671;p64"/>
            <p:cNvSpPr/>
            <p:nvPr/>
          </p:nvSpPr>
          <p:spPr>
            <a:xfrm>
              <a:off x="1078275" y="2139824"/>
              <a:ext cx="2474788" cy="2468790"/>
            </a:xfrm>
            <a:custGeom>
              <a:avLst/>
              <a:gdLst/>
              <a:ahLst/>
              <a:cxnLst/>
              <a:rect l="l" t="t" r="r" b="b"/>
              <a:pathLst>
                <a:path w="53290" h="53158" extrusionOk="0">
                  <a:moveTo>
                    <a:pt x="45751" y="37729"/>
                  </a:moveTo>
                  <a:lnTo>
                    <a:pt x="47731" y="38730"/>
                  </a:lnTo>
                  <a:cubicBezTo>
                    <a:pt x="42592" y="47892"/>
                    <a:pt x="32049" y="53157"/>
                    <a:pt x="21276" y="51230"/>
                  </a:cubicBezTo>
                  <a:lnTo>
                    <a:pt x="21759" y="49066"/>
                  </a:lnTo>
                  <a:cubicBezTo>
                    <a:pt x="31519" y="50775"/>
                    <a:pt x="41066" y="46010"/>
                    <a:pt x="45751" y="37729"/>
                  </a:cubicBezTo>
                  <a:close/>
                  <a:moveTo>
                    <a:pt x="3252" y="21420"/>
                  </a:moveTo>
                  <a:cubicBezTo>
                    <a:pt x="4011" y="17990"/>
                    <a:pt x="5507" y="14905"/>
                    <a:pt x="7533" y="12298"/>
                  </a:cubicBezTo>
                  <a:lnTo>
                    <a:pt x="5841" y="10859"/>
                  </a:lnTo>
                  <a:cubicBezTo>
                    <a:pt x="3591" y="13731"/>
                    <a:pt x="1928" y="17138"/>
                    <a:pt x="1088" y="20936"/>
                  </a:cubicBezTo>
                  <a:cubicBezTo>
                    <a:pt x="0" y="25839"/>
                    <a:pt x="426" y="30731"/>
                    <a:pt x="2049" y="35116"/>
                  </a:cubicBezTo>
                  <a:lnTo>
                    <a:pt x="4097" y="34270"/>
                  </a:lnTo>
                  <a:cubicBezTo>
                    <a:pt x="2647" y="30282"/>
                    <a:pt x="2273" y="25851"/>
                    <a:pt x="3252" y="21420"/>
                  </a:cubicBezTo>
                  <a:close/>
                  <a:moveTo>
                    <a:pt x="4903" y="36186"/>
                  </a:moveTo>
                  <a:lnTo>
                    <a:pt x="2854" y="37038"/>
                  </a:lnTo>
                  <a:cubicBezTo>
                    <a:pt x="5928" y="43604"/>
                    <a:pt x="11774" y="48801"/>
                    <a:pt x="19244" y="50775"/>
                  </a:cubicBezTo>
                  <a:lnTo>
                    <a:pt x="19722" y="48611"/>
                  </a:lnTo>
                  <a:cubicBezTo>
                    <a:pt x="12989" y="46798"/>
                    <a:pt x="7706" y="42114"/>
                    <a:pt x="4903" y="36186"/>
                  </a:cubicBezTo>
                  <a:close/>
                  <a:moveTo>
                    <a:pt x="48191" y="31375"/>
                  </a:moveTo>
                  <a:cubicBezTo>
                    <a:pt x="47846" y="32952"/>
                    <a:pt x="47333" y="34449"/>
                    <a:pt x="46700" y="35864"/>
                  </a:cubicBezTo>
                  <a:lnTo>
                    <a:pt x="48674" y="36866"/>
                  </a:lnTo>
                  <a:cubicBezTo>
                    <a:pt x="49394" y="35289"/>
                    <a:pt x="49963" y="33614"/>
                    <a:pt x="50355" y="31853"/>
                  </a:cubicBezTo>
                  <a:cubicBezTo>
                    <a:pt x="53290" y="18605"/>
                    <a:pt x="45187" y="5450"/>
                    <a:pt x="32198" y="2003"/>
                  </a:cubicBezTo>
                  <a:lnTo>
                    <a:pt x="31715" y="4167"/>
                  </a:lnTo>
                  <a:cubicBezTo>
                    <a:pt x="43512" y="7355"/>
                    <a:pt x="50855" y="19336"/>
                    <a:pt x="48191" y="31375"/>
                  </a:cubicBezTo>
                  <a:close/>
                  <a:moveTo>
                    <a:pt x="8891" y="10710"/>
                  </a:moveTo>
                  <a:cubicBezTo>
                    <a:pt x="14048" y="5191"/>
                    <a:pt x="21794" y="2342"/>
                    <a:pt x="29678" y="3724"/>
                  </a:cubicBezTo>
                  <a:lnTo>
                    <a:pt x="30161" y="1560"/>
                  </a:lnTo>
                  <a:cubicBezTo>
                    <a:pt x="21448" y="0"/>
                    <a:pt x="12885" y="3154"/>
                    <a:pt x="7205" y="927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2" name="Google Shape;1672;p64"/>
            <p:cNvSpPr/>
            <p:nvPr/>
          </p:nvSpPr>
          <p:spPr>
            <a:xfrm>
              <a:off x="1557459" y="2650266"/>
              <a:ext cx="1430677" cy="1430754"/>
            </a:xfrm>
            <a:custGeom>
              <a:avLst/>
              <a:gdLst/>
              <a:ahLst/>
              <a:cxnLst/>
              <a:rect l="l" t="t" r="r" b="b"/>
              <a:pathLst>
                <a:path w="30807" h="30807" fill="none" extrusionOk="0">
                  <a:moveTo>
                    <a:pt x="25327" y="5479"/>
                  </a:moveTo>
                  <a:cubicBezTo>
                    <a:pt x="30806" y="10958"/>
                    <a:pt x="30806" y="19849"/>
                    <a:pt x="25327" y="25328"/>
                  </a:cubicBezTo>
                  <a:cubicBezTo>
                    <a:pt x="19849" y="30806"/>
                    <a:pt x="10958" y="30806"/>
                    <a:pt x="5479" y="25328"/>
                  </a:cubicBezTo>
                  <a:cubicBezTo>
                    <a:pt x="0" y="19849"/>
                    <a:pt x="0" y="10958"/>
                    <a:pt x="5479" y="5479"/>
                  </a:cubicBezTo>
                  <a:cubicBezTo>
                    <a:pt x="10958" y="1"/>
                    <a:pt x="19849" y="1"/>
                    <a:pt x="25327" y="5479"/>
                  </a:cubicBezTo>
                  <a:close/>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3" name="Google Shape;1673;p64"/>
            <p:cNvSpPr/>
            <p:nvPr/>
          </p:nvSpPr>
          <p:spPr>
            <a:xfrm>
              <a:off x="1621084" y="3202738"/>
              <a:ext cx="1303710" cy="326073"/>
            </a:xfrm>
            <a:custGeom>
              <a:avLst/>
              <a:gdLst/>
              <a:ahLst/>
              <a:cxnLst/>
              <a:rect l="l" t="t" r="r" b="b"/>
              <a:pathLst>
                <a:path w="28073" h="7021" fill="none" extrusionOk="0">
                  <a:moveTo>
                    <a:pt x="28072" y="3511"/>
                  </a:moveTo>
                  <a:cubicBezTo>
                    <a:pt x="28072" y="5450"/>
                    <a:pt x="21788" y="7021"/>
                    <a:pt x="14036" y="7021"/>
                  </a:cubicBezTo>
                  <a:cubicBezTo>
                    <a:pt x="6284" y="7021"/>
                    <a:pt x="0" y="5450"/>
                    <a:pt x="0" y="3511"/>
                  </a:cubicBezTo>
                  <a:cubicBezTo>
                    <a:pt x="0" y="1571"/>
                    <a:pt x="6284" y="0"/>
                    <a:pt x="14036" y="0"/>
                  </a:cubicBezTo>
                  <a:cubicBezTo>
                    <a:pt x="21788" y="0"/>
                    <a:pt x="28072" y="1571"/>
                    <a:pt x="28072" y="3511"/>
                  </a:cubicBez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4" name="Google Shape;1674;p64"/>
            <p:cNvSpPr/>
            <p:nvPr/>
          </p:nvSpPr>
          <p:spPr>
            <a:xfrm>
              <a:off x="2915133" y="3475072"/>
              <a:ext cx="46" cy="46"/>
            </a:xfrm>
            <a:custGeom>
              <a:avLst/>
              <a:gdLst/>
              <a:ahLst/>
              <a:cxnLst/>
              <a:rect l="l" t="t" r="r" b="b"/>
              <a:pathLst>
                <a:path w="1" h="1" fill="none" extrusionOk="0">
                  <a:moveTo>
                    <a:pt x="1" y="0"/>
                  </a:moveTo>
                  <a:lnTo>
                    <a:pt x="1"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5" name="Google Shape;1675;p64"/>
            <p:cNvSpPr/>
            <p:nvPr/>
          </p:nvSpPr>
          <p:spPr>
            <a:xfrm>
              <a:off x="1638175" y="3493788"/>
              <a:ext cx="1272688" cy="141928"/>
            </a:xfrm>
            <a:custGeom>
              <a:avLst/>
              <a:gdLst/>
              <a:ahLst/>
              <a:cxnLst/>
              <a:rect l="l" t="t" r="r" b="b"/>
              <a:pathLst>
                <a:path w="27405" h="3056" fill="none" extrusionOk="0">
                  <a:moveTo>
                    <a:pt x="27405" y="0"/>
                  </a:moveTo>
                  <a:cubicBezTo>
                    <a:pt x="27244" y="351"/>
                    <a:pt x="26875" y="685"/>
                    <a:pt x="26329" y="990"/>
                  </a:cubicBezTo>
                  <a:cubicBezTo>
                    <a:pt x="24182" y="2210"/>
                    <a:pt x="19319" y="3056"/>
                    <a:pt x="13662" y="3056"/>
                  </a:cubicBezTo>
                  <a:cubicBezTo>
                    <a:pt x="6774" y="3056"/>
                    <a:pt x="1071" y="1796"/>
                    <a:pt x="0" y="155"/>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6" name="Google Shape;1676;p64"/>
            <p:cNvSpPr/>
            <p:nvPr/>
          </p:nvSpPr>
          <p:spPr>
            <a:xfrm>
              <a:off x="1633902" y="349244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7" name="Google Shape;1677;p64"/>
            <p:cNvSpPr/>
            <p:nvPr/>
          </p:nvSpPr>
          <p:spPr>
            <a:xfrm>
              <a:off x="1663578" y="3423476"/>
              <a:ext cx="46" cy="46"/>
            </a:xfrm>
            <a:custGeom>
              <a:avLst/>
              <a:gdLst/>
              <a:ahLst/>
              <a:cxnLst/>
              <a:rect l="l" t="t" r="r" b="b"/>
              <a:pathLst>
                <a:path w="1" h="1" fill="none" extrusionOk="0">
                  <a:moveTo>
                    <a:pt x="0" y="1"/>
                  </a:moveTo>
                  <a:lnTo>
                    <a:pt x="0"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8" name="Google Shape;1678;p64"/>
            <p:cNvSpPr/>
            <p:nvPr/>
          </p:nvSpPr>
          <p:spPr>
            <a:xfrm>
              <a:off x="1679601" y="3314430"/>
              <a:ext cx="1194390" cy="103753"/>
            </a:xfrm>
            <a:custGeom>
              <a:avLst/>
              <a:gdLst/>
              <a:ahLst/>
              <a:cxnLst/>
              <a:rect l="l" t="t" r="r" b="b"/>
              <a:pathLst>
                <a:path w="25719" h="2234" fill="none" extrusionOk="0">
                  <a:moveTo>
                    <a:pt x="0" y="2118"/>
                  </a:moveTo>
                  <a:cubicBezTo>
                    <a:pt x="2095" y="875"/>
                    <a:pt x="7021" y="1"/>
                    <a:pt x="12770" y="1"/>
                  </a:cubicBezTo>
                  <a:cubicBezTo>
                    <a:pt x="18686" y="1"/>
                    <a:pt x="23739" y="927"/>
                    <a:pt x="25719" y="2233"/>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9" name="Google Shape;1679;p64"/>
            <p:cNvSpPr/>
            <p:nvPr/>
          </p:nvSpPr>
          <p:spPr>
            <a:xfrm>
              <a:off x="2881742" y="3423476"/>
              <a:ext cx="46" cy="46"/>
            </a:xfrm>
            <a:custGeom>
              <a:avLst/>
              <a:gdLst/>
              <a:ahLst/>
              <a:cxnLst/>
              <a:rect l="l" t="t" r="r" b="b"/>
              <a:pathLst>
                <a:path w="1" h="1" fill="none" extrusionOk="0">
                  <a:moveTo>
                    <a:pt x="1" y="1"/>
                  </a:moveTo>
                  <a:lnTo>
                    <a:pt x="1"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0" name="Google Shape;1680;p64"/>
            <p:cNvSpPr/>
            <p:nvPr/>
          </p:nvSpPr>
          <p:spPr>
            <a:xfrm>
              <a:off x="1814839" y="3481760"/>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1" name="Google Shape;1681;p64"/>
            <p:cNvSpPr/>
            <p:nvPr/>
          </p:nvSpPr>
          <p:spPr>
            <a:xfrm>
              <a:off x="1833555" y="3430674"/>
              <a:ext cx="887840" cy="48718"/>
            </a:xfrm>
            <a:custGeom>
              <a:avLst/>
              <a:gdLst/>
              <a:ahLst/>
              <a:cxnLst/>
              <a:rect l="l" t="t" r="r" b="b"/>
              <a:pathLst>
                <a:path w="19118" h="1049" fill="none" extrusionOk="0">
                  <a:moveTo>
                    <a:pt x="0" y="991"/>
                  </a:moveTo>
                  <a:cubicBezTo>
                    <a:pt x="2406" y="381"/>
                    <a:pt x="5755" y="1"/>
                    <a:pt x="9461" y="1"/>
                  </a:cubicBezTo>
                  <a:cubicBezTo>
                    <a:pt x="13271" y="1"/>
                    <a:pt x="16706" y="404"/>
                    <a:pt x="19118" y="1048"/>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2" name="Google Shape;1682;p64"/>
            <p:cNvSpPr/>
            <p:nvPr/>
          </p:nvSpPr>
          <p:spPr>
            <a:xfrm>
              <a:off x="2730481" y="3481760"/>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3" name="Google Shape;1683;p64"/>
            <p:cNvSpPr/>
            <p:nvPr/>
          </p:nvSpPr>
          <p:spPr>
            <a:xfrm>
              <a:off x="2874543" y="3614862"/>
              <a:ext cx="46" cy="0"/>
            </a:xfrm>
            <a:custGeom>
              <a:avLst/>
              <a:gdLst/>
              <a:ahLst/>
              <a:cxnLst/>
              <a:rect l="l" t="t" r="r" b="b"/>
              <a:pathLst>
                <a:path w="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4" name="Google Shape;1684;p64"/>
            <p:cNvSpPr/>
            <p:nvPr/>
          </p:nvSpPr>
          <p:spPr>
            <a:xfrm>
              <a:off x="1676118" y="3620714"/>
              <a:ext cx="1184777" cy="116849"/>
            </a:xfrm>
            <a:custGeom>
              <a:avLst/>
              <a:gdLst/>
              <a:ahLst/>
              <a:cxnLst/>
              <a:rect l="l" t="t" r="r" b="b"/>
              <a:pathLst>
                <a:path w="25512" h="2516" fill="none" extrusionOk="0">
                  <a:moveTo>
                    <a:pt x="25512" y="173"/>
                  </a:moveTo>
                  <a:cubicBezTo>
                    <a:pt x="23866" y="1531"/>
                    <a:pt x="18819" y="2515"/>
                    <a:pt x="12851" y="2515"/>
                  </a:cubicBezTo>
                  <a:cubicBezTo>
                    <a:pt x="6636" y="2515"/>
                    <a:pt x="1422" y="1445"/>
                    <a:pt x="1" y="1"/>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5" name="Google Shape;1685;p64"/>
            <p:cNvSpPr/>
            <p:nvPr/>
          </p:nvSpPr>
          <p:spPr>
            <a:xfrm>
              <a:off x="1669430" y="3613237"/>
              <a:ext cx="46" cy="46"/>
            </a:xfrm>
            <a:custGeom>
              <a:avLst/>
              <a:gdLst/>
              <a:ahLst/>
              <a:cxnLst/>
              <a:rect l="l" t="t" r="r" b="b"/>
              <a:pathLst>
                <a:path w="1" h="1" fill="none" extrusionOk="0">
                  <a:moveTo>
                    <a:pt x="1" y="0"/>
                  </a:moveTo>
                  <a:lnTo>
                    <a:pt x="1"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6" name="Google Shape;1686;p64"/>
            <p:cNvSpPr/>
            <p:nvPr/>
          </p:nvSpPr>
          <p:spPr>
            <a:xfrm>
              <a:off x="2814123" y="3729248"/>
              <a:ext cx="46" cy="46"/>
            </a:xfrm>
            <a:custGeom>
              <a:avLst/>
              <a:gdLst/>
              <a:ahLst/>
              <a:cxnLst/>
              <a:rect l="l" t="t" r="r" b="b"/>
              <a:pathLst>
                <a:path w="1" h="1" fill="none" extrusionOk="0">
                  <a:moveTo>
                    <a:pt x="1" y="0"/>
                  </a:moveTo>
                  <a:lnTo>
                    <a:pt x="1"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7" name="Google Shape;1687;p64"/>
            <p:cNvSpPr/>
            <p:nvPr/>
          </p:nvSpPr>
          <p:spPr>
            <a:xfrm>
              <a:off x="1735470" y="3732964"/>
              <a:ext cx="1063151" cy="100269"/>
            </a:xfrm>
            <a:custGeom>
              <a:avLst/>
              <a:gdLst/>
              <a:ahLst/>
              <a:cxnLst/>
              <a:rect l="l" t="t" r="r" b="b"/>
              <a:pathLst>
                <a:path w="22893" h="2159" fill="none" extrusionOk="0">
                  <a:moveTo>
                    <a:pt x="22893" y="179"/>
                  </a:moveTo>
                  <a:cubicBezTo>
                    <a:pt x="21212" y="1336"/>
                    <a:pt x="16770" y="2159"/>
                    <a:pt x="11567" y="2159"/>
                  </a:cubicBezTo>
                  <a:cubicBezTo>
                    <a:pt x="6089" y="2159"/>
                    <a:pt x="1468" y="1244"/>
                    <a:pt x="0" y="1"/>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8" name="Google Shape;1688;p64"/>
            <p:cNvSpPr/>
            <p:nvPr/>
          </p:nvSpPr>
          <p:spPr>
            <a:xfrm>
              <a:off x="1728225" y="3726276"/>
              <a:ext cx="46" cy="46"/>
            </a:xfrm>
            <a:custGeom>
              <a:avLst/>
              <a:gdLst/>
              <a:ahLst/>
              <a:cxnLst/>
              <a:rect l="l" t="t" r="r" b="b"/>
              <a:pathLst>
                <a:path w="1" h="1" fill="none" extrusionOk="0">
                  <a:moveTo>
                    <a:pt x="1" y="1"/>
                  </a:moveTo>
                  <a:lnTo>
                    <a:pt x="1"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9" name="Google Shape;1689;p64"/>
            <p:cNvSpPr/>
            <p:nvPr/>
          </p:nvSpPr>
          <p:spPr>
            <a:xfrm>
              <a:off x="2723004" y="3836111"/>
              <a:ext cx="46" cy="46"/>
            </a:xfrm>
            <a:custGeom>
              <a:avLst/>
              <a:gdLst/>
              <a:ahLst/>
              <a:cxnLst/>
              <a:rect l="l" t="t" r="r" b="b"/>
              <a:pathLst>
                <a:path w="1" h="1" fill="none" extrusionOk="0">
                  <a:moveTo>
                    <a:pt x="0" y="1"/>
                  </a:moveTo>
                  <a:lnTo>
                    <a:pt x="0"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0" name="Google Shape;1690;p64"/>
            <p:cNvSpPr/>
            <p:nvPr/>
          </p:nvSpPr>
          <p:spPr>
            <a:xfrm>
              <a:off x="1828214" y="3840151"/>
              <a:ext cx="879016" cy="78627"/>
            </a:xfrm>
            <a:custGeom>
              <a:avLst/>
              <a:gdLst/>
              <a:ahLst/>
              <a:cxnLst/>
              <a:rect l="l" t="t" r="r" b="b"/>
              <a:pathLst>
                <a:path w="18928" h="1693" fill="none" extrusionOk="0">
                  <a:moveTo>
                    <a:pt x="18928" y="150"/>
                  </a:moveTo>
                  <a:cubicBezTo>
                    <a:pt x="17403" y="1059"/>
                    <a:pt x="13789" y="1692"/>
                    <a:pt x="9576" y="1692"/>
                  </a:cubicBezTo>
                  <a:cubicBezTo>
                    <a:pt x="5139" y="1692"/>
                    <a:pt x="1370" y="984"/>
                    <a:pt x="0" y="0"/>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1" name="Google Shape;1691;p64"/>
            <p:cNvSpPr/>
            <p:nvPr/>
          </p:nvSpPr>
          <p:spPr>
            <a:xfrm>
              <a:off x="1820180" y="383453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2" name="Google Shape;1692;p64"/>
            <p:cNvSpPr/>
            <p:nvPr/>
          </p:nvSpPr>
          <p:spPr>
            <a:xfrm>
              <a:off x="2609408" y="392328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3" name="Google Shape;1693;p64"/>
            <p:cNvSpPr/>
            <p:nvPr/>
          </p:nvSpPr>
          <p:spPr>
            <a:xfrm>
              <a:off x="1945525" y="3929134"/>
              <a:ext cx="646816" cy="52712"/>
            </a:xfrm>
            <a:custGeom>
              <a:avLst/>
              <a:gdLst/>
              <a:ahLst/>
              <a:cxnLst/>
              <a:rect l="l" t="t" r="r" b="b"/>
              <a:pathLst>
                <a:path w="13928" h="1135" fill="none" extrusionOk="0">
                  <a:moveTo>
                    <a:pt x="13927" y="87"/>
                  </a:moveTo>
                  <a:cubicBezTo>
                    <a:pt x="12644" y="709"/>
                    <a:pt x="10043" y="1134"/>
                    <a:pt x="7044" y="1134"/>
                  </a:cubicBezTo>
                  <a:cubicBezTo>
                    <a:pt x="3914" y="1134"/>
                    <a:pt x="1215" y="668"/>
                    <a:pt x="0" y="1"/>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4" name="Google Shape;1694;p64"/>
            <p:cNvSpPr/>
            <p:nvPr/>
          </p:nvSpPr>
          <p:spPr>
            <a:xfrm>
              <a:off x="1937259" y="392407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5" name="Google Shape;1695;p64"/>
            <p:cNvSpPr/>
            <p:nvPr/>
          </p:nvSpPr>
          <p:spPr>
            <a:xfrm>
              <a:off x="2272939" y="2756107"/>
              <a:ext cx="46" cy="609697"/>
            </a:xfrm>
            <a:custGeom>
              <a:avLst/>
              <a:gdLst/>
              <a:ahLst/>
              <a:cxnLst/>
              <a:rect l="l" t="t" r="r" b="b"/>
              <a:pathLst>
                <a:path w="1" h="13128" fill="none" extrusionOk="0">
                  <a:moveTo>
                    <a:pt x="0" y="13128"/>
                  </a:moveTo>
                  <a:lnTo>
                    <a:pt x="0" y="1"/>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6" name="Google Shape;1696;p64"/>
            <p:cNvSpPr/>
            <p:nvPr/>
          </p:nvSpPr>
          <p:spPr>
            <a:xfrm>
              <a:off x="2258774" y="2713891"/>
              <a:ext cx="27818" cy="51644"/>
            </a:xfrm>
            <a:custGeom>
              <a:avLst/>
              <a:gdLst/>
              <a:ahLst/>
              <a:cxnLst/>
              <a:rect l="l" t="t" r="r" b="b"/>
              <a:pathLst>
                <a:path w="599" h="1112" extrusionOk="0">
                  <a:moveTo>
                    <a:pt x="305" y="0"/>
                  </a:moveTo>
                  <a:lnTo>
                    <a:pt x="0" y="1111"/>
                  </a:lnTo>
                  <a:lnTo>
                    <a:pt x="599" y="1111"/>
                  </a:lnTo>
                  <a:lnTo>
                    <a:pt x="305" y="0"/>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7" name="Google Shape;1697;p64"/>
            <p:cNvSpPr/>
            <p:nvPr/>
          </p:nvSpPr>
          <p:spPr>
            <a:xfrm>
              <a:off x="2272939" y="3365748"/>
              <a:ext cx="609618" cy="46"/>
            </a:xfrm>
            <a:custGeom>
              <a:avLst/>
              <a:gdLst/>
              <a:ahLst/>
              <a:cxnLst/>
              <a:rect l="l" t="t" r="r" b="b"/>
              <a:pathLst>
                <a:path w="13127" h="1" fill="none" extrusionOk="0">
                  <a:moveTo>
                    <a:pt x="0" y="1"/>
                  </a:moveTo>
                  <a:lnTo>
                    <a:pt x="13127" y="1"/>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8" name="Google Shape;1698;p64"/>
            <p:cNvSpPr/>
            <p:nvPr/>
          </p:nvSpPr>
          <p:spPr>
            <a:xfrm>
              <a:off x="2872918" y="3352141"/>
              <a:ext cx="51920" cy="27262"/>
            </a:xfrm>
            <a:custGeom>
              <a:avLst/>
              <a:gdLst/>
              <a:ahLst/>
              <a:cxnLst/>
              <a:rect l="l" t="t" r="r" b="b"/>
              <a:pathLst>
                <a:path w="1118" h="587" extrusionOk="0">
                  <a:moveTo>
                    <a:pt x="1" y="0"/>
                  </a:moveTo>
                  <a:lnTo>
                    <a:pt x="1" y="587"/>
                  </a:lnTo>
                  <a:lnTo>
                    <a:pt x="1117" y="294"/>
                  </a:lnTo>
                  <a:lnTo>
                    <a:pt x="1" y="0"/>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9" name="Google Shape;1699;p64"/>
            <p:cNvSpPr/>
            <p:nvPr/>
          </p:nvSpPr>
          <p:spPr>
            <a:xfrm>
              <a:off x="2083689" y="3365748"/>
              <a:ext cx="189289" cy="129389"/>
            </a:xfrm>
            <a:custGeom>
              <a:avLst/>
              <a:gdLst/>
              <a:ahLst/>
              <a:cxnLst/>
              <a:rect l="l" t="t" r="r" b="b"/>
              <a:pathLst>
                <a:path w="4076" h="2786" fill="none" extrusionOk="0">
                  <a:moveTo>
                    <a:pt x="4075" y="1"/>
                  </a:moveTo>
                  <a:lnTo>
                    <a:pt x="1" y="2786"/>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0" name="Google Shape;1700;p64"/>
            <p:cNvSpPr/>
            <p:nvPr/>
          </p:nvSpPr>
          <p:spPr>
            <a:xfrm>
              <a:off x="2048951" y="3478277"/>
              <a:ext cx="50573" cy="40684"/>
            </a:xfrm>
            <a:custGeom>
              <a:avLst/>
              <a:gdLst/>
              <a:ahLst/>
              <a:cxnLst/>
              <a:rect l="l" t="t" r="r" b="b"/>
              <a:pathLst>
                <a:path w="1089" h="876" extrusionOk="0">
                  <a:moveTo>
                    <a:pt x="749" y="0"/>
                  </a:moveTo>
                  <a:lnTo>
                    <a:pt x="1" y="875"/>
                  </a:lnTo>
                  <a:lnTo>
                    <a:pt x="1" y="875"/>
                  </a:lnTo>
                  <a:lnTo>
                    <a:pt x="1088" y="489"/>
                  </a:lnTo>
                  <a:lnTo>
                    <a:pt x="749" y="0"/>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1" name="Google Shape;1701;p64"/>
            <p:cNvSpPr/>
            <p:nvPr/>
          </p:nvSpPr>
          <p:spPr>
            <a:xfrm>
              <a:off x="2272939" y="3018317"/>
              <a:ext cx="261922" cy="347483"/>
            </a:xfrm>
            <a:custGeom>
              <a:avLst/>
              <a:gdLst/>
              <a:ahLst/>
              <a:cxnLst/>
              <a:rect l="l" t="t" r="r" b="b"/>
              <a:pathLst>
                <a:path w="5640" h="7482" fill="none" extrusionOk="0">
                  <a:moveTo>
                    <a:pt x="0" y="7482"/>
                  </a:moveTo>
                  <a:lnTo>
                    <a:pt x="5640" y="0"/>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2" name="Google Shape;1702;p64"/>
            <p:cNvSpPr/>
            <p:nvPr/>
          </p:nvSpPr>
          <p:spPr>
            <a:xfrm>
              <a:off x="2275864" y="3366027"/>
              <a:ext cx="247525" cy="127810"/>
            </a:xfrm>
            <a:custGeom>
              <a:avLst/>
              <a:gdLst/>
              <a:ahLst/>
              <a:cxnLst/>
              <a:rect l="l" t="t" r="r" b="b"/>
              <a:pathLst>
                <a:path w="5330" h="2752" fill="none" extrusionOk="0">
                  <a:moveTo>
                    <a:pt x="0" y="0"/>
                  </a:moveTo>
                  <a:lnTo>
                    <a:pt x="5329" y="2751"/>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3" name="Google Shape;1703;p64"/>
            <p:cNvSpPr/>
            <p:nvPr/>
          </p:nvSpPr>
          <p:spPr>
            <a:xfrm>
              <a:off x="2523352" y="3054913"/>
              <a:ext cx="46" cy="2972"/>
            </a:xfrm>
            <a:custGeom>
              <a:avLst/>
              <a:gdLst/>
              <a:ahLst/>
              <a:cxnLst/>
              <a:rect l="l" t="t" r="r" b="b"/>
              <a:pathLst>
                <a:path w="1" h="64" fill="none" extrusionOk="0">
                  <a:moveTo>
                    <a:pt x="0" y="1"/>
                  </a:moveTo>
                  <a:lnTo>
                    <a:pt x="0" y="64"/>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4" name="Google Shape;1704;p64"/>
            <p:cNvSpPr/>
            <p:nvPr/>
          </p:nvSpPr>
          <p:spPr>
            <a:xfrm>
              <a:off x="2523352" y="3068800"/>
              <a:ext cx="46" cy="404700"/>
            </a:xfrm>
            <a:custGeom>
              <a:avLst/>
              <a:gdLst/>
              <a:ahLst/>
              <a:cxnLst/>
              <a:rect l="l" t="t" r="r" b="b"/>
              <a:pathLst>
                <a:path w="1" h="8714" fill="none" extrusionOk="0">
                  <a:moveTo>
                    <a:pt x="0" y="1"/>
                  </a:moveTo>
                  <a:lnTo>
                    <a:pt x="0" y="8714"/>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5" name="Google Shape;1705;p64"/>
            <p:cNvSpPr/>
            <p:nvPr/>
          </p:nvSpPr>
          <p:spPr>
            <a:xfrm>
              <a:off x="2523352" y="3479066"/>
              <a:ext cx="46" cy="2740"/>
            </a:xfrm>
            <a:custGeom>
              <a:avLst/>
              <a:gdLst/>
              <a:ahLst/>
              <a:cxnLst/>
              <a:rect l="l" t="t" r="r" b="b"/>
              <a:pathLst>
                <a:path w="1" h="59" fill="none" extrusionOk="0">
                  <a:moveTo>
                    <a:pt x="0" y="1"/>
                  </a:moveTo>
                  <a:lnTo>
                    <a:pt x="0" y="58"/>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6" name="Google Shape;1706;p64"/>
            <p:cNvSpPr/>
            <p:nvPr/>
          </p:nvSpPr>
          <p:spPr>
            <a:xfrm>
              <a:off x="2282831" y="3136697"/>
              <a:ext cx="102122" cy="55127"/>
            </a:xfrm>
            <a:custGeom>
              <a:avLst/>
              <a:gdLst/>
              <a:ahLst/>
              <a:cxnLst/>
              <a:rect l="l" t="t" r="r" b="b"/>
              <a:pathLst>
                <a:path w="2199" h="1187" fill="none" extrusionOk="0">
                  <a:moveTo>
                    <a:pt x="0" y="162"/>
                  </a:moveTo>
                  <a:cubicBezTo>
                    <a:pt x="0" y="162"/>
                    <a:pt x="1433" y="1"/>
                    <a:pt x="2198" y="1186"/>
                  </a:cubicBez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7" name="Google Shape;1707;p64"/>
            <p:cNvSpPr/>
            <p:nvPr/>
          </p:nvSpPr>
          <p:spPr>
            <a:xfrm>
              <a:off x="2216512" y="3412515"/>
              <a:ext cx="112571" cy="35064"/>
            </a:xfrm>
            <a:custGeom>
              <a:avLst/>
              <a:gdLst/>
              <a:ahLst/>
              <a:cxnLst/>
              <a:rect l="l" t="t" r="r" b="b"/>
              <a:pathLst>
                <a:path w="2424" h="755" fill="none" extrusionOk="0">
                  <a:moveTo>
                    <a:pt x="2424" y="1"/>
                  </a:moveTo>
                  <a:cubicBezTo>
                    <a:pt x="2424" y="1"/>
                    <a:pt x="1192" y="754"/>
                    <a:pt x="1" y="1"/>
                  </a:cubicBez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708" name="Google Shape;1708;p64"/>
          <p:cNvGrpSpPr/>
          <p:nvPr/>
        </p:nvGrpSpPr>
        <p:grpSpPr>
          <a:xfrm>
            <a:off x="2817488" y="2870833"/>
            <a:ext cx="1460145" cy="1427362"/>
            <a:chOff x="2897838" y="3051423"/>
            <a:chExt cx="1580244" cy="1544764"/>
          </a:xfrm>
        </p:grpSpPr>
        <p:sp>
          <p:nvSpPr>
            <p:cNvPr id="1709" name="Google Shape;1709;p64"/>
            <p:cNvSpPr/>
            <p:nvPr/>
          </p:nvSpPr>
          <p:spPr>
            <a:xfrm>
              <a:off x="2941524" y="3109264"/>
              <a:ext cx="1442107" cy="1458457"/>
            </a:xfrm>
            <a:custGeom>
              <a:avLst/>
              <a:gdLst/>
              <a:ahLst/>
              <a:cxnLst/>
              <a:rect l="l" t="t" r="r" b="b"/>
              <a:pathLst>
                <a:path w="44630" h="45136" fill="none" extrusionOk="0">
                  <a:moveTo>
                    <a:pt x="44629" y="22306"/>
                  </a:moveTo>
                  <a:cubicBezTo>
                    <a:pt x="44629" y="28067"/>
                    <a:pt x="32601" y="27244"/>
                    <a:pt x="29074" y="31255"/>
                  </a:cubicBezTo>
                  <a:cubicBezTo>
                    <a:pt x="24890" y="36032"/>
                    <a:pt x="28642" y="45136"/>
                    <a:pt x="21800" y="45136"/>
                  </a:cubicBezTo>
                  <a:cubicBezTo>
                    <a:pt x="15498" y="45136"/>
                    <a:pt x="10048" y="42350"/>
                    <a:pt x="6170" y="38000"/>
                  </a:cubicBezTo>
                  <a:cubicBezTo>
                    <a:pt x="2291" y="33638"/>
                    <a:pt x="0" y="27710"/>
                    <a:pt x="0" y="21403"/>
                  </a:cubicBezTo>
                  <a:cubicBezTo>
                    <a:pt x="0" y="15700"/>
                    <a:pt x="2774" y="11879"/>
                    <a:pt x="6342" y="7994"/>
                  </a:cubicBezTo>
                  <a:cubicBezTo>
                    <a:pt x="10658" y="3287"/>
                    <a:pt x="15372" y="1"/>
                    <a:pt x="22277" y="1"/>
                  </a:cubicBezTo>
                  <a:cubicBezTo>
                    <a:pt x="27900" y="1"/>
                    <a:pt x="31163" y="2867"/>
                    <a:pt x="35738" y="5370"/>
                  </a:cubicBezTo>
                  <a:cubicBezTo>
                    <a:pt x="42448" y="9041"/>
                    <a:pt x="44629" y="15331"/>
                    <a:pt x="44629" y="2230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0" name="Google Shape;1710;p64"/>
            <p:cNvSpPr/>
            <p:nvPr/>
          </p:nvSpPr>
          <p:spPr>
            <a:xfrm>
              <a:off x="2950443" y="3119507"/>
              <a:ext cx="1432607" cy="1439296"/>
            </a:xfrm>
            <a:custGeom>
              <a:avLst/>
              <a:gdLst/>
              <a:ahLst/>
              <a:cxnLst/>
              <a:rect l="l" t="t" r="r" b="b"/>
              <a:pathLst>
                <a:path w="44336" h="44543" fill="none" extrusionOk="0">
                  <a:moveTo>
                    <a:pt x="6331" y="7671"/>
                  </a:moveTo>
                  <a:cubicBezTo>
                    <a:pt x="10342" y="3689"/>
                    <a:pt x="14618" y="633"/>
                    <a:pt x="20424" y="86"/>
                  </a:cubicBezTo>
                  <a:cubicBezTo>
                    <a:pt x="21052" y="29"/>
                    <a:pt x="21691" y="0"/>
                    <a:pt x="22352" y="0"/>
                  </a:cubicBezTo>
                  <a:cubicBezTo>
                    <a:pt x="27877" y="12"/>
                    <a:pt x="31077" y="2918"/>
                    <a:pt x="35583" y="5605"/>
                  </a:cubicBezTo>
                  <a:cubicBezTo>
                    <a:pt x="41971" y="9409"/>
                    <a:pt x="44336" y="15567"/>
                    <a:pt x="44198" y="22536"/>
                  </a:cubicBezTo>
                  <a:cubicBezTo>
                    <a:pt x="44157" y="24654"/>
                    <a:pt x="42512" y="25897"/>
                    <a:pt x="40250" y="26835"/>
                  </a:cubicBezTo>
                  <a:cubicBezTo>
                    <a:pt x="36446" y="28423"/>
                    <a:pt x="30979" y="28941"/>
                    <a:pt x="28729" y="31283"/>
                  </a:cubicBezTo>
                  <a:cubicBezTo>
                    <a:pt x="25201" y="34955"/>
                    <a:pt x="26945" y="41492"/>
                    <a:pt x="23762" y="43714"/>
                  </a:cubicBezTo>
                  <a:cubicBezTo>
                    <a:pt x="23118" y="44168"/>
                    <a:pt x="22260" y="44427"/>
                    <a:pt x="21115" y="44450"/>
                  </a:cubicBezTo>
                  <a:cubicBezTo>
                    <a:pt x="14756" y="44542"/>
                    <a:pt x="9398" y="41832"/>
                    <a:pt x="5801" y="37337"/>
                  </a:cubicBezTo>
                  <a:cubicBezTo>
                    <a:pt x="2187" y="32820"/>
                    <a:pt x="1" y="27140"/>
                    <a:pt x="1" y="20838"/>
                  </a:cubicBezTo>
                  <a:cubicBezTo>
                    <a:pt x="18" y="15095"/>
                    <a:pt x="2688" y="11308"/>
                    <a:pt x="6331" y="767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1" name="Google Shape;1711;p64"/>
            <p:cNvSpPr/>
            <p:nvPr/>
          </p:nvSpPr>
          <p:spPr>
            <a:xfrm>
              <a:off x="2960104" y="3129168"/>
              <a:ext cx="1423139" cy="1420134"/>
            </a:xfrm>
            <a:custGeom>
              <a:avLst/>
              <a:gdLst/>
              <a:ahLst/>
              <a:cxnLst/>
              <a:rect l="l" t="t" r="r" b="b"/>
              <a:pathLst>
                <a:path w="44043" h="43950" fill="none" extrusionOk="0">
                  <a:moveTo>
                    <a:pt x="6308" y="7355"/>
                  </a:moveTo>
                  <a:cubicBezTo>
                    <a:pt x="10423" y="3643"/>
                    <a:pt x="14762" y="628"/>
                    <a:pt x="20494" y="92"/>
                  </a:cubicBezTo>
                  <a:cubicBezTo>
                    <a:pt x="21121" y="35"/>
                    <a:pt x="21760" y="0"/>
                    <a:pt x="22422" y="12"/>
                  </a:cubicBezTo>
                  <a:cubicBezTo>
                    <a:pt x="27854" y="41"/>
                    <a:pt x="30991" y="2981"/>
                    <a:pt x="35422" y="5847"/>
                  </a:cubicBezTo>
                  <a:cubicBezTo>
                    <a:pt x="41482" y="9766"/>
                    <a:pt x="44043" y="15809"/>
                    <a:pt x="43755" y="22772"/>
                  </a:cubicBezTo>
                  <a:cubicBezTo>
                    <a:pt x="43668" y="24850"/>
                    <a:pt x="42057" y="26093"/>
                    <a:pt x="39836" y="27065"/>
                  </a:cubicBezTo>
                  <a:cubicBezTo>
                    <a:pt x="36055" y="28711"/>
                    <a:pt x="30674" y="29143"/>
                    <a:pt x="28372" y="31318"/>
                  </a:cubicBezTo>
                  <a:cubicBezTo>
                    <a:pt x="24804" y="34690"/>
                    <a:pt x="26277" y="40825"/>
                    <a:pt x="23055" y="43023"/>
                  </a:cubicBezTo>
                  <a:cubicBezTo>
                    <a:pt x="22393" y="43467"/>
                    <a:pt x="21541" y="43726"/>
                    <a:pt x="20419" y="43760"/>
                  </a:cubicBezTo>
                  <a:cubicBezTo>
                    <a:pt x="14002" y="43950"/>
                    <a:pt x="8737" y="41303"/>
                    <a:pt x="5422" y="36670"/>
                  </a:cubicBezTo>
                  <a:cubicBezTo>
                    <a:pt x="2073" y="31991"/>
                    <a:pt x="1" y="26570"/>
                    <a:pt x="7" y="20275"/>
                  </a:cubicBezTo>
                  <a:cubicBezTo>
                    <a:pt x="12" y="14491"/>
                    <a:pt x="2573" y="10750"/>
                    <a:pt x="6308" y="735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2" name="Google Shape;1712;p64"/>
            <p:cNvSpPr/>
            <p:nvPr/>
          </p:nvSpPr>
          <p:spPr>
            <a:xfrm>
              <a:off x="2969798" y="3139218"/>
              <a:ext cx="1413640" cy="1400618"/>
            </a:xfrm>
            <a:custGeom>
              <a:avLst/>
              <a:gdLst/>
              <a:ahLst/>
              <a:cxnLst/>
              <a:rect l="l" t="t" r="r" b="b"/>
              <a:pathLst>
                <a:path w="43749" h="43346" fill="none" extrusionOk="0">
                  <a:moveTo>
                    <a:pt x="6279" y="7033"/>
                  </a:moveTo>
                  <a:cubicBezTo>
                    <a:pt x="10491" y="3574"/>
                    <a:pt x="14894" y="610"/>
                    <a:pt x="20562" y="86"/>
                  </a:cubicBezTo>
                  <a:cubicBezTo>
                    <a:pt x="21184" y="29"/>
                    <a:pt x="21834" y="0"/>
                    <a:pt x="22490" y="12"/>
                  </a:cubicBezTo>
                  <a:cubicBezTo>
                    <a:pt x="27819" y="52"/>
                    <a:pt x="30881" y="3021"/>
                    <a:pt x="35254" y="6083"/>
                  </a:cubicBezTo>
                  <a:cubicBezTo>
                    <a:pt x="40997" y="10100"/>
                    <a:pt x="43748" y="16045"/>
                    <a:pt x="43317" y="23002"/>
                  </a:cubicBezTo>
                  <a:cubicBezTo>
                    <a:pt x="43190" y="25045"/>
                    <a:pt x="41607" y="26294"/>
                    <a:pt x="39421" y="27290"/>
                  </a:cubicBezTo>
                  <a:cubicBezTo>
                    <a:pt x="35657" y="28999"/>
                    <a:pt x="30363" y="29338"/>
                    <a:pt x="28015" y="31335"/>
                  </a:cubicBezTo>
                  <a:cubicBezTo>
                    <a:pt x="24401" y="34408"/>
                    <a:pt x="25615" y="40152"/>
                    <a:pt x="22346" y="42315"/>
                  </a:cubicBezTo>
                  <a:cubicBezTo>
                    <a:pt x="21673" y="42758"/>
                    <a:pt x="20833" y="43012"/>
                    <a:pt x="19733" y="43063"/>
                  </a:cubicBezTo>
                  <a:cubicBezTo>
                    <a:pt x="13259" y="43345"/>
                    <a:pt x="8086" y="40762"/>
                    <a:pt x="5053" y="35997"/>
                  </a:cubicBezTo>
                  <a:cubicBezTo>
                    <a:pt x="1963" y="31163"/>
                    <a:pt x="0" y="25995"/>
                    <a:pt x="6" y="19705"/>
                  </a:cubicBezTo>
                  <a:cubicBezTo>
                    <a:pt x="0" y="13887"/>
                    <a:pt x="2446" y="10175"/>
                    <a:pt x="6279" y="703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3" name="Google Shape;1713;p64"/>
            <p:cNvSpPr/>
            <p:nvPr/>
          </p:nvSpPr>
          <p:spPr>
            <a:xfrm>
              <a:off x="2978716" y="3149073"/>
              <a:ext cx="1404527" cy="1381650"/>
            </a:xfrm>
            <a:custGeom>
              <a:avLst/>
              <a:gdLst/>
              <a:ahLst/>
              <a:cxnLst/>
              <a:rect l="l" t="t" r="r" b="b"/>
              <a:pathLst>
                <a:path w="43467" h="42759" fill="none" extrusionOk="0">
                  <a:moveTo>
                    <a:pt x="6279" y="6710"/>
                  </a:moveTo>
                  <a:cubicBezTo>
                    <a:pt x="10595" y="3522"/>
                    <a:pt x="15049" y="604"/>
                    <a:pt x="20649" y="86"/>
                  </a:cubicBezTo>
                  <a:cubicBezTo>
                    <a:pt x="21276" y="29"/>
                    <a:pt x="21926" y="0"/>
                    <a:pt x="22571" y="12"/>
                  </a:cubicBezTo>
                  <a:cubicBezTo>
                    <a:pt x="27808" y="69"/>
                    <a:pt x="30800" y="3062"/>
                    <a:pt x="35105" y="6325"/>
                  </a:cubicBezTo>
                  <a:cubicBezTo>
                    <a:pt x="40526" y="10422"/>
                    <a:pt x="43467" y="16286"/>
                    <a:pt x="42885" y="23227"/>
                  </a:cubicBezTo>
                  <a:cubicBezTo>
                    <a:pt x="42718" y="25235"/>
                    <a:pt x="41165" y="26495"/>
                    <a:pt x="39018" y="27514"/>
                  </a:cubicBezTo>
                  <a:cubicBezTo>
                    <a:pt x="35277" y="29292"/>
                    <a:pt x="30075" y="29528"/>
                    <a:pt x="27664" y="31364"/>
                  </a:cubicBezTo>
                  <a:cubicBezTo>
                    <a:pt x="24015" y="34138"/>
                    <a:pt x="24959" y="39478"/>
                    <a:pt x="21644" y="41619"/>
                  </a:cubicBezTo>
                  <a:cubicBezTo>
                    <a:pt x="20965" y="42062"/>
                    <a:pt x="20125" y="42310"/>
                    <a:pt x="19049" y="42379"/>
                  </a:cubicBezTo>
                  <a:cubicBezTo>
                    <a:pt x="12517" y="42758"/>
                    <a:pt x="7441" y="40226"/>
                    <a:pt x="4673" y="35335"/>
                  </a:cubicBezTo>
                  <a:cubicBezTo>
                    <a:pt x="1848" y="30334"/>
                    <a:pt x="0" y="25419"/>
                    <a:pt x="12" y="19141"/>
                  </a:cubicBezTo>
                  <a:cubicBezTo>
                    <a:pt x="18" y="13288"/>
                    <a:pt x="2360" y="9611"/>
                    <a:pt x="6279" y="671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4" name="Google Shape;1714;p64"/>
            <p:cNvSpPr/>
            <p:nvPr/>
          </p:nvSpPr>
          <p:spPr>
            <a:xfrm>
              <a:off x="2988022" y="3159284"/>
              <a:ext cx="1395609" cy="1362327"/>
            </a:xfrm>
            <a:custGeom>
              <a:avLst/>
              <a:gdLst/>
              <a:ahLst/>
              <a:cxnLst/>
              <a:rect l="l" t="t" r="r" b="b"/>
              <a:pathLst>
                <a:path w="43191" h="42161" fill="none" extrusionOk="0">
                  <a:moveTo>
                    <a:pt x="6261" y="6383"/>
                  </a:moveTo>
                  <a:cubicBezTo>
                    <a:pt x="10687" y="3454"/>
                    <a:pt x="15199" y="582"/>
                    <a:pt x="20729" y="81"/>
                  </a:cubicBezTo>
                  <a:cubicBezTo>
                    <a:pt x="21362" y="24"/>
                    <a:pt x="22001" y="1"/>
                    <a:pt x="22651" y="6"/>
                  </a:cubicBezTo>
                  <a:cubicBezTo>
                    <a:pt x="27784" y="87"/>
                    <a:pt x="30708" y="3085"/>
                    <a:pt x="34949" y="6544"/>
                  </a:cubicBezTo>
                  <a:cubicBezTo>
                    <a:pt x="40065" y="10716"/>
                    <a:pt x="43190" y="16511"/>
                    <a:pt x="42459" y="23446"/>
                  </a:cubicBezTo>
                  <a:cubicBezTo>
                    <a:pt x="42252" y="25408"/>
                    <a:pt x="40733" y="26680"/>
                    <a:pt x="38615" y="27733"/>
                  </a:cubicBezTo>
                  <a:cubicBezTo>
                    <a:pt x="34903" y="29575"/>
                    <a:pt x="29787" y="29719"/>
                    <a:pt x="27312" y="31387"/>
                  </a:cubicBezTo>
                  <a:cubicBezTo>
                    <a:pt x="23629" y="33868"/>
                    <a:pt x="24303" y="38800"/>
                    <a:pt x="20936" y="40917"/>
                  </a:cubicBezTo>
                  <a:cubicBezTo>
                    <a:pt x="20257" y="41349"/>
                    <a:pt x="19423" y="41602"/>
                    <a:pt x="18358" y="41677"/>
                  </a:cubicBezTo>
                  <a:cubicBezTo>
                    <a:pt x="11757" y="42160"/>
                    <a:pt x="6791" y="39686"/>
                    <a:pt x="4299" y="34656"/>
                  </a:cubicBezTo>
                  <a:cubicBezTo>
                    <a:pt x="1738" y="29488"/>
                    <a:pt x="0" y="24838"/>
                    <a:pt x="12" y="18566"/>
                  </a:cubicBezTo>
                  <a:cubicBezTo>
                    <a:pt x="29" y="12667"/>
                    <a:pt x="2250" y="9036"/>
                    <a:pt x="6261" y="638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5" name="Google Shape;1715;p64"/>
            <p:cNvSpPr/>
            <p:nvPr/>
          </p:nvSpPr>
          <p:spPr>
            <a:xfrm>
              <a:off x="2997296" y="3168946"/>
              <a:ext cx="1386691" cy="1343554"/>
            </a:xfrm>
            <a:custGeom>
              <a:avLst/>
              <a:gdLst/>
              <a:ahLst/>
              <a:cxnLst/>
              <a:rect l="l" t="t" r="r" b="b"/>
              <a:pathLst>
                <a:path w="42915" h="41580" fill="none" extrusionOk="0">
                  <a:moveTo>
                    <a:pt x="6251" y="6066"/>
                  </a:moveTo>
                  <a:cubicBezTo>
                    <a:pt x="10774" y="3408"/>
                    <a:pt x="15343" y="576"/>
                    <a:pt x="20810" y="81"/>
                  </a:cubicBezTo>
                  <a:cubicBezTo>
                    <a:pt x="21443" y="24"/>
                    <a:pt x="22082" y="1"/>
                    <a:pt x="22732" y="18"/>
                  </a:cubicBezTo>
                  <a:cubicBezTo>
                    <a:pt x="27768" y="116"/>
                    <a:pt x="30622" y="3114"/>
                    <a:pt x="34800" y="6792"/>
                  </a:cubicBezTo>
                  <a:cubicBezTo>
                    <a:pt x="39606" y="11021"/>
                    <a:pt x="42915" y="16759"/>
                    <a:pt x="42028" y="23682"/>
                  </a:cubicBezTo>
                  <a:cubicBezTo>
                    <a:pt x="41787" y="25610"/>
                    <a:pt x="40296" y="26893"/>
                    <a:pt x="38201" y="27969"/>
                  </a:cubicBezTo>
                  <a:cubicBezTo>
                    <a:pt x="34513" y="29874"/>
                    <a:pt x="29500" y="29920"/>
                    <a:pt x="26962" y="31422"/>
                  </a:cubicBezTo>
                  <a:cubicBezTo>
                    <a:pt x="23256" y="33609"/>
                    <a:pt x="23642" y="38150"/>
                    <a:pt x="20235" y="40233"/>
                  </a:cubicBezTo>
                  <a:cubicBezTo>
                    <a:pt x="19544" y="40659"/>
                    <a:pt x="18710" y="40912"/>
                    <a:pt x="17668" y="40998"/>
                  </a:cubicBezTo>
                  <a:cubicBezTo>
                    <a:pt x="11010" y="41580"/>
                    <a:pt x="6141" y="39157"/>
                    <a:pt x="3926" y="34006"/>
                  </a:cubicBezTo>
                  <a:cubicBezTo>
                    <a:pt x="1629" y="28666"/>
                    <a:pt x="1" y="24281"/>
                    <a:pt x="18" y="18014"/>
                  </a:cubicBezTo>
                  <a:cubicBezTo>
                    <a:pt x="35" y="12075"/>
                    <a:pt x="2147" y="8472"/>
                    <a:pt x="6251" y="606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6" name="Google Shape;1716;p64"/>
            <p:cNvSpPr/>
            <p:nvPr/>
          </p:nvSpPr>
          <p:spPr>
            <a:xfrm>
              <a:off x="3006990" y="3178995"/>
              <a:ext cx="1377191" cy="1324586"/>
            </a:xfrm>
            <a:custGeom>
              <a:avLst/>
              <a:gdLst/>
              <a:ahLst/>
              <a:cxnLst/>
              <a:rect l="l" t="t" r="r" b="b"/>
              <a:pathLst>
                <a:path w="42621" h="40993" fill="none" extrusionOk="0">
                  <a:moveTo>
                    <a:pt x="6215" y="5744"/>
                  </a:moveTo>
                  <a:cubicBezTo>
                    <a:pt x="10848" y="3344"/>
                    <a:pt x="15469" y="565"/>
                    <a:pt x="20867" y="81"/>
                  </a:cubicBezTo>
                  <a:cubicBezTo>
                    <a:pt x="21500" y="24"/>
                    <a:pt x="22145" y="1"/>
                    <a:pt x="22789" y="12"/>
                  </a:cubicBezTo>
                  <a:cubicBezTo>
                    <a:pt x="27733" y="127"/>
                    <a:pt x="30506" y="3131"/>
                    <a:pt x="34633" y="7027"/>
                  </a:cubicBezTo>
                  <a:cubicBezTo>
                    <a:pt x="39133" y="11303"/>
                    <a:pt x="42620" y="16989"/>
                    <a:pt x="41579" y="23912"/>
                  </a:cubicBezTo>
                  <a:cubicBezTo>
                    <a:pt x="41291" y="25805"/>
                    <a:pt x="39829" y="27094"/>
                    <a:pt x="37781" y="28194"/>
                  </a:cubicBezTo>
                  <a:cubicBezTo>
                    <a:pt x="34115" y="30173"/>
                    <a:pt x="29200" y="30116"/>
                    <a:pt x="26593" y="31445"/>
                  </a:cubicBezTo>
                  <a:cubicBezTo>
                    <a:pt x="22870" y="33344"/>
                    <a:pt x="22968" y="37470"/>
                    <a:pt x="19515" y="39531"/>
                  </a:cubicBezTo>
                  <a:cubicBezTo>
                    <a:pt x="18818" y="39945"/>
                    <a:pt x="17984" y="40198"/>
                    <a:pt x="16971" y="40302"/>
                  </a:cubicBezTo>
                  <a:cubicBezTo>
                    <a:pt x="10261" y="40992"/>
                    <a:pt x="5490" y="38604"/>
                    <a:pt x="3545" y="33327"/>
                  </a:cubicBezTo>
                  <a:cubicBezTo>
                    <a:pt x="1519" y="27819"/>
                    <a:pt x="0" y="23699"/>
                    <a:pt x="17" y="17438"/>
                  </a:cubicBezTo>
                  <a:cubicBezTo>
                    <a:pt x="29" y="11470"/>
                    <a:pt x="2037" y="7902"/>
                    <a:pt x="6215" y="574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7" name="Google Shape;1717;p64"/>
            <p:cNvSpPr/>
            <p:nvPr/>
          </p:nvSpPr>
          <p:spPr>
            <a:xfrm>
              <a:off x="3016102" y="3189044"/>
              <a:ext cx="1368434" cy="1305619"/>
            </a:xfrm>
            <a:custGeom>
              <a:avLst/>
              <a:gdLst/>
              <a:ahLst/>
              <a:cxnLst/>
              <a:rect l="l" t="t" r="r" b="b"/>
              <a:pathLst>
                <a:path w="42350" h="40406" fill="none" extrusionOk="0">
                  <a:moveTo>
                    <a:pt x="6210" y="5416"/>
                  </a:moveTo>
                  <a:cubicBezTo>
                    <a:pt x="10946" y="3286"/>
                    <a:pt x="15624" y="547"/>
                    <a:pt x="20953" y="69"/>
                  </a:cubicBezTo>
                  <a:cubicBezTo>
                    <a:pt x="21586" y="12"/>
                    <a:pt x="22225" y="0"/>
                    <a:pt x="22870" y="12"/>
                  </a:cubicBezTo>
                  <a:cubicBezTo>
                    <a:pt x="27710" y="144"/>
                    <a:pt x="30420" y="3131"/>
                    <a:pt x="34471" y="7257"/>
                  </a:cubicBezTo>
                  <a:cubicBezTo>
                    <a:pt x="38684" y="11562"/>
                    <a:pt x="42350" y="17213"/>
                    <a:pt x="41147" y="24136"/>
                  </a:cubicBezTo>
                  <a:cubicBezTo>
                    <a:pt x="40825" y="25989"/>
                    <a:pt x="39392" y="27284"/>
                    <a:pt x="37372" y="28412"/>
                  </a:cubicBezTo>
                  <a:cubicBezTo>
                    <a:pt x="33729" y="30455"/>
                    <a:pt x="28918" y="30305"/>
                    <a:pt x="26242" y="31462"/>
                  </a:cubicBezTo>
                  <a:cubicBezTo>
                    <a:pt x="22507" y="33073"/>
                    <a:pt x="22312" y="36797"/>
                    <a:pt x="18813" y="38828"/>
                  </a:cubicBezTo>
                  <a:cubicBezTo>
                    <a:pt x="18105" y="39243"/>
                    <a:pt x="17276" y="39490"/>
                    <a:pt x="16275" y="39605"/>
                  </a:cubicBezTo>
                  <a:cubicBezTo>
                    <a:pt x="9501" y="40405"/>
                    <a:pt x="4840" y="38063"/>
                    <a:pt x="3171" y="32659"/>
                  </a:cubicBezTo>
                  <a:cubicBezTo>
                    <a:pt x="1416" y="26985"/>
                    <a:pt x="0" y="23118"/>
                    <a:pt x="17" y="16868"/>
                  </a:cubicBezTo>
                  <a:cubicBezTo>
                    <a:pt x="40" y="10860"/>
                    <a:pt x="1939" y="7332"/>
                    <a:pt x="6210" y="541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8" name="Google Shape;1718;p64"/>
            <p:cNvSpPr/>
            <p:nvPr/>
          </p:nvSpPr>
          <p:spPr>
            <a:xfrm>
              <a:off x="3025020" y="3199094"/>
              <a:ext cx="1360098" cy="1287201"/>
            </a:xfrm>
            <a:custGeom>
              <a:avLst/>
              <a:gdLst/>
              <a:ahLst/>
              <a:cxnLst/>
              <a:rect l="l" t="t" r="r" b="b"/>
              <a:pathLst>
                <a:path w="42092" h="39836" fill="none" extrusionOk="0">
                  <a:moveTo>
                    <a:pt x="6204" y="5093"/>
                  </a:moveTo>
                  <a:cubicBezTo>
                    <a:pt x="11055" y="3234"/>
                    <a:pt x="15780" y="530"/>
                    <a:pt x="21046" y="69"/>
                  </a:cubicBezTo>
                  <a:cubicBezTo>
                    <a:pt x="21679" y="12"/>
                    <a:pt x="22318" y="0"/>
                    <a:pt x="22956" y="17"/>
                  </a:cubicBezTo>
                  <a:cubicBezTo>
                    <a:pt x="27704" y="161"/>
                    <a:pt x="30351" y="3125"/>
                    <a:pt x="34328" y="7499"/>
                  </a:cubicBezTo>
                  <a:cubicBezTo>
                    <a:pt x="38258" y="11815"/>
                    <a:pt x="42091" y="17455"/>
                    <a:pt x="40727" y="24372"/>
                  </a:cubicBezTo>
                  <a:cubicBezTo>
                    <a:pt x="40365" y="26185"/>
                    <a:pt x="38966" y="27491"/>
                    <a:pt x="36969" y="28648"/>
                  </a:cubicBezTo>
                  <a:cubicBezTo>
                    <a:pt x="33355" y="30760"/>
                    <a:pt x="28648" y="30518"/>
                    <a:pt x="25897" y="31496"/>
                  </a:cubicBezTo>
                  <a:cubicBezTo>
                    <a:pt x="22151" y="32831"/>
                    <a:pt x="21661" y="36129"/>
                    <a:pt x="18116" y="38137"/>
                  </a:cubicBezTo>
                  <a:cubicBezTo>
                    <a:pt x="17403" y="38546"/>
                    <a:pt x="16574" y="38793"/>
                    <a:pt x="15596" y="38920"/>
                  </a:cubicBezTo>
                  <a:cubicBezTo>
                    <a:pt x="8765" y="39835"/>
                    <a:pt x="4201" y="37527"/>
                    <a:pt x="2803" y="32003"/>
                  </a:cubicBezTo>
                  <a:cubicBezTo>
                    <a:pt x="1318" y="26156"/>
                    <a:pt x="0" y="22559"/>
                    <a:pt x="23" y="16315"/>
                  </a:cubicBezTo>
                  <a:cubicBezTo>
                    <a:pt x="64" y="10250"/>
                    <a:pt x="1853" y="6762"/>
                    <a:pt x="6204" y="509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9" name="Google Shape;1719;p64"/>
            <p:cNvSpPr/>
            <p:nvPr/>
          </p:nvSpPr>
          <p:spPr>
            <a:xfrm>
              <a:off x="3035070" y="3208755"/>
              <a:ext cx="1350792" cy="1268233"/>
            </a:xfrm>
            <a:custGeom>
              <a:avLst/>
              <a:gdLst/>
              <a:ahLst/>
              <a:cxnLst/>
              <a:rect l="l" t="t" r="r" b="b"/>
              <a:pathLst>
                <a:path w="41804" h="39249" fill="none" extrusionOk="0">
                  <a:moveTo>
                    <a:pt x="6169" y="4777"/>
                  </a:moveTo>
                  <a:cubicBezTo>
                    <a:pt x="11124" y="3189"/>
                    <a:pt x="15901" y="524"/>
                    <a:pt x="21103" y="75"/>
                  </a:cubicBezTo>
                  <a:cubicBezTo>
                    <a:pt x="21730" y="23"/>
                    <a:pt x="22375" y="0"/>
                    <a:pt x="23014" y="23"/>
                  </a:cubicBezTo>
                  <a:cubicBezTo>
                    <a:pt x="27658" y="179"/>
                    <a:pt x="30259" y="3114"/>
                    <a:pt x="34155" y="7741"/>
                  </a:cubicBezTo>
                  <a:cubicBezTo>
                    <a:pt x="37804" y="12074"/>
                    <a:pt x="41803" y="17697"/>
                    <a:pt x="40278" y="24597"/>
                  </a:cubicBezTo>
                  <a:cubicBezTo>
                    <a:pt x="39881" y="26375"/>
                    <a:pt x="38511" y="27687"/>
                    <a:pt x="36549" y="28872"/>
                  </a:cubicBezTo>
                  <a:cubicBezTo>
                    <a:pt x="32964" y="31053"/>
                    <a:pt x="28366" y="30725"/>
                    <a:pt x="25540" y="31520"/>
                  </a:cubicBezTo>
                  <a:cubicBezTo>
                    <a:pt x="21794" y="32578"/>
                    <a:pt x="20994" y="35456"/>
                    <a:pt x="17403" y="37436"/>
                  </a:cubicBezTo>
                  <a:cubicBezTo>
                    <a:pt x="16678" y="37838"/>
                    <a:pt x="15855" y="38092"/>
                    <a:pt x="14905" y="38224"/>
                  </a:cubicBezTo>
                  <a:cubicBezTo>
                    <a:pt x="8017" y="39248"/>
                    <a:pt x="3562" y="36975"/>
                    <a:pt x="2429" y="31330"/>
                  </a:cubicBezTo>
                  <a:cubicBezTo>
                    <a:pt x="1220" y="25304"/>
                    <a:pt x="0" y="21984"/>
                    <a:pt x="29" y="15740"/>
                  </a:cubicBezTo>
                  <a:cubicBezTo>
                    <a:pt x="46" y="9657"/>
                    <a:pt x="1727" y="6204"/>
                    <a:pt x="6169" y="477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0" name="Google Shape;1720;p64"/>
            <p:cNvSpPr/>
            <p:nvPr/>
          </p:nvSpPr>
          <p:spPr>
            <a:xfrm>
              <a:off x="3043439" y="3218804"/>
              <a:ext cx="1342584" cy="1250009"/>
            </a:xfrm>
            <a:custGeom>
              <a:avLst/>
              <a:gdLst/>
              <a:ahLst/>
              <a:cxnLst/>
              <a:rect l="l" t="t" r="r" b="b"/>
              <a:pathLst>
                <a:path w="41550" h="38685" fill="none" extrusionOk="0">
                  <a:moveTo>
                    <a:pt x="6181" y="4454"/>
                  </a:moveTo>
                  <a:cubicBezTo>
                    <a:pt x="11245" y="3131"/>
                    <a:pt x="16079" y="512"/>
                    <a:pt x="21201" y="69"/>
                  </a:cubicBezTo>
                  <a:cubicBezTo>
                    <a:pt x="21840" y="17"/>
                    <a:pt x="22473" y="0"/>
                    <a:pt x="23106" y="29"/>
                  </a:cubicBezTo>
                  <a:cubicBezTo>
                    <a:pt x="27652" y="202"/>
                    <a:pt x="30207" y="3102"/>
                    <a:pt x="34011" y="7982"/>
                  </a:cubicBezTo>
                  <a:cubicBezTo>
                    <a:pt x="37395" y="12316"/>
                    <a:pt x="41550" y="17938"/>
                    <a:pt x="39852" y="24832"/>
                  </a:cubicBezTo>
                  <a:cubicBezTo>
                    <a:pt x="39426" y="26570"/>
                    <a:pt x="38074" y="27894"/>
                    <a:pt x="36146" y="29102"/>
                  </a:cubicBezTo>
                  <a:cubicBezTo>
                    <a:pt x="32584" y="31347"/>
                    <a:pt x="28101" y="30932"/>
                    <a:pt x="25183" y="31548"/>
                  </a:cubicBezTo>
                  <a:cubicBezTo>
                    <a:pt x="21437" y="32342"/>
                    <a:pt x="20338" y="34788"/>
                    <a:pt x="16695" y="36745"/>
                  </a:cubicBezTo>
                  <a:cubicBezTo>
                    <a:pt x="15964" y="37142"/>
                    <a:pt x="15152" y="37389"/>
                    <a:pt x="14214" y="37545"/>
                  </a:cubicBezTo>
                  <a:cubicBezTo>
                    <a:pt x="7257" y="38684"/>
                    <a:pt x="2923" y="36434"/>
                    <a:pt x="2049" y="30668"/>
                  </a:cubicBezTo>
                  <a:cubicBezTo>
                    <a:pt x="1116" y="24470"/>
                    <a:pt x="0" y="21414"/>
                    <a:pt x="29" y="15176"/>
                  </a:cubicBezTo>
                  <a:cubicBezTo>
                    <a:pt x="81" y="9047"/>
                    <a:pt x="1657" y="5640"/>
                    <a:pt x="6181" y="445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1" name="Google Shape;1721;p64"/>
            <p:cNvSpPr/>
            <p:nvPr/>
          </p:nvSpPr>
          <p:spPr>
            <a:xfrm>
              <a:off x="3053294" y="3228660"/>
              <a:ext cx="1333666" cy="1231203"/>
            </a:xfrm>
            <a:custGeom>
              <a:avLst/>
              <a:gdLst/>
              <a:ahLst/>
              <a:cxnLst/>
              <a:rect l="l" t="t" r="r" b="b"/>
              <a:pathLst>
                <a:path w="41274" h="38103" fill="none" extrusionOk="0">
                  <a:moveTo>
                    <a:pt x="6152" y="4132"/>
                  </a:moveTo>
                  <a:cubicBezTo>
                    <a:pt x="11320" y="3073"/>
                    <a:pt x="16206" y="501"/>
                    <a:pt x="21264" y="69"/>
                  </a:cubicBezTo>
                  <a:cubicBezTo>
                    <a:pt x="21903" y="17"/>
                    <a:pt x="22536" y="0"/>
                    <a:pt x="23169" y="23"/>
                  </a:cubicBezTo>
                  <a:cubicBezTo>
                    <a:pt x="27623" y="213"/>
                    <a:pt x="30132" y="3068"/>
                    <a:pt x="33844" y="8212"/>
                  </a:cubicBezTo>
                  <a:cubicBezTo>
                    <a:pt x="36969" y="12534"/>
                    <a:pt x="41274" y="18168"/>
                    <a:pt x="39415" y="25051"/>
                  </a:cubicBezTo>
                  <a:cubicBezTo>
                    <a:pt x="38954" y="26754"/>
                    <a:pt x="37631" y="28090"/>
                    <a:pt x="35737" y="29327"/>
                  </a:cubicBezTo>
                  <a:cubicBezTo>
                    <a:pt x="32198" y="31640"/>
                    <a:pt x="27825" y="31145"/>
                    <a:pt x="24832" y="31571"/>
                  </a:cubicBezTo>
                  <a:cubicBezTo>
                    <a:pt x="21086" y="32101"/>
                    <a:pt x="19676" y="34109"/>
                    <a:pt x="15993" y="36037"/>
                  </a:cubicBezTo>
                  <a:cubicBezTo>
                    <a:pt x="15250" y="36422"/>
                    <a:pt x="14439" y="36681"/>
                    <a:pt x="13524" y="36843"/>
                  </a:cubicBezTo>
                  <a:cubicBezTo>
                    <a:pt x="6509" y="38103"/>
                    <a:pt x="2279" y="35887"/>
                    <a:pt x="1675" y="29989"/>
                  </a:cubicBezTo>
                  <a:cubicBezTo>
                    <a:pt x="1019" y="23612"/>
                    <a:pt x="0" y="20827"/>
                    <a:pt x="35" y="14600"/>
                  </a:cubicBezTo>
                  <a:cubicBezTo>
                    <a:pt x="69" y="8443"/>
                    <a:pt x="1537" y="5076"/>
                    <a:pt x="6152" y="413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2" name="Google Shape;1722;p64"/>
            <p:cNvSpPr/>
            <p:nvPr/>
          </p:nvSpPr>
          <p:spPr>
            <a:xfrm>
              <a:off x="3062955" y="3238677"/>
              <a:ext cx="1325297" cy="1213399"/>
            </a:xfrm>
            <a:custGeom>
              <a:avLst/>
              <a:gdLst/>
              <a:ahLst/>
              <a:cxnLst/>
              <a:rect l="l" t="t" r="r" b="b"/>
              <a:pathLst>
                <a:path w="41015" h="37552" fill="none" extrusionOk="0">
                  <a:moveTo>
                    <a:pt x="6123" y="3811"/>
                  </a:moveTo>
                  <a:cubicBezTo>
                    <a:pt x="11406" y="3022"/>
                    <a:pt x="16338" y="484"/>
                    <a:pt x="21333" y="64"/>
                  </a:cubicBezTo>
                  <a:cubicBezTo>
                    <a:pt x="21972" y="18"/>
                    <a:pt x="22605" y="1"/>
                    <a:pt x="23238" y="30"/>
                  </a:cubicBezTo>
                  <a:cubicBezTo>
                    <a:pt x="27589" y="231"/>
                    <a:pt x="30081" y="3040"/>
                    <a:pt x="33683" y="8455"/>
                  </a:cubicBezTo>
                  <a:cubicBezTo>
                    <a:pt x="36555" y="12771"/>
                    <a:pt x="41015" y="18411"/>
                    <a:pt x="38972" y="25288"/>
                  </a:cubicBezTo>
                  <a:cubicBezTo>
                    <a:pt x="38471" y="26951"/>
                    <a:pt x="37176" y="28292"/>
                    <a:pt x="35318" y="29563"/>
                  </a:cubicBezTo>
                  <a:cubicBezTo>
                    <a:pt x="31796" y="31952"/>
                    <a:pt x="27537" y="31376"/>
                    <a:pt x="24470" y="31606"/>
                  </a:cubicBezTo>
                  <a:cubicBezTo>
                    <a:pt x="20712" y="31883"/>
                    <a:pt x="19008" y="33448"/>
                    <a:pt x="15274" y="35353"/>
                  </a:cubicBezTo>
                  <a:cubicBezTo>
                    <a:pt x="14525" y="35733"/>
                    <a:pt x="13720" y="35992"/>
                    <a:pt x="12828" y="36164"/>
                  </a:cubicBezTo>
                  <a:cubicBezTo>
                    <a:pt x="5755" y="37551"/>
                    <a:pt x="1640" y="35353"/>
                    <a:pt x="1295" y="29339"/>
                  </a:cubicBezTo>
                  <a:cubicBezTo>
                    <a:pt x="915" y="22790"/>
                    <a:pt x="0" y="20275"/>
                    <a:pt x="29" y="14048"/>
                  </a:cubicBezTo>
                  <a:cubicBezTo>
                    <a:pt x="58" y="7839"/>
                    <a:pt x="1427" y="4507"/>
                    <a:pt x="6123" y="381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3" name="Google Shape;1723;p64"/>
            <p:cNvSpPr/>
            <p:nvPr/>
          </p:nvSpPr>
          <p:spPr>
            <a:xfrm>
              <a:off x="3072261" y="3248532"/>
              <a:ext cx="1316928" cy="1194981"/>
            </a:xfrm>
            <a:custGeom>
              <a:avLst/>
              <a:gdLst/>
              <a:ahLst/>
              <a:cxnLst/>
              <a:rect l="l" t="t" r="r" b="b"/>
              <a:pathLst>
                <a:path w="40756" h="36982" fill="none" extrusionOk="0">
                  <a:moveTo>
                    <a:pt x="6100" y="3488"/>
                  </a:moveTo>
                  <a:cubicBezTo>
                    <a:pt x="11492" y="2976"/>
                    <a:pt x="16482" y="473"/>
                    <a:pt x="21402" y="64"/>
                  </a:cubicBezTo>
                  <a:cubicBezTo>
                    <a:pt x="22041" y="12"/>
                    <a:pt x="22674" y="1"/>
                    <a:pt x="23307" y="30"/>
                  </a:cubicBezTo>
                  <a:cubicBezTo>
                    <a:pt x="27560" y="243"/>
                    <a:pt x="30040" y="2993"/>
                    <a:pt x="33522" y="8691"/>
                  </a:cubicBezTo>
                  <a:cubicBezTo>
                    <a:pt x="36158" y="12990"/>
                    <a:pt x="40756" y="18647"/>
                    <a:pt x="38540" y="25518"/>
                  </a:cubicBezTo>
                  <a:cubicBezTo>
                    <a:pt x="38011" y="27141"/>
                    <a:pt x="36733" y="28499"/>
                    <a:pt x="34903" y="29788"/>
                  </a:cubicBezTo>
                  <a:cubicBezTo>
                    <a:pt x="31416" y="32251"/>
                    <a:pt x="27266" y="31606"/>
                    <a:pt x="24113" y="31629"/>
                  </a:cubicBezTo>
                  <a:cubicBezTo>
                    <a:pt x="20361" y="31664"/>
                    <a:pt x="18346" y="32775"/>
                    <a:pt x="14571" y="34651"/>
                  </a:cubicBezTo>
                  <a:cubicBezTo>
                    <a:pt x="13812" y="35025"/>
                    <a:pt x="13006" y="35290"/>
                    <a:pt x="12137" y="35474"/>
                  </a:cubicBezTo>
                  <a:cubicBezTo>
                    <a:pt x="5007" y="36981"/>
                    <a:pt x="1007" y="34812"/>
                    <a:pt x="921" y="28666"/>
                  </a:cubicBezTo>
                  <a:cubicBezTo>
                    <a:pt x="829" y="21956"/>
                    <a:pt x="0" y="19694"/>
                    <a:pt x="40" y="13479"/>
                  </a:cubicBezTo>
                  <a:cubicBezTo>
                    <a:pt x="69" y="7235"/>
                    <a:pt x="1318" y="3949"/>
                    <a:pt x="6100" y="348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4" name="Google Shape;1724;p64"/>
            <p:cNvSpPr/>
            <p:nvPr/>
          </p:nvSpPr>
          <p:spPr>
            <a:xfrm>
              <a:off x="3081180" y="3258582"/>
              <a:ext cx="1308947" cy="1176757"/>
            </a:xfrm>
            <a:custGeom>
              <a:avLst/>
              <a:gdLst/>
              <a:ahLst/>
              <a:cxnLst/>
              <a:rect l="l" t="t" r="r" b="b"/>
              <a:pathLst>
                <a:path w="40509" h="36418" fill="none" extrusionOk="0">
                  <a:moveTo>
                    <a:pt x="6100" y="3166"/>
                  </a:moveTo>
                  <a:cubicBezTo>
                    <a:pt x="11596" y="2918"/>
                    <a:pt x="16637" y="461"/>
                    <a:pt x="21495" y="64"/>
                  </a:cubicBezTo>
                  <a:cubicBezTo>
                    <a:pt x="22133" y="12"/>
                    <a:pt x="22766" y="1"/>
                    <a:pt x="23394" y="35"/>
                  </a:cubicBezTo>
                  <a:cubicBezTo>
                    <a:pt x="27549" y="260"/>
                    <a:pt x="30035" y="2953"/>
                    <a:pt x="33372" y="8926"/>
                  </a:cubicBezTo>
                  <a:cubicBezTo>
                    <a:pt x="35766" y="13214"/>
                    <a:pt x="40508" y="18888"/>
                    <a:pt x="38103" y="25742"/>
                  </a:cubicBezTo>
                  <a:cubicBezTo>
                    <a:pt x="37545" y="27330"/>
                    <a:pt x="36290" y="28700"/>
                    <a:pt x="34500" y="30012"/>
                  </a:cubicBezTo>
                  <a:cubicBezTo>
                    <a:pt x="31042" y="32533"/>
                    <a:pt x="26996" y="31831"/>
                    <a:pt x="23768" y="31647"/>
                  </a:cubicBezTo>
                  <a:cubicBezTo>
                    <a:pt x="20004" y="31439"/>
                    <a:pt x="17691" y="32101"/>
                    <a:pt x="13869" y="33943"/>
                  </a:cubicBezTo>
                  <a:cubicBezTo>
                    <a:pt x="13104" y="34317"/>
                    <a:pt x="12310" y="34576"/>
                    <a:pt x="11452" y="34771"/>
                  </a:cubicBezTo>
                  <a:cubicBezTo>
                    <a:pt x="4265" y="36417"/>
                    <a:pt x="380" y="34253"/>
                    <a:pt x="547" y="27986"/>
                  </a:cubicBezTo>
                  <a:cubicBezTo>
                    <a:pt x="731" y="21104"/>
                    <a:pt x="0" y="19113"/>
                    <a:pt x="35" y="12903"/>
                  </a:cubicBezTo>
                  <a:cubicBezTo>
                    <a:pt x="87" y="6625"/>
                    <a:pt x="1232" y="3379"/>
                    <a:pt x="6100" y="316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5" name="Google Shape;1725;p64"/>
            <p:cNvSpPr/>
            <p:nvPr/>
          </p:nvSpPr>
          <p:spPr>
            <a:xfrm>
              <a:off x="3082472" y="3268243"/>
              <a:ext cx="1308947" cy="1158920"/>
            </a:xfrm>
            <a:custGeom>
              <a:avLst/>
              <a:gdLst/>
              <a:ahLst/>
              <a:cxnLst/>
              <a:rect l="l" t="t" r="r" b="b"/>
              <a:pathLst>
                <a:path w="40509" h="35866" fill="none" extrusionOk="0">
                  <a:moveTo>
                    <a:pt x="6331" y="2850"/>
                  </a:moveTo>
                  <a:cubicBezTo>
                    <a:pt x="11936" y="2878"/>
                    <a:pt x="17029" y="456"/>
                    <a:pt x="21823" y="64"/>
                  </a:cubicBezTo>
                  <a:cubicBezTo>
                    <a:pt x="22462" y="13"/>
                    <a:pt x="23095" y="1"/>
                    <a:pt x="23722" y="36"/>
                  </a:cubicBezTo>
                  <a:cubicBezTo>
                    <a:pt x="27779" y="271"/>
                    <a:pt x="30282" y="2901"/>
                    <a:pt x="33465" y="9168"/>
                  </a:cubicBezTo>
                  <a:cubicBezTo>
                    <a:pt x="35640" y="13433"/>
                    <a:pt x="40509" y="19130"/>
                    <a:pt x="37925" y="25973"/>
                  </a:cubicBezTo>
                  <a:cubicBezTo>
                    <a:pt x="37338" y="27521"/>
                    <a:pt x="36112" y="28896"/>
                    <a:pt x="34345" y="30237"/>
                  </a:cubicBezTo>
                  <a:cubicBezTo>
                    <a:pt x="30915" y="32832"/>
                    <a:pt x="26973" y="32067"/>
                    <a:pt x="23664" y="31681"/>
                  </a:cubicBezTo>
                  <a:cubicBezTo>
                    <a:pt x="19895" y="31232"/>
                    <a:pt x="17282" y="31434"/>
                    <a:pt x="13409" y="33258"/>
                  </a:cubicBezTo>
                  <a:cubicBezTo>
                    <a:pt x="12644" y="33621"/>
                    <a:pt x="11844" y="33891"/>
                    <a:pt x="11015" y="34093"/>
                  </a:cubicBezTo>
                  <a:cubicBezTo>
                    <a:pt x="3781" y="35865"/>
                    <a:pt x="1" y="33724"/>
                    <a:pt x="426" y="27336"/>
                  </a:cubicBezTo>
                  <a:cubicBezTo>
                    <a:pt x="904" y="20281"/>
                    <a:pt x="254" y="18555"/>
                    <a:pt x="300" y="12351"/>
                  </a:cubicBezTo>
                  <a:cubicBezTo>
                    <a:pt x="340" y="6032"/>
                    <a:pt x="1376" y="2827"/>
                    <a:pt x="6331" y="285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6" name="Google Shape;1726;p64"/>
            <p:cNvSpPr/>
            <p:nvPr/>
          </p:nvSpPr>
          <p:spPr>
            <a:xfrm>
              <a:off x="3071874" y="3278680"/>
              <a:ext cx="1321226" cy="1141407"/>
            </a:xfrm>
            <a:custGeom>
              <a:avLst/>
              <a:gdLst/>
              <a:ahLst/>
              <a:cxnLst/>
              <a:rect l="l" t="t" r="r" b="b"/>
              <a:pathLst>
                <a:path w="40889" h="35324" fill="none" extrusionOk="0">
                  <a:moveTo>
                    <a:pt x="6935" y="2521"/>
                  </a:moveTo>
                  <a:cubicBezTo>
                    <a:pt x="12644" y="2820"/>
                    <a:pt x="17794" y="432"/>
                    <a:pt x="22513" y="58"/>
                  </a:cubicBezTo>
                  <a:cubicBezTo>
                    <a:pt x="23164" y="12"/>
                    <a:pt x="23791" y="0"/>
                    <a:pt x="24412" y="41"/>
                  </a:cubicBezTo>
                  <a:cubicBezTo>
                    <a:pt x="28378" y="288"/>
                    <a:pt x="30915" y="2843"/>
                    <a:pt x="33931" y="9404"/>
                  </a:cubicBezTo>
                  <a:cubicBezTo>
                    <a:pt x="35888" y="13656"/>
                    <a:pt x="40889" y="19377"/>
                    <a:pt x="38109" y="26202"/>
                  </a:cubicBezTo>
                  <a:cubicBezTo>
                    <a:pt x="37493" y="27721"/>
                    <a:pt x="36290" y="29108"/>
                    <a:pt x="34558" y="30466"/>
                  </a:cubicBezTo>
                  <a:cubicBezTo>
                    <a:pt x="31151" y="33137"/>
                    <a:pt x="27313" y="32314"/>
                    <a:pt x="23929" y="31709"/>
                  </a:cubicBezTo>
                  <a:cubicBezTo>
                    <a:pt x="20148" y="31030"/>
                    <a:pt x="17242" y="30771"/>
                    <a:pt x="13334" y="32561"/>
                  </a:cubicBezTo>
                  <a:cubicBezTo>
                    <a:pt x="12558" y="32918"/>
                    <a:pt x="11769" y="33194"/>
                    <a:pt x="10952" y="33401"/>
                  </a:cubicBezTo>
                  <a:cubicBezTo>
                    <a:pt x="3661" y="35323"/>
                    <a:pt x="1" y="33188"/>
                    <a:pt x="685" y="26668"/>
                  </a:cubicBezTo>
                  <a:cubicBezTo>
                    <a:pt x="1439" y="19440"/>
                    <a:pt x="881" y="17978"/>
                    <a:pt x="927" y="11786"/>
                  </a:cubicBezTo>
                  <a:cubicBezTo>
                    <a:pt x="962" y="5410"/>
                    <a:pt x="1894" y="2256"/>
                    <a:pt x="6935" y="252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7" name="Google Shape;1727;p64"/>
            <p:cNvSpPr/>
            <p:nvPr/>
          </p:nvSpPr>
          <p:spPr>
            <a:xfrm>
              <a:off x="3060726" y="3288536"/>
              <a:ext cx="1333666" cy="1123926"/>
            </a:xfrm>
            <a:custGeom>
              <a:avLst/>
              <a:gdLst/>
              <a:ahLst/>
              <a:cxnLst/>
              <a:rect l="l" t="t" r="r" b="b"/>
              <a:pathLst>
                <a:path w="41274" h="34783" fill="none" extrusionOk="0">
                  <a:moveTo>
                    <a:pt x="7551" y="2199"/>
                  </a:moveTo>
                  <a:cubicBezTo>
                    <a:pt x="13374" y="2774"/>
                    <a:pt x="18571" y="426"/>
                    <a:pt x="23227" y="58"/>
                  </a:cubicBezTo>
                  <a:cubicBezTo>
                    <a:pt x="23877" y="6"/>
                    <a:pt x="24510" y="0"/>
                    <a:pt x="25120" y="41"/>
                  </a:cubicBezTo>
                  <a:cubicBezTo>
                    <a:pt x="28982" y="300"/>
                    <a:pt x="31577" y="2791"/>
                    <a:pt x="34408" y="9640"/>
                  </a:cubicBezTo>
                  <a:cubicBezTo>
                    <a:pt x="36152" y="13875"/>
                    <a:pt x="41274" y="19624"/>
                    <a:pt x="38310" y="26426"/>
                  </a:cubicBezTo>
                  <a:cubicBezTo>
                    <a:pt x="37666" y="27911"/>
                    <a:pt x="36486" y="29304"/>
                    <a:pt x="34782" y="30696"/>
                  </a:cubicBezTo>
                  <a:cubicBezTo>
                    <a:pt x="31404" y="33436"/>
                    <a:pt x="27658" y="32567"/>
                    <a:pt x="24211" y="31738"/>
                  </a:cubicBezTo>
                  <a:cubicBezTo>
                    <a:pt x="20413" y="30823"/>
                    <a:pt x="17213" y="30098"/>
                    <a:pt x="13265" y="31865"/>
                  </a:cubicBezTo>
                  <a:cubicBezTo>
                    <a:pt x="12471" y="32222"/>
                    <a:pt x="11688" y="32492"/>
                    <a:pt x="10894" y="32716"/>
                  </a:cubicBezTo>
                  <a:cubicBezTo>
                    <a:pt x="3551" y="34782"/>
                    <a:pt x="0" y="32653"/>
                    <a:pt x="938" y="26006"/>
                  </a:cubicBezTo>
                  <a:cubicBezTo>
                    <a:pt x="1986" y="18611"/>
                    <a:pt x="1514" y="17409"/>
                    <a:pt x="1566" y="11222"/>
                  </a:cubicBezTo>
                  <a:cubicBezTo>
                    <a:pt x="1606" y="4806"/>
                    <a:pt x="2423" y="1692"/>
                    <a:pt x="7551" y="219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8" name="Google Shape;1728;p64"/>
            <p:cNvSpPr/>
            <p:nvPr/>
          </p:nvSpPr>
          <p:spPr>
            <a:xfrm>
              <a:off x="3049740" y="3298585"/>
              <a:ext cx="1346333" cy="1105863"/>
            </a:xfrm>
            <a:custGeom>
              <a:avLst/>
              <a:gdLst/>
              <a:ahLst/>
              <a:cxnLst/>
              <a:rect l="l" t="t" r="r" b="b"/>
              <a:pathLst>
                <a:path w="41666" h="34224" fill="none" extrusionOk="0">
                  <a:moveTo>
                    <a:pt x="8167" y="1876"/>
                  </a:moveTo>
                  <a:cubicBezTo>
                    <a:pt x="14094" y="2734"/>
                    <a:pt x="19343" y="409"/>
                    <a:pt x="23935" y="58"/>
                  </a:cubicBezTo>
                  <a:cubicBezTo>
                    <a:pt x="24580" y="6"/>
                    <a:pt x="25213" y="0"/>
                    <a:pt x="25828" y="40"/>
                  </a:cubicBezTo>
                  <a:cubicBezTo>
                    <a:pt x="29598" y="305"/>
                    <a:pt x="32262" y="2734"/>
                    <a:pt x="34875" y="9875"/>
                  </a:cubicBezTo>
                  <a:cubicBezTo>
                    <a:pt x="36423" y="14105"/>
                    <a:pt x="41666" y="19871"/>
                    <a:pt x="38500" y="26656"/>
                  </a:cubicBezTo>
                  <a:cubicBezTo>
                    <a:pt x="37827" y="28112"/>
                    <a:pt x="36665" y="29511"/>
                    <a:pt x="34990" y="30915"/>
                  </a:cubicBezTo>
                  <a:cubicBezTo>
                    <a:pt x="31646" y="33735"/>
                    <a:pt x="27986" y="32803"/>
                    <a:pt x="24482" y="31755"/>
                  </a:cubicBezTo>
                  <a:cubicBezTo>
                    <a:pt x="20661" y="30616"/>
                    <a:pt x="17179" y="29419"/>
                    <a:pt x="13179" y="31162"/>
                  </a:cubicBezTo>
                  <a:cubicBezTo>
                    <a:pt x="12379" y="31508"/>
                    <a:pt x="11602" y="31784"/>
                    <a:pt x="10837" y="32014"/>
                  </a:cubicBezTo>
                  <a:cubicBezTo>
                    <a:pt x="3442" y="34224"/>
                    <a:pt x="1" y="32100"/>
                    <a:pt x="1198" y="25327"/>
                  </a:cubicBezTo>
                  <a:cubicBezTo>
                    <a:pt x="2527" y="17765"/>
                    <a:pt x="2153" y="16821"/>
                    <a:pt x="2193" y="10646"/>
                  </a:cubicBezTo>
                  <a:cubicBezTo>
                    <a:pt x="2239" y="4201"/>
                    <a:pt x="2953" y="1134"/>
                    <a:pt x="8167" y="187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9" name="Google Shape;1729;p64"/>
            <p:cNvSpPr/>
            <p:nvPr/>
          </p:nvSpPr>
          <p:spPr>
            <a:xfrm>
              <a:off x="3039529" y="3308247"/>
              <a:ext cx="1358418" cy="1100499"/>
            </a:xfrm>
            <a:custGeom>
              <a:avLst/>
              <a:gdLst/>
              <a:ahLst/>
              <a:cxnLst/>
              <a:rect l="l" t="t" r="r" b="b"/>
              <a:pathLst>
                <a:path w="42040" h="34058" fill="none" extrusionOk="0">
                  <a:moveTo>
                    <a:pt x="8753" y="1560"/>
                  </a:moveTo>
                  <a:cubicBezTo>
                    <a:pt x="14790" y="2682"/>
                    <a:pt x="20102" y="403"/>
                    <a:pt x="24619" y="58"/>
                  </a:cubicBezTo>
                  <a:cubicBezTo>
                    <a:pt x="25264" y="6"/>
                    <a:pt x="25897" y="0"/>
                    <a:pt x="26507" y="52"/>
                  </a:cubicBezTo>
                  <a:cubicBezTo>
                    <a:pt x="30178" y="334"/>
                    <a:pt x="32947" y="2682"/>
                    <a:pt x="35329" y="10123"/>
                  </a:cubicBezTo>
                  <a:cubicBezTo>
                    <a:pt x="36681" y="14347"/>
                    <a:pt x="42039" y="20136"/>
                    <a:pt x="38678" y="26898"/>
                  </a:cubicBezTo>
                  <a:cubicBezTo>
                    <a:pt x="37976" y="28314"/>
                    <a:pt x="36837" y="29730"/>
                    <a:pt x="35197" y="31157"/>
                  </a:cubicBezTo>
                  <a:cubicBezTo>
                    <a:pt x="31888" y="34057"/>
                    <a:pt x="28314" y="33062"/>
                    <a:pt x="24746" y="31796"/>
                  </a:cubicBezTo>
                  <a:cubicBezTo>
                    <a:pt x="20896" y="30420"/>
                    <a:pt x="17132" y="28763"/>
                    <a:pt x="13092" y="30478"/>
                  </a:cubicBezTo>
                  <a:cubicBezTo>
                    <a:pt x="12287" y="30817"/>
                    <a:pt x="11510" y="31105"/>
                    <a:pt x="10762" y="31341"/>
                  </a:cubicBezTo>
                  <a:cubicBezTo>
                    <a:pt x="3321" y="33712"/>
                    <a:pt x="0" y="31588"/>
                    <a:pt x="1433" y="24683"/>
                  </a:cubicBezTo>
                  <a:cubicBezTo>
                    <a:pt x="3062" y="16954"/>
                    <a:pt x="2762" y="16275"/>
                    <a:pt x="2814" y="10100"/>
                  </a:cubicBezTo>
                  <a:cubicBezTo>
                    <a:pt x="2849" y="3603"/>
                    <a:pt x="3447" y="576"/>
                    <a:pt x="8753" y="156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0" name="Google Shape;1730;p64"/>
            <p:cNvSpPr/>
            <p:nvPr/>
          </p:nvSpPr>
          <p:spPr>
            <a:xfrm>
              <a:off x="3022048" y="3309345"/>
              <a:ext cx="1456034" cy="1221380"/>
            </a:xfrm>
            <a:custGeom>
              <a:avLst/>
              <a:gdLst/>
              <a:ahLst/>
              <a:cxnLst/>
              <a:rect l="l" t="t" r="r" b="b"/>
              <a:pathLst>
                <a:path w="45061" h="37799" fill="none" extrusionOk="0">
                  <a:moveTo>
                    <a:pt x="35991" y="10630"/>
                  </a:moveTo>
                  <a:cubicBezTo>
                    <a:pt x="37395" y="15723"/>
                    <a:pt x="45060" y="23118"/>
                    <a:pt x="35605" y="31652"/>
                  </a:cubicBezTo>
                  <a:cubicBezTo>
                    <a:pt x="28797" y="37798"/>
                    <a:pt x="21109" y="26784"/>
                    <a:pt x="13196" y="30052"/>
                  </a:cubicBezTo>
                  <a:cubicBezTo>
                    <a:pt x="4075" y="33810"/>
                    <a:pt x="0" y="31998"/>
                    <a:pt x="1865" y="24280"/>
                  </a:cubicBezTo>
                  <a:cubicBezTo>
                    <a:pt x="3770" y="16385"/>
                    <a:pt x="3568" y="15965"/>
                    <a:pt x="3620" y="9801"/>
                  </a:cubicBezTo>
                  <a:cubicBezTo>
                    <a:pt x="3678" y="3270"/>
                    <a:pt x="4167" y="289"/>
                    <a:pt x="9553" y="1514"/>
                  </a:cubicBezTo>
                  <a:cubicBezTo>
                    <a:pt x="15699" y="2907"/>
                    <a:pt x="21057" y="663"/>
                    <a:pt x="25511" y="335"/>
                  </a:cubicBezTo>
                  <a:cubicBezTo>
                    <a:pt x="29966" y="1"/>
                    <a:pt x="33505" y="1583"/>
                    <a:pt x="35991" y="1063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1" name="Google Shape;1731;p64"/>
            <p:cNvSpPr/>
            <p:nvPr/>
          </p:nvSpPr>
          <p:spPr>
            <a:xfrm>
              <a:off x="3035813" y="3186427"/>
              <a:ext cx="1225452" cy="1273629"/>
            </a:xfrm>
            <a:custGeom>
              <a:avLst/>
              <a:gdLst/>
              <a:ahLst/>
              <a:cxnLst/>
              <a:rect l="l" t="t" r="r" b="b"/>
              <a:pathLst>
                <a:path w="37925" h="39416" fill="none" extrusionOk="0">
                  <a:moveTo>
                    <a:pt x="29258" y="3592"/>
                  </a:moveTo>
                  <a:cubicBezTo>
                    <a:pt x="33453" y="5779"/>
                    <a:pt x="36981" y="9813"/>
                    <a:pt x="36670" y="15763"/>
                  </a:cubicBezTo>
                  <a:cubicBezTo>
                    <a:pt x="36399" y="20971"/>
                    <a:pt x="37924" y="23774"/>
                    <a:pt x="35323" y="28763"/>
                  </a:cubicBezTo>
                  <a:cubicBezTo>
                    <a:pt x="32923" y="33350"/>
                    <a:pt x="28895" y="36538"/>
                    <a:pt x="24314" y="37977"/>
                  </a:cubicBezTo>
                  <a:cubicBezTo>
                    <a:pt x="19739" y="39416"/>
                    <a:pt x="14612" y="39105"/>
                    <a:pt x="10019" y="36711"/>
                  </a:cubicBezTo>
                  <a:cubicBezTo>
                    <a:pt x="5870" y="34547"/>
                    <a:pt x="3361" y="30703"/>
                    <a:pt x="1888" y="26634"/>
                  </a:cubicBezTo>
                  <a:cubicBezTo>
                    <a:pt x="104" y="21702"/>
                    <a:pt x="0" y="16287"/>
                    <a:pt x="2624" y="11257"/>
                  </a:cubicBezTo>
                  <a:cubicBezTo>
                    <a:pt x="4765" y="7160"/>
                    <a:pt x="8086" y="5871"/>
                    <a:pt x="11654" y="3488"/>
                  </a:cubicBezTo>
                  <a:cubicBezTo>
                    <a:pt x="16885" y="1"/>
                    <a:pt x="24176" y="939"/>
                    <a:pt x="29258" y="359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2" name="Google Shape;1732;p64"/>
            <p:cNvSpPr/>
            <p:nvPr/>
          </p:nvSpPr>
          <p:spPr>
            <a:xfrm>
              <a:off x="3049740" y="3195927"/>
              <a:ext cx="1198147" cy="1243320"/>
            </a:xfrm>
            <a:custGeom>
              <a:avLst/>
              <a:gdLst/>
              <a:ahLst/>
              <a:cxnLst/>
              <a:rect l="l" t="t" r="r" b="b"/>
              <a:pathLst>
                <a:path w="37080" h="38478" fill="none" extrusionOk="0">
                  <a:moveTo>
                    <a:pt x="28982" y="3770"/>
                  </a:moveTo>
                  <a:cubicBezTo>
                    <a:pt x="33005" y="6083"/>
                    <a:pt x="36360" y="9950"/>
                    <a:pt x="36014" y="15700"/>
                  </a:cubicBezTo>
                  <a:cubicBezTo>
                    <a:pt x="35715" y="20718"/>
                    <a:pt x="37079" y="23440"/>
                    <a:pt x="34622" y="28360"/>
                  </a:cubicBezTo>
                  <a:cubicBezTo>
                    <a:pt x="32262" y="33091"/>
                    <a:pt x="28291" y="36158"/>
                    <a:pt x="23699" y="37320"/>
                  </a:cubicBezTo>
                  <a:cubicBezTo>
                    <a:pt x="19101" y="38477"/>
                    <a:pt x="14146" y="38477"/>
                    <a:pt x="9559" y="36083"/>
                  </a:cubicBezTo>
                  <a:cubicBezTo>
                    <a:pt x="5387" y="33908"/>
                    <a:pt x="3028" y="30058"/>
                    <a:pt x="1721" y="26041"/>
                  </a:cubicBezTo>
                  <a:cubicBezTo>
                    <a:pt x="1664" y="25857"/>
                    <a:pt x="1601" y="25678"/>
                    <a:pt x="1549" y="25488"/>
                  </a:cubicBezTo>
                  <a:cubicBezTo>
                    <a:pt x="185" y="20660"/>
                    <a:pt x="1" y="15584"/>
                    <a:pt x="2613" y="10865"/>
                  </a:cubicBezTo>
                  <a:cubicBezTo>
                    <a:pt x="4023" y="8310"/>
                    <a:pt x="5905" y="6877"/>
                    <a:pt x="8086" y="5548"/>
                  </a:cubicBezTo>
                  <a:cubicBezTo>
                    <a:pt x="9220" y="4852"/>
                    <a:pt x="10428" y="4173"/>
                    <a:pt x="11666" y="3367"/>
                  </a:cubicBezTo>
                  <a:cubicBezTo>
                    <a:pt x="16857" y="0"/>
                    <a:pt x="24016" y="915"/>
                    <a:pt x="28982" y="377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3" name="Google Shape;1733;p64"/>
            <p:cNvSpPr/>
            <p:nvPr/>
          </p:nvSpPr>
          <p:spPr>
            <a:xfrm>
              <a:off x="3060532" y="3205976"/>
              <a:ext cx="1174333" cy="1222834"/>
            </a:xfrm>
            <a:custGeom>
              <a:avLst/>
              <a:gdLst/>
              <a:ahLst/>
              <a:cxnLst/>
              <a:rect l="l" t="t" r="r" b="b"/>
              <a:pathLst>
                <a:path w="36343" h="37844" fill="none" extrusionOk="0">
                  <a:moveTo>
                    <a:pt x="28809" y="3936"/>
                  </a:moveTo>
                  <a:cubicBezTo>
                    <a:pt x="32659" y="6365"/>
                    <a:pt x="35830" y="10077"/>
                    <a:pt x="35456" y="15619"/>
                  </a:cubicBezTo>
                  <a:cubicBezTo>
                    <a:pt x="35134" y="20459"/>
                    <a:pt x="36342" y="23094"/>
                    <a:pt x="34040" y="27946"/>
                  </a:cubicBezTo>
                  <a:cubicBezTo>
                    <a:pt x="31721" y="32831"/>
                    <a:pt x="27796" y="35772"/>
                    <a:pt x="23192" y="36664"/>
                  </a:cubicBezTo>
                  <a:cubicBezTo>
                    <a:pt x="18571" y="37550"/>
                    <a:pt x="13789" y="37844"/>
                    <a:pt x="9214" y="35450"/>
                  </a:cubicBezTo>
                  <a:cubicBezTo>
                    <a:pt x="5024" y="33263"/>
                    <a:pt x="2803" y="29402"/>
                    <a:pt x="1658" y="25454"/>
                  </a:cubicBezTo>
                  <a:cubicBezTo>
                    <a:pt x="1612" y="25270"/>
                    <a:pt x="1554" y="25085"/>
                    <a:pt x="1508" y="24907"/>
                  </a:cubicBezTo>
                  <a:cubicBezTo>
                    <a:pt x="380" y="20021"/>
                    <a:pt x="0" y="15072"/>
                    <a:pt x="2694" y="10451"/>
                  </a:cubicBezTo>
                  <a:cubicBezTo>
                    <a:pt x="4121" y="8017"/>
                    <a:pt x="5997" y="6624"/>
                    <a:pt x="8213" y="5329"/>
                  </a:cubicBezTo>
                  <a:cubicBezTo>
                    <a:pt x="9352" y="4667"/>
                    <a:pt x="10549" y="4005"/>
                    <a:pt x="11786" y="3229"/>
                  </a:cubicBezTo>
                  <a:cubicBezTo>
                    <a:pt x="16931" y="0"/>
                    <a:pt x="23952" y="881"/>
                    <a:pt x="28809" y="393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4" name="Google Shape;1734;p64"/>
            <p:cNvSpPr/>
            <p:nvPr/>
          </p:nvSpPr>
          <p:spPr>
            <a:xfrm>
              <a:off x="3070193" y="3215444"/>
              <a:ext cx="1151100" cy="1203156"/>
            </a:xfrm>
            <a:custGeom>
              <a:avLst/>
              <a:gdLst/>
              <a:ahLst/>
              <a:cxnLst/>
              <a:rect l="l" t="t" r="r" b="b"/>
              <a:pathLst>
                <a:path w="35624" h="37235" fill="none" extrusionOk="0">
                  <a:moveTo>
                    <a:pt x="28660" y="4127"/>
                  </a:moveTo>
                  <a:cubicBezTo>
                    <a:pt x="32337" y="6670"/>
                    <a:pt x="35318" y="10233"/>
                    <a:pt x="34921" y="15562"/>
                  </a:cubicBezTo>
                  <a:cubicBezTo>
                    <a:pt x="34576" y="20217"/>
                    <a:pt x="35623" y="22778"/>
                    <a:pt x="33465" y="27560"/>
                  </a:cubicBezTo>
                  <a:cubicBezTo>
                    <a:pt x="31192" y="32596"/>
                    <a:pt x="27313" y="35410"/>
                    <a:pt x="22692" y="36026"/>
                  </a:cubicBezTo>
                  <a:cubicBezTo>
                    <a:pt x="18048" y="36630"/>
                    <a:pt x="13444" y="37234"/>
                    <a:pt x="8869" y="34840"/>
                  </a:cubicBezTo>
                  <a:cubicBezTo>
                    <a:pt x="4662" y="32642"/>
                    <a:pt x="2590" y="28769"/>
                    <a:pt x="1606" y="24879"/>
                  </a:cubicBezTo>
                  <a:cubicBezTo>
                    <a:pt x="1560" y="24700"/>
                    <a:pt x="1514" y="24516"/>
                    <a:pt x="1474" y="24338"/>
                  </a:cubicBezTo>
                  <a:cubicBezTo>
                    <a:pt x="582" y="19389"/>
                    <a:pt x="1" y="14572"/>
                    <a:pt x="2786" y="10066"/>
                  </a:cubicBezTo>
                  <a:cubicBezTo>
                    <a:pt x="4225" y="7741"/>
                    <a:pt x="6095" y="6400"/>
                    <a:pt x="8345" y="5145"/>
                  </a:cubicBezTo>
                  <a:cubicBezTo>
                    <a:pt x="9473" y="4512"/>
                    <a:pt x="10676" y="3868"/>
                    <a:pt x="11913" y="3114"/>
                  </a:cubicBezTo>
                  <a:cubicBezTo>
                    <a:pt x="17035" y="1"/>
                    <a:pt x="23929" y="847"/>
                    <a:pt x="28660" y="412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5" name="Google Shape;1735;p64"/>
            <p:cNvSpPr/>
            <p:nvPr/>
          </p:nvSpPr>
          <p:spPr>
            <a:xfrm>
              <a:off x="3080598" y="3225299"/>
              <a:ext cx="1128223" cy="1182153"/>
            </a:xfrm>
            <a:custGeom>
              <a:avLst/>
              <a:gdLst/>
              <a:ahLst/>
              <a:cxnLst/>
              <a:rect l="l" t="t" r="r" b="b"/>
              <a:pathLst>
                <a:path w="34916" h="36585" fill="none" extrusionOk="0">
                  <a:moveTo>
                    <a:pt x="28499" y="4294"/>
                  </a:moveTo>
                  <a:cubicBezTo>
                    <a:pt x="31998" y="6941"/>
                    <a:pt x="34806" y="10359"/>
                    <a:pt x="34375" y="15481"/>
                  </a:cubicBezTo>
                  <a:cubicBezTo>
                    <a:pt x="34000" y="19953"/>
                    <a:pt x="34916" y="22439"/>
                    <a:pt x="32884" y="27140"/>
                  </a:cubicBezTo>
                  <a:cubicBezTo>
                    <a:pt x="30657" y="32337"/>
                    <a:pt x="26830" y="35024"/>
                    <a:pt x="22186" y="35358"/>
                  </a:cubicBezTo>
                  <a:cubicBezTo>
                    <a:pt x="17524" y="35692"/>
                    <a:pt x="13093" y="36584"/>
                    <a:pt x="8524" y="34196"/>
                  </a:cubicBezTo>
                  <a:cubicBezTo>
                    <a:pt x="4306" y="31980"/>
                    <a:pt x="2372" y="28107"/>
                    <a:pt x="1549" y="24269"/>
                  </a:cubicBezTo>
                  <a:cubicBezTo>
                    <a:pt x="1515" y="24090"/>
                    <a:pt x="1468" y="23918"/>
                    <a:pt x="1440" y="23739"/>
                  </a:cubicBezTo>
                  <a:cubicBezTo>
                    <a:pt x="789" y="18715"/>
                    <a:pt x="1" y="14042"/>
                    <a:pt x="2878" y="9646"/>
                  </a:cubicBezTo>
                  <a:cubicBezTo>
                    <a:pt x="4323" y="7436"/>
                    <a:pt x="6187" y="6141"/>
                    <a:pt x="8484" y="4921"/>
                  </a:cubicBezTo>
                  <a:cubicBezTo>
                    <a:pt x="9612" y="4322"/>
                    <a:pt x="10809" y="3689"/>
                    <a:pt x="12046" y="2964"/>
                  </a:cubicBezTo>
                  <a:cubicBezTo>
                    <a:pt x="17122" y="1"/>
                    <a:pt x="23872" y="801"/>
                    <a:pt x="28499" y="429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6" name="Google Shape;1736;p64"/>
            <p:cNvSpPr/>
            <p:nvPr/>
          </p:nvSpPr>
          <p:spPr>
            <a:xfrm>
              <a:off x="3090841" y="3234799"/>
              <a:ext cx="1107931" cy="1162410"/>
            </a:xfrm>
            <a:custGeom>
              <a:avLst/>
              <a:gdLst/>
              <a:ahLst/>
              <a:cxnLst/>
              <a:rect l="l" t="t" r="r" b="b"/>
              <a:pathLst>
                <a:path w="34288" h="35974" fill="none" extrusionOk="0">
                  <a:moveTo>
                    <a:pt x="28332" y="4477"/>
                  </a:moveTo>
                  <a:cubicBezTo>
                    <a:pt x="31669" y="7222"/>
                    <a:pt x="34288" y="10503"/>
                    <a:pt x="33827" y="15417"/>
                  </a:cubicBezTo>
                  <a:cubicBezTo>
                    <a:pt x="33430" y="19705"/>
                    <a:pt x="34196" y="22122"/>
                    <a:pt x="32308" y="26749"/>
                  </a:cubicBezTo>
                  <a:cubicBezTo>
                    <a:pt x="30121" y="32089"/>
                    <a:pt x="26346" y="34650"/>
                    <a:pt x="21685" y="34719"/>
                  </a:cubicBezTo>
                  <a:cubicBezTo>
                    <a:pt x="17000" y="34782"/>
                    <a:pt x="12742" y="35974"/>
                    <a:pt x="8184" y="33580"/>
                  </a:cubicBezTo>
                  <a:cubicBezTo>
                    <a:pt x="3943" y="31358"/>
                    <a:pt x="2153" y="27456"/>
                    <a:pt x="1491" y="23687"/>
                  </a:cubicBezTo>
                  <a:cubicBezTo>
                    <a:pt x="1462" y="23514"/>
                    <a:pt x="1428" y="23336"/>
                    <a:pt x="1410" y="23163"/>
                  </a:cubicBezTo>
                  <a:cubicBezTo>
                    <a:pt x="1002" y="18065"/>
                    <a:pt x="1" y="13541"/>
                    <a:pt x="2976" y="9254"/>
                  </a:cubicBezTo>
                  <a:cubicBezTo>
                    <a:pt x="4426" y="7153"/>
                    <a:pt x="6285" y="5905"/>
                    <a:pt x="8621" y="4719"/>
                  </a:cubicBezTo>
                  <a:cubicBezTo>
                    <a:pt x="9743" y="4149"/>
                    <a:pt x="10935" y="3539"/>
                    <a:pt x="12172" y="2843"/>
                  </a:cubicBezTo>
                  <a:cubicBezTo>
                    <a:pt x="17207" y="0"/>
                    <a:pt x="23820" y="754"/>
                    <a:pt x="28332" y="447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7" name="Google Shape;1737;p64"/>
            <p:cNvSpPr/>
            <p:nvPr/>
          </p:nvSpPr>
          <p:spPr>
            <a:xfrm>
              <a:off x="3100891" y="3244267"/>
              <a:ext cx="1091581" cy="1142344"/>
            </a:xfrm>
            <a:custGeom>
              <a:avLst/>
              <a:gdLst/>
              <a:ahLst/>
              <a:cxnLst/>
              <a:rect l="l" t="t" r="r" b="b"/>
              <a:pathLst>
                <a:path w="33782" h="35353" fill="none" extrusionOk="0">
                  <a:moveTo>
                    <a:pt x="28176" y="4662"/>
                  </a:moveTo>
                  <a:cubicBezTo>
                    <a:pt x="31341" y="7511"/>
                    <a:pt x="33781" y="10647"/>
                    <a:pt x="33286" y="15360"/>
                  </a:cubicBezTo>
                  <a:cubicBezTo>
                    <a:pt x="32860" y="19463"/>
                    <a:pt x="33493" y="21811"/>
                    <a:pt x="31732" y="26352"/>
                  </a:cubicBezTo>
                  <a:cubicBezTo>
                    <a:pt x="29597" y="31854"/>
                    <a:pt x="25862" y="34288"/>
                    <a:pt x="21184" y="34069"/>
                  </a:cubicBezTo>
                  <a:cubicBezTo>
                    <a:pt x="16482" y="33856"/>
                    <a:pt x="12402" y="35352"/>
                    <a:pt x="7844" y="32964"/>
                  </a:cubicBezTo>
                  <a:cubicBezTo>
                    <a:pt x="3586" y="30726"/>
                    <a:pt x="1945" y="26818"/>
                    <a:pt x="1445" y="23118"/>
                  </a:cubicBezTo>
                  <a:cubicBezTo>
                    <a:pt x="1427" y="22939"/>
                    <a:pt x="1399" y="22772"/>
                    <a:pt x="1387" y="22594"/>
                  </a:cubicBezTo>
                  <a:cubicBezTo>
                    <a:pt x="1232" y="17415"/>
                    <a:pt x="0" y="13035"/>
                    <a:pt x="3073" y="8857"/>
                  </a:cubicBezTo>
                  <a:cubicBezTo>
                    <a:pt x="4535" y="6872"/>
                    <a:pt x="6382" y="5669"/>
                    <a:pt x="8765" y="4524"/>
                  </a:cubicBezTo>
                  <a:cubicBezTo>
                    <a:pt x="9876" y="3989"/>
                    <a:pt x="11073" y="3396"/>
                    <a:pt x="12310" y="2723"/>
                  </a:cubicBezTo>
                  <a:cubicBezTo>
                    <a:pt x="17299" y="1"/>
                    <a:pt x="23785" y="708"/>
                    <a:pt x="28176" y="466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8" name="Google Shape;1738;p64"/>
            <p:cNvSpPr/>
            <p:nvPr/>
          </p:nvSpPr>
          <p:spPr>
            <a:xfrm>
              <a:off x="3110940" y="3254122"/>
              <a:ext cx="1075198" cy="1122245"/>
            </a:xfrm>
            <a:custGeom>
              <a:avLst/>
              <a:gdLst/>
              <a:ahLst/>
              <a:cxnLst/>
              <a:rect l="l" t="t" r="r" b="b"/>
              <a:pathLst>
                <a:path w="33275" h="34731" fill="none" extrusionOk="0">
                  <a:moveTo>
                    <a:pt x="28026" y="4835"/>
                  </a:moveTo>
                  <a:cubicBezTo>
                    <a:pt x="31024" y="7770"/>
                    <a:pt x="33274" y="10785"/>
                    <a:pt x="32751" y="15285"/>
                  </a:cubicBezTo>
                  <a:cubicBezTo>
                    <a:pt x="32308" y="19204"/>
                    <a:pt x="32803" y="21489"/>
                    <a:pt x="31162" y="25949"/>
                  </a:cubicBezTo>
                  <a:cubicBezTo>
                    <a:pt x="29073" y="31618"/>
                    <a:pt x="25379" y="33902"/>
                    <a:pt x="20694" y="33419"/>
                  </a:cubicBezTo>
                  <a:cubicBezTo>
                    <a:pt x="15970" y="32930"/>
                    <a:pt x="12062" y="34731"/>
                    <a:pt x="7510" y="32337"/>
                  </a:cubicBezTo>
                  <a:cubicBezTo>
                    <a:pt x="3234" y="30093"/>
                    <a:pt x="1732" y="26168"/>
                    <a:pt x="1404" y="22525"/>
                  </a:cubicBezTo>
                  <a:cubicBezTo>
                    <a:pt x="1387" y="22352"/>
                    <a:pt x="1364" y="22185"/>
                    <a:pt x="1364" y="22013"/>
                  </a:cubicBezTo>
                  <a:cubicBezTo>
                    <a:pt x="1468" y="16741"/>
                    <a:pt x="0" y="12523"/>
                    <a:pt x="3177" y="8454"/>
                  </a:cubicBezTo>
                  <a:cubicBezTo>
                    <a:pt x="4638" y="6584"/>
                    <a:pt x="6486" y="5422"/>
                    <a:pt x="8914" y="4317"/>
                  </a:cubicBezTo>
                  <a:cubicBezTo>
                    <a:pt x="10025" y="3805"/>
                    <a:pt x="11216" y="3229"/>
                    <a:pt x="12453" y="2585"/>
                  </a:cubicBezTo>
                  <a:cubicBezTo>
                    <a:pt x="17403" y="1"/>
                    <a:pt x="23744" y="639"/>
                    <a:pt x="28026" y="483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9" name="Google Shape;1739;p64"/>
            <p:cNvSpPr/>
            <p:nvPr/>
          </p:nvSpPr>
          <p:spPr>
            <a:xfrm>
              <a:off x="3120407" y="3263622"/>
              <a:ext cx="1059204" cy="1101986"/>
            </a:xfrm>
            <a:custGeom>
              <a:avLst/>
              <a:gdLst/>
              <a:ahLst/>
              <a:cxnLst/>
              <a:rect l="l" t="t" r="r" b="b"/>
              <a:pathLst>
                <a:path w="32780" h="34104" fill="none" extrusionOk="0">
                  <a:moveTo>
                    <a:pt x="27883" y="5013"/>
                  </a:moveTo>
                  <a:cubicBezTo>
                    <a:pt x="30720" y="8034"/>
                    <a:pt x="32780" y="10917"/>
                    <a:pt x="32228" y="15222"/>
                  </a:cubicBezTo>
                  <a:cubicBezTo>
                    <a:pt x="31756" y="18957"/>
                    <a:pt x="32130" y="21178"/>
                    <a:pt x="30610" y="25552"/>
                  </a:cubicBezTo>
                  <a:cubicBezTo>
                    <a:pt x="28579" y="31387"/>
                    <a:pt x="24919" y="33539"/>
                    <a:pt x="20217" y="32774"/>
                  </a:cubicBezTo>
                  <a:cubicBezTo>
                    <a:pt x="15469" y="32003"/>
                    <a:pt x="11735" y="34103"/>
                    <a:pt x="7188" y="31715"/>
                  </a:cubicBezTo>
                  <a:cubicBezTo>
                    <a:pt x="2901" y="29459"/>
                    <a:pt x="1543" y="25523"/>
                    <a:pt x="1370" y="21943"/>
                  </a:cubicBezTo>
                  <a:cubicBezTo>
                    <a:pt x="1359" y="21776"/>
                    <a:pt x="1347" y="21604"/>
                    <a:pt x="1353" y="21437"/>
                  </a:cubicBezTo>
                  <a:cubicBezTo>
                    <a:pt x="1721" y="16079"/>
                    <a:pt x="1" y="12022"/>
                    <a:pt x="3287" y="8057"/>
                  </a:cubicBezTo>
                  <a:cubicBezTo>
                    <a:pt x="4748" y="6296"/>
                    <a:pt x="6596" y="5185"/>
                    <a:pt x="9064" y="4121"/>
                  </a:cubicBezTo>
                  <a:cubicBezTo>
                    <a:pt x="10175" y="3637"/>
                    <a:pt x="11361" y="3085"/>
                    <a:pt x="12598" y="2469"/>
                  </a:cubicBezTo>
                  <a:cubicBezTo>
                    <a:pt x="17512" y="0"/>
                    <a:pt x="23728" y="581"/>
                    <a:pt x="27883" y="501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0" name="Google Shape;1740;p64"/>
            <p:cNvSpPr/>
            <p:nvPr/>
          </p:nvSpPr>
          <p:spPr>
            <a:xfrm>
              <a:off x="3129713" y="3273090"/>
              <a:ext cx="1043791" cy="1082081"/>
            </a:xfrm>
            <a:custGeom>
              <a:avLst/>
              <a:gdLst/>
              <a:ahLst/>
              <a:cxnLst/>
              <a:rect l="l" t="t" r="r" b="b"/>
              <a:pathLst>
                <a:path w="32303" h="33488" fill="none" extrusionOk="0">
                  <a:moveTo>
                    <a:pt x="27756" y="5203"/>
                  </a:moveTo>
                  <a:cubicBezTo>
                    <a:pt x="30432" y="8311"/>
                    <a:pt x="32302" y="11073"/>
                    <a:pt x="31709" y="15165"/>
                  </a:cubicBezTo>
                  <a:cubicBezTo>
                    <a:pt x="31214" y="18721"/>
                    <a:pt x="31456" y="20879"/>
                    <a:pt x="30058" y="25161"/>
                  </a:cubicBezTo>
                  <a:cubicBezTo>
                    <a:pt x="28084" y="31157"/>
                    <a:pt x="24458" y="33166"/>
                    <a:pt x="19739" y="32130"/>
                  </a:cubicBezTo>
                  <a:cubicBezTo>
                    <a:pt x="14963" y="31088"/>
                    <a:pt x="11412" y="33488"/>
                    <a:pt x="6872" y="31100"/>
                  </a:cubicBezTo>
                  <a:cubicBezTo>
                    <a:pt x="2561" y="28832"/>
                    <a:pt x="1353" y="24884"/>
                    <a:pt x="1335" y="21363"/>
                  </a:cubicBezTo>
                  <a:cubicBezTo>
                    <a:pt x="1335" y="21196"/>
                    <a:pt x="1330" y="21029"/>
                    <a:pt x="1347" y="20862"/>
                  </a:cubicBezTo>
                  <a:cubicBezTo>
                    <a:pt x="1991" y="15412"/>
                    <a:pt x="0" y="11510"/>
                    <a:pt x="3407" y="7666"/>
                  </a:cubicBezTo>
                  <a:cubicBezTo>
                    <a:pt x="4869" y="6014"/>
                    <a:pt x="6716" y="4950"/>
                    <a:pt x="9231" y="3925"/>
                  </a:cubicBezTo>
                  <a:cubicBezTo>
                    <a:pt x="10330" y="3471"/>
                    <a:pt x="11516" y="2930"/>
                    <a:pt x="12753" y="2343"/>
                  </a:cubicBezTo>
                  <a:cubicBezTo>
                    <a:pt x="17627" y="1"/>
                    <a:pt x="23716" y="513"/>
                    <a:pt x="27756" y="520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1" name="Google Shape;1741;p64"/>
            <p:cNvSpPr/>
            <p:nvPr/>
          </p:nvSpPr>
          <p:spPr>
            <a:xfrm>
              <a:off x="3139569" y="3282752"/>
              <a:ext cx="1027053" cy="1062015"/>
            </a:xfrm>
            <a:custGeom>
              <a:avLst/>
              <a:gdLst/>
              <a:ahLst/>
              <a:cxnLst/>
              <a:rect l="l" t="t" r="r" b="b"/>
              <a:pathLst>
                <a:path w="31785" h="32867" fill="none" extrusionOk="0">
                  <a:moveTo>
                    <a:pt x="27600" y="5382"/>
                  </a:moveTo>
                  <a:cubicBezTo>
                    <a:pt x="30115" y="8564"/>
                    <a:pt x="31784" y="11206"/>
                    <a:pt x="31174" y="15096"/>
                  </a:cubicBezTo>
                  <a:cubicBezTo>
                    <a:pt x="30645" y="18462"/>
                    <a:pt x="30777" y="20563"/>
                    <a:pt x="29482" y="24758"/>
                  </a:cubicBezTo>
                  <a:cubicBezTo>
                    <a:pt x="27577" y="30922"/>
                    <a:pt x="23981" y="32786"/>
                    <a:pt x="19250" y="31485"/>
                  </a:cubicBezTo>
                  <a:cubicBezTo>
                    <a:pt x="14451" y="30162"/>
                    <a:pt x="11078" y="32867"/>
                    <a:pt x="6538" y="30478"/>
                  </a:cubicBezTo>
                  <a:cubicBezTo>
                    <a:pt x="2216" y="28199"/>
                    <a:pt x="1151" y="24240"/>
                    <a:pt x="1301" y="20782"/>
                  </a:cubicBezTo>
                  <a:cubicBezTo>
                    <a:pt x="1307" y="20615"/>
                    <a:pt x="1307" y="20448"/>
                    <a:pt x="1335" y="20292"/>
                  </a:cubicBezTo>
                  <a:cubicBezTo>
                    <a:pt x="2273" y="14745"/>
                    <a:pt x="0" y="11004"/>
                    <a:pt x="3522" y="7263"/>
                  </a:cubicBezTo>
                  <a:cubicBezTo>
                    <a:pt x="4978" y="5727"/>
                    <a:pt x="6831" y="4703"/>
                    <a:pt x="9386" y="3718"/>
                  </a:cubicBezTo>
                  <a:cubicBezTo>
                    <a:pt x="10480" y="3293"/>
                    <a:pt x="11665" y="2775"/>
                    <a:pt x="12903" y="2205"/>
                  </a:cubicBezTo>
                  <a:cubicBezTo>
                    <a:pt x="17725" y="1"/>
                    <a:pt x="23693" y="438"/>
                    <a:pt x="27600" y="538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2" name="Google Shape;1742;p64"/>
            <p:cNvSpPr/>
            <p:nvPr/>
          </p:nvSpPr>
          <p:spPr>
            <a:xfrm>
              <a:off x="3148293" y="3292252"/>
              <a:ext cx="1012189" cy="1046925"/>
            </a:xfrm>
            <a:custGeom>
              <a:avLst/>
              <a:gdLst/>
              <a:ahLst/>
              <a:cxnLst/>
              <a:rect l="l" t="t" r="r" b="b"/>
              <a:pathLst>
                <a:path w="31325" h="32400" fill="none" extrusionOk="0">
                  <a:moveTo>
                    <a:pt x="27486" y="5560"/>
                  </a:moveTo>
                  <a:cubicBezTo>
                    <a:pt x="29857" y="8817"/>
                    <a:pt x="31324" y="11349"/>
                    <a:pt x="30674" y="15026"/>
                  </a:cubicBezTo>
                  <a:cubicBezTo>
                    <a:pt x="30121" y="18209"/>
                    <a:pt x="30145" y="20246"/>
                    <a:pt x="28948" y="24349"/>
                  </a:cubicBezTo>
                  <a:cubicBezTo>
                    <a:pt x="27112" y="30679"/>
                    <a:pt x="23532" y="32400"/>
                    <a:pt x="18784" y="30823"/>
                  </a:cubicBezTo>
                  <a:cubicBezTo>
                    <a:pt x="13962" y="29218"/>
                    <a:pt x="10762" y="32233"/>
                    <a:pt x="6233" y="29845"/>
                  </a:cubicBezTo>
                  <a:cubicBezTo>
                    <a:pt x="1894" y="27560"/>
                    <a:pt x="973" y="23578"/>
                    <a:pt x="1284" y="20183"/>
                  </a:cubicBezTo>
                  <a:cubicBezTo>
                    <a:pt x="1296" y="20027"/>
                    <a:pt x="1301" y="19860"/>
                    <a:pt x="1342" y="19705"/>
                  </a:cubicBezTo>
                  <a:cubicBezTo>
                    <a:pt x="2567" y="14071"/>
                    <a:pt x="1" y="10480"/>
                    <a:pt x="3649" y="6854"/>
                  </a:cubicBezTo>
                  <a:cubicBezTo>
                    <a:pt x="5094" y="5421"/>
                    <a:pt x="6958" y="4455"/>
                    <a:pt x="9554" y="3511"/>
                  </a:cubicBezTo>
                  <a:cubicBezTo>
                    <a:pt x="10641" y="3114"/>
                    <a:pt x="11827" y="2619"/>
                    <a:pt x="13064" y="2078"/>
                  </a:cubicBezTo>
                  <a:cubicBezTo>
                    <a:pt x="17858" y="0"/>
                    <a:pt x="23711" y="369"/>
                    <a:pt x="27486" y="556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3" name="Google Shape;1743;p64"/>
            <p:cNvSpPr/>
            <p:nvPr/>
          </p:nvSpPr>
          <p:spPr>
            <a:xfrm>
              <a:off x="3157793" y="3301719"/>
              <a:ext cx="996356" cy="1035066"/>
            </a:xfrm>
            <a:custGeom>
              <a:avLst/>
              <a:gdLst/>
              <a:ahLst/>
              <a:cxnLst/>
              <a:rect l="l" t="t" r="r" b="b"/>
              <a:pathLst>
                <a:path w="30835" h="32033" fill="none" extrusionOk="0">
                  <a:moveTo>
                    <a:pt x="27353" y="5744"/>
                  </a:moveTo>
                  <a:cubicBezTo>
                    <a:pt x="29569" y="9070"/>
                    <a:pt x="30835" y="11499"/>
                    <a:pt x="30156" y="14963"/>
                  </a:cubicBezTo>
                  <a:cubicBezTo>
                    <a:pt x="29574" y="17956"/>
                    <a:pt x="29488" y="19941"/>
                    <a:pt x="28400" y="23958"/>
                  </a:cubicBezTo>
                  <a:cubicBezTo>
                    <a:pt x="26639" y="30461"/>
                    <a:pt x="23077" y="32032"/>
                    <a:pt x="18318" y="30179"/>
                  </a:cubicBezTo>
                  <a:cubicBezTo>
                    <a:pt x="13472" y="28303"/>
                    <a:pt x="10445" y="31618"/>
                    <a:pt x="5922" y="29230"/>
                  </a:cubicBezTo>
                  <a:cubicBezTo>
                    <a:pt x="1566" y="26928"/>
                    <a:pt x="794" y="22940"/>
                    <a:pt x="1261" y="19602"/>
                  </a:cubicBezTo>
                  <a:cubicBezTo>
                    <a:pt x="1284" y="19446"/>
                    <a:pt x="1295" y="19285"/>
                    <a:pt x="1341" y="19130"/>
                  </a:cubicBezTo>
                  <a:cubicBezTo>
                    <a:pt x="2878" y="13410"/>
                    <a:pt x="0" y="9962"/>
                    <a:pt x="3781" y="6464"/>
                  </a:cubicBezTo>
                  <a:cubicBezTo>
                    <a:pt x="5208" y="5128"/>
                    <a:pt x="7090" y="4208"/>
                    <a:pt x="9720" y="3310"/>
                  </a:cubicBezTo>
                  <a:cubicBezTo>
                    <a:pt x="10796" y="2942"/>
                    <a:pt x="11988" y="2464"/>
                    <a:pt x="13225" y="1952"/>
                  </a:cubicBezTo>
                  <a:cubicBezTo>
                    <a:pt x="17967" y="1"/>
                    <a:pt x="23722" y="283"/>
                    <a:pt x="27353" y="574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4" name="Google Shape;1744;p64"/>
            <p:cNvSpPr/>
            <p:nvPr/>
          </p:nvSpPr>
          <p:spPr>
            <a:xfrm>
              <a:off x="3166711" y="3311026"/>
              <a:ext cx="980943" cy="1023531"/>
            </a:xfrm>
            <a:custGeom>
              <a:avLst/>
              <a:gdLst/>
              <a:ahLst/>
              <a:cxnLst/>
              <a:rect l="l" t="t" r="r" b="b"/>
              <a:pathLst>
                <a:path w="30358" h="31676" fill="none" extrusionOk="0">
                  <a:moveTo>
                    <a:pt x="27227" y="5934"/>
                  </a:moveTo>
                  <a:cubicBezTo>
                    <a:pt x="29298" y="9341"/>
                    <a:pt x="30357" y="11648"/>
                    <a:pt x="29649" y="14911"/>
                  </a:cubicBezTo>
                  <a:cubicBezTo>
                    <a:pt x="29045" y="17725"/>
                    <a:pt x="28844" y="19653"/>
                    <a:pt x="27860" y="23572"/>
                  </a:cubicBezTo>
                  <a:cubicBezTo>
                    <a:pt x="26185" y="30248"/>
                    <a:pt x="22628" y="31675"/>
                    <a:pt x="17852" y="29552"/>
                  </a:cubicBezTo>
                  <a:cubicBezTo>
                    <a:pt x="12989" y="27394"/>
                    <a:pt x="10140" y="31013"/>
                    <a:pt x="5617" y="28625"/>
                  </a:cubicBezTo>
                  <a:cubicBezTo>
                    <a:pt x="1244" y="26306"/>
                    <a:pt x="616" y="22306"/>
                    <a:pt x="1244" y="19038"/>
                  </a:cubicBezTo>
                  <a:cubicBezTo>
                    <a:pt x="1272" y="18876"/>
                    <a:pt x="1301" y="18715"/>
                    <a:pt x="1347" y="18566"/>
                  </a:cubicBezTo>
                  <a:cubicBezTo>
                    <a:pt x="3200" y="12759"/>
                    <a:pt x="0" y="9450"/>
                    <a:pt x="3908" y="6078"/>
                  </a:cubicBezTo>
                  <a:cubicBezTo>
                    <a:pt x="5324" y="4852"/>
                    <a:pt x="7206" y="3977"/>
                    <a:pt x="9893" y="3131"/>
                  </a:cubicBezTo>
                  <a:cubicBezTo>
                    <a:pt x="10963" y="2792"/>
                    <a:pt x="12149" y="2331"/>
                    <a:pt x="13386" y="1848"/>
                  </a:cubicBezTo>
                  <a:cubicBezTo>
                    <a:pt x="18094" y="1"/>
                    <a:pt x="23745" y="208"/>
                    <a:pt x="27227" y="593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5" name="Google Shape;1745;p64"/>
            <p:cNvSpPr/>
            <p:nvPr/>
          </p:nvSpPr>
          <p:spPr>
            <a:xfrm>
              <a:off x="3175080" y="3320526"/>
              <a:ext cx="966241" cy="1011220"/>
            </a:xfrm>
            <a:custGeom>
              <a:avLst/>
              <a:gdLst/>
              <a:ahLst/>
              <a:cxnLst/>
              <a:rect l="l" t="t" r="r" b="b"/>
              <a:pathLst>
                <a:path w="29903" h="31295" fill="none" extrusionOk="0">
                  <a:moveTo>
                    <a:pt x="27129" y="6117"/>
                  </a:moveTo>
                  <a:cubicBezTo>
                    <a:pt x="29057" y="9593"/>
                    <a:pt x="29903" y="11792"/>
                    <a:pt x="29160" y="14848"/>
                  </a:cubicBezTo>
                  <a:cubicBezTo>
                    <a:pt x="28527" y="17477"/>
                    <a:pt x="28228" y="19348"/>
                    <a:pt x="27336" y="23175"/>
                  </a:cubicBezTo>
                  <a:cubicBezTo>
                    <a:pt x="25748" y="30023"/>
                    <a:pt x="22197" y="31295"/>
                    <a:pt x="17403" y="28901"/>
                  </a:cubicBezTo>
                  <a:cubicBezTo>
                    <a:pt x="12517" y="26461"/>
                    <a:pt x="9841" y="30386"/>
                    <a:pt x="5329" y="27997"/>
                  </a:cubicBezTo>
                  <a:cubicBezTo>
                    <a:pt x="933" y="25678"/>
                    <a:pt x="467" y="21661"/>
                    <a:pt x="1243" y="18456"/>
                  </a:cubicBezTo>
                  <a:cubicBezTo>
                    <a:pt x="1278" y="18295"/>
                    <a:pt x="1318" y="18145"/>
                    <a:pt x="1364" y="17995"/>
                  </a:cubicBezTo>
                  <a:cubicBezTo>
                    <a:pt x="3545" y="12114"/>
                    <a:pt x="0" y="8932"/>
                    <a:pt x="4052" y="5680"/>
                  </a:cubicBezTo>
                  <a:cubicBezTo>
                    <a:pt x="5450" y="4546"/>
                    <a:pt x="7349" y="3729"/>
                    <a:pt x="10077" y="2924"/>
                  </a:cubicBezTo>
                  <a:cubicBezTo>
                    <a:pt x="11142" y="2607"/>
                    <a:pt x="12327" y="2170"/>
                    <a:pt x="13565" y="1715"/>
                  </a:cubicBezTo>
                  <a:cubicBezTo>
                    <a:pt x="18237" y="0"/>
                    <a:pt x="23797" y="127"/>
                    <a:pt x="27129" y="611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6" name="Google Shape;1746;p64"/>
            <p:cNvSpPr/>
            <p:nvPr/>
          </p:nvSpPr>
          <p:spPr>
            <a:xfrm>
              <a:off x="3184387" y="3329799"/>
              <a:ext cx="950440" cy="999361"/>
            </a:xfrm>
            <a:custGeom>
              <a:avLst/>
              <a:gdLst/>
              <a:ahLst/>
              <a:cxnLst/>
              <a:rect l="l" t="t" r="r" b="b"/>
              <a:pathLst>
                <a:path w="29414" h="30928" fill="none" extrusionOk="0">
                  <a:moveTo>
                    <a:pt x="26990" y="6302"/>
                  </a:moveTo>
                  <a:cubicBezTo>
                    <a:pt x="28780" y="9853"/>
                    <a:pt x="29413" y="11936"/>
                    <a:pt x="28642" y="14791"/>
                  </a:cubicBezTo>
                  <a:cubicBezTo>
                    <a:pt x="27992" y="17237"/>
                    <a:pt x="27577" y="19049"/>
                    <a:pt x="26789" y="22784"/>
                  </a:cubicBezTo>
                  <a:cubicBezTo>
                    <a:pt x="25293" y="29805"/>
                    <a:pt x="21748" y="30927"/>
                    <a:pt x="16931" y="28269"/>
                  </a:cubicBezTo>
                  <a:cubicBezTo>
                    <a:pt x="12028" y="25546"/>
                    <a:pt x="9524" y="29776"/>
                    <a:pt x="5018" y="27388"/>
                  </a:cubicBezTo>
                  <a:cubicBezTo>
                    <a:pt x="610" y="25052"/>
                    <a:pt x="288" y="21023"/>
                    <a:pt x="1232" y="17881"/>
                  </a:cubicBezTo>
                  <a:cubicBezTo>
                    <a:pt x="1272" y="17726"/>
                    <a:pt x="1318" y="17576"/>
                    <a:pt x="1381" y="17426"/>
                  </a:cubicBezTo>
                  <a:cubicBezTo>
                    <a:pt x="3896" y="11476"/>
                    <a:pt x="0" y="8397"/>
                    <a:pt x="4195" y="5290"/>
                  </a:cubicBezTo>
                  <a:cubicBezTo>
                    <a:pt x="5582" y="4259"/>
                    <a:pt x="7487" y="3483"/>
                    <a:pt x="10267" y="2729"/>
                  </a:cubicBezTo>
                  <a:cubicBezTo>
                    <a:pt x="11331" y="2441"/>
                    <a:pt x="12511" y="2027"/>
                    <a:pt x="13748" y="1595"/>
                  </a:cubicBezTo>
                  <a:cubicBezTo>
                    <a:pt x="18341" y="1"/>
                    <a:pt x="23825" y="41"/>
                    <a:pt x="26990" y="630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7" name="Google Shape;1747;p64"/>
            <p:cNvSpPr/>
            <p:nvPr/>
          </p:nvSpPr>
          <p:spPr>
            <a:xfrm>
              <a:off x="3192562" y="3337813"/>
              <a:ext cx="935932" cy="988730"/>
            </a:xfrm>
            <a:custGeom>
              <a:avLst/>
              <a:gdLst/>
              <a:ahLst/>
              <a:cxnLst/>
              <a:rect l="l" t="t" r="r" b="b"/>
              <a:pathLst>
                <a:path w="28965" h="30599" fill="none" extrusionOk="0">
                  <a:moveTo>
                    <a:pt x="26893" y="6538"/>
                  </a:moveTo>
                  <a:cubicBezTo>
                    <a:pt x="28550" y="10152"/>
                    <a:pt x="28964" y="12137"/>
                    <a:pt x="28170" y="14784"/>
                  </a:cubicBezTo>
                  <a:cubicBezTo>
                    <a:pt x="27485" y="17040"/>
                    <a:pt x="26979" y="18801"/>
                    <a:pt x="26277" y="22444"/>
                  </a:cubicBezTo>
                  <a:cubicBezTo>
                    <a:pt x="24890" y="29643"/>
                    <a:pt x="21328" y="30599"/>
                    <a:pt x="16494" y="27675"/>
                  </a:cubicBezTo>
                  <a:cubicBezTo>
                    <a:pt x="11573" y="24671"/>
                    <a:pt x="9243" y="29212"/>
                    <a:pt x="4737" y="26824"/>
                  </a:cubicBezTo>
                  <a:cubicBezTo>
                    <a:pt x="317" y="24481"/>
                    <a:pt x="144" y="20436"/>
                    <a:pt x="1238" y="17351"/>
                  </a:cubicBezTo>
                  <a:cubicBezTo>
                    <a:pt x="1284" y="17201"/>
                    <a:pt x="1336" y="17046"/>
                    <a:pt x="1410" y="16914"/>
                  </a:cubicBezTo>
                  <a:cubicBezTo>
                    <a:pt x="4265" y="10900"/>
                    <a:pt x="0" y="7913"/>
                    <a:pt x="4345" y="4955"/>
                  </a:cubicBezTo>
                  <a:cubicBezTo>
                    <a:pt x="5715" y="4023"/>
                    <a:pt x="7637" y="3304"/>
                    <a:pt x="10457" y="2596"/>
                  </a:cubicBezTo>
                  <a:cubicBezTo>
                    <a:pt x="11516" y="2331"/>
                    <a:pt x="12696" y="1934"/>
                    <a:pt x="13933" y="1537"/>
                  </a:cubicBezTo>
                  <a:cubicBezTo>
                    <a:pt x="18491" y="41"/>
                    <a:pt x="23894" y="0"/>
                    <a:pt x="26893" y="653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8" name="Google Shape;1748;p64"/>
            <p:cNvSpPr/>
            <p:nvPr/>
          </p:nvSpPr>
          <p:spPr>
            <a:xfrm>
              <a:off x="3200381" y="3344502"/>
              <a:ext cx="921973" cy="979069"/>
            </a:xfrm>
            <a:custGeom>
              <a:avLst/>
              <a:gdLst/>
              <a:ahLst/>
              <a:cxnLst/>
              <a:rect l="l" t="t" r="r" b="b"/>
              <a:pathLst>
                <a:path w="28533" h="30300" fill="none" extrusionOk="0">
                  <a:moveTo>
                    <a:pt x="26812" y="6808"/>
                  </a:moveTo>
                  <a:cubicBezTo>
                    <a:pt x="28337" y="10492"/>
                    <a:pt x="28533" y="12362"/>
                    <a:pt x="27698" y="14796"/>
                  </a:cubicBezTo>
                  <a:cubicBezTo>
                    <a:pt x="26990" y="16868"/>
                    <a:pt x="26386" y="18577"/>
                    <a:pt x="25770" y="22122"/>
                  </a:cubicBezTo>
                  <a:cubicBezTo>
                    <a:pt x="24487" y="29494"/>
                    <a:pt x="20913" y="30300"/>
                    <a:pt x="16062" y="27100"/>
                  </a:cubicBezTo>
                  <a:cubicBezTo>
                    <a:pt x="11124" y="23820"/>
                    <a:pt x="8966" y="28659"/>
                    <a:pt x="4466" y="26277"/>
                  </a:cubicBezTo>
                  <a:cubicBezTo>
                    <a:pt x="23" y="23918"/>
                    <a:pt x="0" y="19872"/>
                    <a:pt x="1255" y="16839"/>
                  </a:cubicBezTo>
                  <a:cubicBezTo>
                    <a:pt x="1312" y="16689"/>
                    <a:pt x="1376" y="16546"/>
                    <a:pt x="1445" y="16407"/>
                  </a:cubicBezTo>
                  <a:cubicBezTo>
                    <a:pt x="4656" y="10342"/>
                    <a:pt x="6" y="7424"/>
                    <a:pt x="4512" y="4633"/>
                  </a:cubicBezTo>
                  <a:cubicBezTo>
                    <a:pt x="5864" y="3793"/>
                    <a:pt x="7804" y="3120"/>
                    <a:pt x="10670" y="2469"/>
                  </a:cubicBezTo>
                  <a:cubicBezTo>
                    <a:pt x="11717" y="2228"/>
                    <a:pt x="12897" y="1854"/>
                    <a:pt x="14134" y="1479"/>
                  </a:cubicBezTo>
                  <a:cubicBezTo>
                    <a:pt x="18651" y="121"/>
                    <a:pt x="23992" y="0"/>
                    <a:pt x="26812" y="680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9" name="Google Shape;1749;p64"/>
            <p:cNvSpPr/>
            <p:nvPr/>
          </p:nvSpPr>
          <p:spPr>
            <a:xfrm>
              <a:off x="3199638" y="3350997"/>
              <a:ext cx="917126" cy="970344"/>
            </a:xfrm>
            <a:custGeom>
              <a:avLst/>
              <a:gdLst/>
              <a:ahLst/>
              <a:cxnLst/>
              <a:rect l="l" t="t" r="r" b="b"/>
              <a:pathLst>
                <a:path w="28383" h="30030" fill="none" extrusionOk="0">
                  <a:moveTo>
                    <a:pt x="26984" y="7079"/>
                  </a:moveTo>
                  <a:cubicBezTo>
                    <a:pt x="28383" y="10837"/>
                    <a:pt x="28354" y="12598"/>
                    <a:pt x="27491" y="14825"/>
                  </a:cubicBezTo>
                  <a:cubicBezTo>
                    <a:pt x="26754" y="16719"/>
                    <a:pt x="26058" y="18365"/>
                    <a:pt x="25523" y="21817"/>
                  </a:cubicBezTo>
                  <a:cubicBezTo>
                    <a:pt x="24366" y="29368"/>
                    <a:pt x="20763" y="30030"/>
                    <a:pt x="15901" y="26554"/>
                  </a:cubicBezTo>
                  <a:cubicBezTo>
                    <a:pt x="10934" y="22991"/>
                    <a:pt x="8949" y="28142"/>
                    <a:pt x="4460" y="25754"/>
                  </a:cubicBezTo>
                  <a:cubicBezTo>
                    <a:pt x="0" y="23388"/>
                    <a:pt x="132" y="19326"/>
                    <a:pt x="1537" y="16362"/>
                  </a:cubicBezTo>
                  <a:cubicBezTo>
                    <a:pt x="1606" y="16218"/>
                    <a:pt x="1669" y="16074"/>
                    <a:pt x="1750" y="15936"/>
                  </a:cubicBezTo>
                  <a:cubicBezTo>
                    <a:pt x="5312" y="9830"/>
                    <a:pt x="276" y="6953"/>
                    <a:pt x="4938" y="4334"/>
                  </a:cubicBezTo>
                  <a:cubicBezTo>
                    <a:pt x="6273" y="3586"/>
                    <a:pt x="8224" y="2965"/>
                    <a:pt x="11136" y="2366"/>
                  </a:cubicBezTo>
                  <a:cubicBezTo>
                    <a:pt x="12183" y="2153"/>
                    <a:pt x="13363" y="1802"/>
                    <a:pt x="14600" y="1457"/>
                  </a:cubicBezTo>
                  <a:cubicBezTo>
                    <a:pt x="19077" y="208"/>
                    <a:pt x="24354" y="1"/>
                    <a:pt x="26984" y="707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0" name="Google Shape;1750;p64"/>
            <p:cNvSpPr/>
            <p:nvPr/>
          </p:nvSpPr>
          <p:spPr>
            <a:xfrm>
              <a:off x="3198507" y="3357718"/>
              <a:ext cx="919388" cy="960845"/>
            </a:xfrm>
            <a:custGeom>
              <a:avLst/>
              <a:gdLst/>
              <a:ahLst/>
              <a:cxnLst/>
              <a:rect l="l" t="t" r="r" b="b"/>
              <a:pathLst>
                <a:path w="28453" h="29736" fill="none" extrusionOk="0">
                  <a:moveTo>
                    <a:pt x="27181" y="7349"/>
                  </a:moveTo>
                  <a:cubicBezTo>
                    <a:pt x="28452" y="11176"/>
                    <a:pt x="28193" y="12828"/>
                    <a:pt x="27301" y="14848"/>
                  </a:cubicBezTo>
                  <a:cubicBezTo>
                    <a:pt x="26548" y="16557"/>
                    <a:pt x="25753" y="18145"/>
                    <a:pt x="25310" y="21506"/>
                  </a:cubicBezTo>
                  <a:cubicBezTo>
                    <a:pt x="24286" y="29229"/>
                    <a:pt x="20637" y="29735"/>
                    <a:pt x="15757" y="25983"/>
                  </a:cubicBezTo>
                  <a:cubicBezTo>
                    <a:pt x="10768" y="22150"/>
                    <a:pt x="8955" y="27594"/>
                    <a:pt x="4478" y="25218"/>
                  </a:cubicBezTo>
                  <a:cubicBezTo>
                    <a:pt x="1" y="22835"/>
                    <a:pt x="277" y="18761"/>
                    <a:pt x="1842" y="15855"/>
                  </a:cubicBezTo>
                  <a:cubicBezTo>
                    <a:pt x="1923" y="15711"/>
                    <a:pt x="1992" y="15578"/>
                    <a:pt x="2078" y="15440"/>
                  </a:cubicBezTo>
                  <a:cubicBezTo>
                    <a:pt x="6003" y="9294"/>
                    <a:pt x="570" y="6445"/>
                    <a:pt x="5387" y="4017"/>
                  </a:cubicBezTo>
                  <a:cubicBezTo>
                    <a:pt x="6705" y="3355"/>
                    <a:pt x="8679" y="2791"/>
                    <a:pt x="11631" y="2244"/>
                  </a:cubicBezTo>
                  <a:cubicBezTo>
                    <a:pt x="12667" y="2060"/>
                    <a:pt x="13841" y="1721"/>
                    <a:pt x="15084" y="1410"/>
                  </a:cubicBezTo>
                  <a:cubicBezTo>
                    <a:pt x="19509" y="288"/>
                    <a:pt x="24735" y="0"/>
                    <a:pt x="27181" y="734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1" name="Google Shape;1751;p64"/>
            <p:cNvSpPr/>
            <p:nvPr/>
          </p:nvSpPr>
          <p:spPr>
            <a:xfrm>
              <a:off x="3196665" y="3364568"/>
              <a:ext cx="922166" cy="951571"/>
            </a:xfrm>
            <a:custGeom>
              <a:avLst/>
              <a:gdLst/>
              <a:ahLst/>
              <a:cxnLst/>
              <a:rect l="l" t="t" r="r" b="b"/>
              <a:pathLst>
                <a:path w="28539" h="29449" fill="none" extrusionOk="0">
                  <a:moveTo>
                    <a:pt x="27387" y="7615"/>
                  </a:moveTo>
                  <a:cubicBezTo>
                    <a:pt x="28538" y="11522"/>
                    <a:pt x="28055" y="13053"/>
                    <a:pt x="27122" y="14877"/>
                  </a:cubicBezTo>
                  <a:cubicBezTo>
                    <a:pt x="26346" y="16402"/>
                    <a:pt x="25459" y="17927"/>
                    <a:pt x="25091" y="21196"/>
                  </a:cubicBezTo>
                  <a:cubicBezTo>
                    <a:pt x="24211" y="29097"/>
                    <a:pt x="20516" y="29448"/>
                    <a:pt x="15619" y="25426"/>
                  </a:cubicBezTo>
                  <a:cubicBezTo>
                    <a:pt x="10612" y="21311"/>
                    <a:pt x="8978" y="27066"/>
                    <a:pt x="4495" y="24678"/>
                  </a:cubicBezTo>
                  <a:cubicBezTo>
                    <a:pt x="0" y="22289"/>
                    <a:pt x="437" y="18203"/>
                    <a:pt x="2152" y="15355"/>
                  </a:cubicBezTo>
                  <a:cubicBezTo>
                    <a:pt x="2239" y="15222"/>
                    <a:pt x="2325" y="15079"/>
                    <a:pt x="2417" y="14946"/>
                  </a:cubicBezTo>
                  <a:cubicBezTo>
                    <a:pt x="6699" y="8777"/>
                    <a:pt x="869" y="5928"/>
                    <a:pt x="5858" y="3701"/>
                  </a:cubicBezTo>
                  <a:cubicBezTo>
                    <a:pt x="7159" y="3120"/>
                    <a:pt x="9139" y="2619"/>
                    <a:pt x="12143" y="2130"/>
                  </a:cubicBezTo>
                  <a:cubicBezTo>
                    <a:pt x="13173" y="1963"/>
                    <a:pt x="14347" y="1647"/>
                    <a:pt x="15590" y="1365"/>
                  </a:cubicBezTo>
                  <a:cubicBezTo>
                    <a:pt x="19969" y="364"/>
                    <a:pt x="25149" y="1"/>
                    <a:pt x="27387" y="761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2" name="Google Shape;1752;p64"/>
            <p:cNvSpPr/>
            <p:nvPr/>
          </p:nvSpPr>
          <p:spPr>
            <a:xfrm>
              <a:off x="3110358" y="3298747"/>
              <a:ext cx="1037296" cy="1014774"/>
            </a:xfrm>
            <a:custGeom>
              <a:avLst/>
              <a:gdLst/>
              <a:ahLst/>
              <a:cxnLst/>
              <a:rect l="l" t="t" r="r" b="b"/>
              <a:pathLst>
                <a:path w="32102" h="31405" fill="none" extrusionOk="0">
                  <a:moveTo>
                    <a:pt x="15268" y="4265"/>
                  </a:moveTo>
                  <a:cubicBezTo>
                    <a:pt x="19855" y="3621"/>
                    <a:pt x="27595" y="1"/>
                    <a:pt x="30214" y="10129"/>
                  </a:cubicBezTo>
                  <a:cubicBezTo>
                    <a:pt x="32101" y="17415"/>
                    <a:pt x="28136" y="16126"/>
                    <a:pt x="27503" y="23129"/>
                  </a:cubicBezTo>
                  <a:cubicBezTo>
                    <a:pt x="26778" y="31198"/>
                    <a:pt x="23020" y="31405"/>
                    <a:pt x="18111" y="27112"/>
                  </a:cubicBezTo>
                  <a:cubicBezTo>
                    <a:pt x="13081" y="22727"/>
                    <a:pt x="11620" y="28775"/>
                    <a:pt x="7148" y="26392"/>
                  </a:cubicBezTo>
                  <a:cubicBezTo>
                    <a:pt x="2412" y="23866"/>
                    <a:pt x="3293" y="19487"/>
                    <a:pt x="5376" y="16701"/>
                  </a:cubicBezTo>
                  <a:cubicBezTo>
                    <a:pt x="11182" y="8961"/>
                    <a:pt x="1" y="6417"/>
                    <a:pt x="15268" y="426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3" name="Google Shape;1753;p64"/>
            <p:cNvSpPr/>
            <p:nvPr/>
          </p:nvSpPr>
          <p:spPr>
            <a:xfrm>
              <a:off x="3003242" y="3051423"/>
              <a:ext cx="1451607" cy="1544764"/>
            </a:xfrm>
            <a:custGeom>
              <a:avLst/>
              <a:gdLst/>
              <a:ahLst/>
              <a:cxnLst/>
              <a:rect l="l" t="t" r="r" b="b"/>
              <a:pathLst>
                <a:path w="44924" h="47807" fill="none" extrusionOk="0">
                  <a:moveTo>
                    <a:pt x="3137" y="37925"/>
                  </a:moveTo>
                  <a:cubicBezTo>
                    <a:pt x="1" y="33586"/>
                    <a:pt x="8374" y="25270"/>
                    <a:pt x="8812" y="20350"/>
                  </a:cubicBezTo>
                  <a:cubicBezTo>
                    <a:pt x="9341" y="14503"/>
                    <a:pt x="3201" y="10480"/>
                    <a:pt x="8311" y="6792"/>
                  </a:cubicBezTo>
                  <a:cubicBezTo>
                    <a:pt x="17714" y="1"/>
                    <a:pt x="32309" y="4685"/>
                    <a:pt x="37931" y="12253"/>
                  </a:cubicBezTo>
                  <a:cubicBezTo>
                    <a:pt x="44923" y="21651"/>
                    <a:pt x="42098" y="34818"/>
                    <a:pt x="32694" y="41608"/>
                  </a:cubicBezTo>
                  <a:cubicBezTo>
                    <a:pt x="28505" y="44635"/>
                    <a:pt x="24200" y="43950"/>
                    <a:pt x="19648" y="45493"/>
                  </a:cubicBezTo>
                  <a:cubicBezTo>
                    <a:pt x="12823" y="47806"/>
                    <a:pt x="6936" y="43185"/>
                    <a:pt x="3137" y="3792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4" name="Google Shape;1754;p64"/>
            <p:cNvSpPr/>
            <p:nvPr/>
          </p:nvSpPr>
          <p:spPr>
            <a:xfrm>
              <a:off x="3005665" y="3061117"/>
              <a:ext cx="1439877" cy="1516264"/>
            </a:xfrm>
            <a:custGeom>
              <a:avLst/>
              <a:gdLst/>
              <a:ahLst/>
              <a:cxnLst/>
              <a:rect l="l" t="t" r="r" b="b"/>
              <a:pathLst>
                <a:path w="44561" h="46925" fill="none" extrusionOk="0">
                  <a:moveTo>
                    <a:pt x="3166" y="37510"/>
                  </a:moveTo>
                  <a:cubicBezTo>
                    <a:pt x="1" y="33223"/>
                    <a:pt x="7758" y="25344"/>
                    <a:pt x="8288" y="20107"/>
                  </a:cubicBezTo>
                  <a:cubicBezTo>
                    <a:pt x="8875" y="14145"/>
                    <a:pt x="3200" y="10497"/>
                    <a:pt x="8351" y="6745"/>
                  </a:cubicBezTo>
                  <a:cubicBezTo>
                    <a:pt x="17639" y="0"/>
                    <a:pt x="32141" y="4345"/>
                    <a:pt x="37683" y="11798"/>
                  </a:cubicBezTo>
                  <a:cubicBezTo>
                    <a:pt x="44560" y="21046"/>
                    <a:pt x="41614" y="33459"/>
                    <a:pt x="32849" y="40324"/>
                  </a:cubicBezTo>
                  <a:cubicBezTo>
                    <a:pt x="28890" y="43420"/>
                    <a:pt x="24879" y="43207"/>
                    <a:pt x="20356" y="44658"/>
                  </a:cubicBezTo>
                  <a:cubicBezTo>
                    <a:pt x="13294" y="46925"/>
                    <a:pt x="7240" y="43029"/>
                    <a:pt x="3166" y="3751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5" name="Google Shape;1755;p64"/>
            <p:cNvSpPr/>
            <p:nvPr/>
          </p:nvSpPr>
          <p:spPr>
            <a:xfrm>
              <a:off x="3007733" y="3070391"/>
              <a:ext cx="1428148" cy="1488411"/>
            </a:xfrm>
            <a:custGeom>
              <a:avLst/>
              <a:gdLst/>
              <a:ahLst/>
              <a:cxnLst/>
              <a:rect l="l" t="t" r="r" b="b"/>
              <a:pathLst>
                <a:path w="44198" h="46063" fill="none" extrusionOk="0">
                  <a:moveTo>
                    <a:pt x="3200" y="37102"/>
                  </a:moveTo>
                  <a:cubicBezTo>
                    <a:pt x="0" y="32861"/>
                    <a:pt x="7159" y="25420"/>
                    <a:pt x="7763" y="19867"/>
                  </a:cubicBezTo>
                  <a:cubicBezTo>
                    <a:pt x="8425" y="13784"/>
                    <a:pt x="3200" y="10521"/>
                    <a:pt x="8396" y="6699"/>
                  </a:cubicBezTo>
                  <a:cubicBezTo>
                    <a:pt x="17558" y="1"/>
                    <a:pt x="31974" y="4018"/>
                    <a:pt x="37441" y="11361"/>
                  </a:cubicBezTo>
                  <a:cubicBezTo>
                    <a:pt x="44197" y="20448"/>
                    <a:pt x="41130" y="32130"/>
                    <a:pt x="33004" y="39047"/>
                  </a:cubicBezTo>
                  <a:cubicBezTo>
                    <a:pt x="29269" y="42218"/>
                    <a:pt x="25557" y="42466"/>
                    <a:pt x="21057" y="43841"/>
                  </a:cubicBezTo>
                  <a:cubicBezTo>
                    <a:pt x="13777" y="46062"/>
                    <a:pt x="7562" y="42886"/>
                    <a:pt x="3200" y="3710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6" name="Google Shape;1756;p64"/>
            <p:cNvSpPr/>
            <p:nvPr/>
          </p:nvSpPr>
          <p:spPr>
            <a:xfrm>
              <a:off x="3010318" y="3079503"/>
              <a:ext cx="1416063" cy="1460525"/>
            </a:xfrm>
            <a:custGeom>
              <a:avLst/>
              <a:gdLst/>
              <a:ahLst/>
              <a:cxnLst/>
              <a:rect l="l" t="t" r="r" b="b"/>
              <a:pathLst>
                <a:path w="43824" h="45200" fill="none" extrusionOk="0">
                  <a:moveTo>
                    <a:pt x="3223" y="36705"/>
                  </a:moveTo>
                  <a:cubicBezTo>
                    <a:pt x="1" y="32510"/>
                    <a:pt x="6532" y="25512"/>
                    <a:pt x="7223" y="19642"/>
                  </a:cubicBezTo>
                  <a:cubicBezTo>
                    <a:pt x="7948" y="13444"/>
                    <a:pt x="3172" y="10538"/>
                    <a:pt x="8420" y="6671"/>
                  </a:cubicBezTo>
                  <a:cubicBezTo>
                    <a:pt x="17455" y="1"/>
                    <a:pt x="31796" y="3701"/>
                    <a:pt x="37183" y="10929"/>
                  </a:cubicBezTo>
                  <a:cubicBezTo>
                    <a:pt x="43824" y="19849"/>
                    <a:pt x="40630" y="30818"/>
                    <a:pt x="33137" y="37781"/>
                  </a:cubicBezTo>
                  <a:cubicBezTo>
                    <a:pt x="29638" y="41038"/>
                    <a:pt x="26220" y="41729"/>
                    <a:pt x="21742" y="43035"/>
                  </a:cubicBezTo>
                  <a:cubicBezTo>
                    <a:pt x="14244" y="45199"/>
                    <a:pt x="7868" y="42736"/>
                    <a:pt x="3223" y="3670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7" name="Google Shape;1757;p64"/>
            <p:cNvSpPr/>
            <p:nvPr/>
          </p:nvSpPr>
          <p:spPr>
            <a:xfrm>
              <a:off x="3012548" y="3088616"/>
              <a:ext cx="1403978" cy="1432252"/>
            </a:xfrm>
            <a:custGeom>
              <a:avLst/>
              <a:gdLst/>
              <a:ahLst/>
              <a:cxnLst/>
              <a:rect l="l" t="t" r="r" b="b"/>
              <a:pathLst>
                <a:path w="43450" h="44325" fill="none" extrusionOk="0">
                  <a:moveTo>
                    <a:pt x="3252" y="36296"/>
                  </a:moveTo>
                  <a:cubicBezTo>
                    <a:pt x="1" y="32147"/>
                    <a:pt x="5917" y="25587"/>
                    <a:pt x="6694" y="19400"/>
                  </a:cubicBezTo>
                  <a:cubicBezTo>
                    <a:pt x="7482" y="13093"/>
                    <a:pt x="3166" y="10567"/>
                    <a:pt x="8460" y="6625"/>
                  </a:cubicBezTo>
                  <a:cubicBezTo>
                    <a:pt x="17380" y="1"/>
                    <a:pt x="31623" y="3362"/>
                    <a:pt x="36924" y="10486"/>
                  </a:cubicBezTo>
                  <a:cubicBezTo>
                    <a:pt x="43450" y="19251"/>
                    <a:pt x="40135" y="29523"/>
                    <a:pt x="33275" y="36509"/>
                  </a:cubicBezTo>
                  <a:cubicBezTo>
                    <a:pt x="30001" y="39853"/>
                    <a:pt x="26876" y="40987"/>
                    <a:pt x="22427" y="42212"/>
                  </a:cubicBezTo>
                  <a:cubicBezTo>
                    <a:pt x="14722" y="44324"/>
                    <a:pt x="8190" y="42598"/>
                    <a:pt x="3252" y="3629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8" name="Google Shape;1758;p64"/>
            <p:cNvSpPr/>
            <p:nvPr/>
          </p:nvSpPr>
          <p:spPr>
            <a:xfrm>
              <a:off x="3014971" y="3097922"/>
              <a:ext cx="1391505" cy="1404172"/>
            </a:xfrm>
            <a:custGeom>
              <a:avLst/>
              <a:gdLst/>
              <a:ahLst/>
              <a:cxnLst/>
              <a:rect l="l" t="t" r="r" b="b"/>
              <a:pathLst>
                <a:path w="43064" h="43456" fill="none" extrusionOk="0">
                  <a:moveTo>
                    <a:pt x="3269" y="35888"/>
                  </a:moveTo>
                  <a:cubicBezTo>
                    <a:pt x="1" y="31779"/>
                    <a:pt x="5283" y="25667"/>
                    <a:pt x="6147" y="19164"/>
                  </a:cubicBezTo>
                  <a:cubicBezTo>
                    <a:pt x="7004" y="12742"/>
                    <a:pt x="3143" y="10589"/>
                    <a:pt x="8489" y="6590"/>
                  </a:cubicBezTo>
                  <a:cubicBezTo>
                    <a:pt x="17282" y="1"/>
                    <a:pt x="31439" y="3033"/>
                    <a:pt x="36665" y="10048"/>
                  </a:cubicBezTo>
                  <a:cubicBezTo>
                    <a:pt x="43064" y="18652"/>
                    <a:pt x="39628" y="28251"/>
                    <a:pt x="33419" y="35226"/>
                  </a:cubicBezTo>
                  <a:cubicBezTo>
                    <a:pt x="30357" y="38673"/>
                    <a:pt x="27543" y="40238"/>
                    <a:pt x="23123" y="41383"/>
                  </a:cubicBezTo>
                  <a:cubicBezTo>
                    <a:pt x="15182" y="43455"/>
                    <a:pt x="8500" y="42448"/>
                    <a:pt x="3269" y="3588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9" name="Google Shape;1759;p64"/>
            <p:cNvSpPr/>
            <p:nvPr/>
          </p:nvSpPr>
          <p:spPr>
            <a:xfrm>
              <a:off x="3017395" y="3107228"/>
              <a:ext cx="1379615" cy="1375511"/>
            </a:xfrm>
            <a:custGeom>
              <a:avLst/>
              <a:gdLst/>
              <a:ahLst/>
              <a:cxnLst/>
              <a:rect l="l" t="t" r="r" b="b"/>
              <a:pathLst>
                <a:path w="42696" h="42569" fill="none" extrusionOk="0">
                  <a:moveTo>
                    <a:pt x="3298" y="35485"/>
                  </a:moveTo>
                  <a:cubicBezTo>
                    <a:pt x="0" y="31422"/>
                    <a:pt x="4662" y="25747"/>
                    <a:pt x="5611" y="18928"/>
                  </a:cubicBezTo>
                  <a:cubicBezTo>
                    <a:pt x="6526" y="12385"/>
                    <a:pt x="3131" y="10612"/>
                    <a:pt x="8517" y="6544"/>
                  </a:cubicBezTo>
                  <a:cubicBezTo>
                    <a:pt x="17202" y="0"/>
                    <a:pt x="31266" y="2705"/>
                    <a:pt x="36411" y="9611"/>
                  </a:cubicBezTo>
                  <a:cubicBezTo>
                    <a:pt x="42695" y="18047"/>
                    <a:pt x="39145" y="26996"/>
                    <a:pt x="33562" y="33954"/>
                  </a:cubicBezTo>
                  <a:cubicBezTo>
                    <a:pt x="30714" y="37504"/>
                    <a:pt x="28211" y="39490"/>
                    <a:pt x="23814" y="40572"/>
                  </a:cubicBezTo>
                  <a:cubicBezTo>
                    <a:pt x="15653" y="42569"/>
                    <a:pt x="8817" y="42293"/>
                    <a:pt x="3298" y="3548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0" name="Google Shape;1760;p64"/>
            <p:cNvSpPr/>
            <p:nvPr/>
          </p:nvSpPr>
          <p:spPr>
            <a:xfrm>
              <a:off x="3020173" y="3116696"/>
              <a:ext cx="1367174" cy="1361390"/>
            </a:xfrm>
            <a:custGeom>
              <a:avLst/>
              <a:gdLst/>
              <a:ahLst/>
              <a:cxnLst/>
              <a:rect l="l" t="t" r="r" b="b"/>
              <a:pathLst>
                <a:path w="42311" h="42132" fill="none" extrusionOk="0">
                  <a:moveTo>
                    <a:pt x="3310" y="35071"/>
                  </a:moveTo>
                  <a:cubicBezTo>
                    <a:pt x="1" y="31048"/>
                    <a:pt x="4023" y="25811"/>
                    <a:pt x="5065" y="18681"/>
                  </a:cubicBezTo>
                  <a:cubicBezTo>
                    <a:pt x="6037" y="12028"/>
                    <a:pt x="3103" y="10624"/>
                    <a:pt x="8535" y="6504"/>
                  </a:cubicBezTo>
                  <a:cubicBezTo>
                    <a:pt x="17093" y="1"/>
                    <a:pt x="31071" y="2378"/>
                    <a:pt x="36135" y="9168"/>
                  </a:cubicBezTo>
                  <a:cubicBezTo>
                    <a:pt x="42310" y="17444"/>
                    <a:pt x="38644" y="25759"/>
                    <a:pt x="33684" y="32677"/>
                  </a:cubicBezTo>
                  <a:cubicBezTo>
                    <a:pt x="31042" y="36348"/>
                    <a:pt x="28850" y="38737"/>
                    <a:pt x="24487" y="39744"/>
                  </a:cubicBezTo>
                  <a:cubicBezTo>
                    <a:pt x="16108" y="41689"/>
                    <a:pt x="9122" y="42132"/>
                    <a:pt x="3310" y="3507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1" name="Google Shape;1761;p64"/>
            <p:cNvSpPr/>
            <p:nvPr/>
          </p:nvSpPr>
          <p:spPr>
            <a:xfrm>
              <a:off x="3022952" y="3126389"/>
              <a:ext cx="1354702" cy="1355994"/>
            </a:xfrm>
            <a:custGeom>
              <a:avLst/>
              <a:gdLst/>
              <a:ahLst/>
              <a:cxnLst/>
              <a:rect l="l" t="t" r="r" b="b"/>
              <a:pathLst>
                <a:path w="41925" h="41965" fill="none" extrusionOk="0">
                  <a:moveTo>
                    <a:pt x="3327" y="34656"/>
                  </a:moveTo>
                  <a:cubicBezTo>
                    <a:pt x="1" y="30668"/>
                    <a:pt x="3391" y="25885"/>
                    <a:pt x="4530" y="18439"/>
                  </a:cubicBezTo>
                  <a:cubicBezTo>
                    <a:pt x="5566" y="11665"/>
                    <a:pt x="3091" y="10641"/>
                    <a:pt x="8564" y="6457"/>
                  </a:cubicBezTo>
                  <a:cubicBezTo>
                    <a:pt x="17007" y="0"/>
                    <a:pt x="30893" y="2037"/>
                    <a:pt x="35877" y="8724"/>
                  </a:cubicBezTo>
                  <a:cubicBezTo>
                    <a:pt x="41925" y="16844"/>
                    <a:pt x="38179" y="24556"/>
                    <a:pt x="33828" y="31398"/>
                  </a:cubicBezTo>
                  <a:cubicBezTo>
                    <a:pt x="31411" y="35202"/>
                    <a:pt x="29512" y="37976"/>
                    <a:pt x="25178" y="38920"/>
                  </a:cubicBezTo>
                  <a:cubicBezTo>
                    <a:pt x="16563" y="40790"/>
                    <a:pt x="9433" y="41964"/>
                    <a:pt x="3327" y="3465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2" name="Google Shape;1762;p64"/>
            <p:cNvSpPr/>
            <p:nvPr/>
          </p:nvSpPr>
          <p:spPr>
            <a:xfrm>
              <a:off x="3025570" y="3135502"/>
              <a:ext cx="1342617" cy="1351341"/>
            </a:xfrm>
            <a:custGeom>
              <a:avLst/>
              <a:gdLst/>
              <a:ahLst/>
              <a:cxnLst/>
              <a:rect l="l" t="t" r="r" b="b"/>
              <a:pathLst>
                <a:path w="41551" h="41821" fill="none" extrusionOk="0">
                  <a:moveTo>
                    <a:pt x="3344" y="34253"/>
                  </a:moveTo>
                  <a:cubicBezTo>
                    <a:pt x="1" y="30311"/>
                    <a:pt x="2757" y="25966"/>
                    <a:pt x="3989" y="18203"/>
                  </a:cubicBezTo>
                  <a:cubicBezTo>
                    <a:pt x="5082" y="11308"/>
                    <a:pt x="3068" y="10669"/>
                    <a:pt x="8593" y="6411"/>
                  </a:cubicBezTo>
                  <a:cubicBezTo>
                    <a:pt x="16914" y="0"/>
                    <a:pt x="30708" y="1698"/>
                    <a:pt x="35617" y="8275"/>
                  </a:cubicBezTo>
                  <a:cubicBezTo>
                    <a:pt x="41550" y="16240"/>
                    <a:pt x="37723" y="23365"/>
                    <a:pt x="33960" y="30115"/>
                  </a:cubicBezTo>
                  <a:cubicBezTo>
                    <a:pt x="31761" y="34063"/>
                    <a:pt x="30162" y="37216"/>
                    <a:pt x="25869" y="38091"/>
                  </a:cubicBezTo>
                  <a:cubicBezTo>
                    <a:pt x="17023" y="39904"/>
                    <a:pt x="9755" y="41820"/>
                    <a:pt x="3344" y="3425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3" name="Google Shape;1763;p64"/>
            <p:cNvSpPr/>
            <p:nvPr/>
          </p:nvSpPr>
          <p:spPr>
            <a:xfrm>
              <a:off x="3028187" y="3145357"/>
              <a:ext cx="1330338" cy="1345396"/>
            </a:xfrm>
            <a:custGeom>
              <a:avLst/>
              <a:gdLst/>
              <a:ahLst/>
              <a:cxnLst/>
              <a:rect l="l" t="t" r="r" b="b"/>
              <a:pathLst>
                <a:path w="41171" h="41637" fill="none" extrusionOk="0">
                  <a:moveTo>
                    <a:pt x="3361" y="33833"/>
                  </a:moveTo>
                  <a:cubicBezTo>
                    <a:pt x="0" y="29925"/>
                    <a:pt x="2112" y="26023"/>
                    <a:pt x="3436" y="17955"/>
                  </a:cubicBezTo>
                  <a:cubicBezTo>
                    <a:pt x="4581" y="10946"/>
                    <a:pt x="3044" y="10681"/>
                    <a:pt x="8609" y="6365"/>
                  </a:cubicBezTo>
                  <a:cubicBezTo>
                    <a:pt x="16816" y="0"/>
                    <a:pt x="30524" y="1364"/>
                    <a:pt x="35346" y="7832"/>
                  </a:cubicBezTo>
                  <a:cubicBezTo>
                    <a:pt x="41170" y="15630"/>
                    <a:pt x="37286" y="22196"/>
                    <a:pt x="34092" y="28837"/>
                  </a:cubicBezTo>
                  <a:cubicBezTo>
                    <a:pt x="32118" y="32941"/>
                    <a:pt x="30811" y="36457"/>
                    <a:pt x="26541" y="37274"/>
                  </a:cubicBezTo>
                  <a:cubicBezTo>
                    <a:pt x="17478" y="38995"/>
                    <a:pt x="10071" y="41636"/>
                    <a:pt x="3361" y="3383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4" name="Google Shape;1764;p64"/>
            <p:cNvSpPr/>
            <p:nvPr/>
          </p:nvSpPr>
          <p:spPr>
            <a:xfrm>
              <a:off x="3031160" y="3154631"/>
              <a:ext cx="1317510" cy="1340193"/>
            </a:xfrm>
            <a:custGeom>
              <a:avLst/>
              <a:gdLst/>
              <a:ahLst/>
              <a:cxnLst/>
              <a:rect l="l" t="t" r="r" b="b"/>
              <a:pathLst>
                <a:path w="40774" h="41476" fill="none" extrusionOk="0">
                  <a:moveTo>
                    <a:pt x="3367" y="33419"/>
                  </a:moveTo>
                  <a:cubicBezTo>
                    <a:pt x="0" y="29552"/>
                    <a:pt x="1468" y="26105"/>
                    <a:pt x="2883" y="17708"/>
                  </a:cubicBezTo>
                  <a:cubicBezTo>
                    <a:pt x="4086" y="10590"/>
                    <a:pt x="3010" y="10693"/>
                    <a:pt x="8627" y="6314"/>
                  </a:cubicBezTo>
                  <a:cubicBezTo>
                    <a:pt x="16718" y="1"/>
                    <a:pt x="30328" y="1025"/>
                    <a:pt x="35076" y="7378"/>
                  </a:cubicBezTo>
                  <a:cubicBezTo>
                    <a:pt x="40773" y="15021"/>
                    <a:pt x="36860" y="21046"/>
                    <a:pt x="34213" y="27549"/>
                  </a:cubicBezTo>
                  <a:cubicBezTo>
                    <a:pt x="32480" y="31813"/>
                    <a:pt x="31456" y="35686"/>
                    <a:pt x="27215" y="36440"/>
                  </a:cubicBezTo>
                  <a:cubicBezTo>
                    <a:pt x="17921" y="38103"/>
                    <a:pt x="10388" y="41476"/>
                    <a:pt x="3367" y="3341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5" name="Google Shape;1765;p64"/>
            <p:cNvSpPr/>
            <p:nvPr/>
          </p:nvSpPr>
          <p:spPr>
            <a:xfrm>
              <a:off x="3033939" y="3164131"/>
              <a:ext cx="1305037" cy="1334797"/>
            </a:xfrm>
            <a:custGeom>
              <a:avLst/>
              <a:gdLst/>
              <a:ahLst/>
              <a:cxnLst/>
              <a:rect l="l" t="t" r="r" b="b"/>
              <a:pathLst>
                <a:path w="40388" h="41309" fill="none" extrusionOk="0">
                  <a:moveTo>
                    <a:pt x="3384" y="33010"/>
                  </a:moveTo>
                  <a:cubicBezTo>
                    <a:pt x="1" y="29177"/>
                    <a:pt x="829" y="26179"/>
                    <a:pt x="2337" y="17472"/>
                  </a:cubicBezTo>
                  <a:cubicBezTo>
                    <a:pt x="3597" y="10238"/>
                    <a:pt x="2987" y="10727"/>
                    <a:pt x="8650" y="6273"/>
                  </a:cubicBezTo>
                  <a:cubicBezTo>
                    <a:pt x="16626" y="0"/>
                    <a:pt x="30144" y="697"/>
                    <a:pt x="34806" y="6941"/>
                  </a:cubicBezTo>
                  <a:cubicBezTo>
                    <a:pt x="40388" y="14422"/>
                    <a:pt x="36463" y="19918"/>
                    <a:pt x="34345" y="26277"/>
                  </a:cubicBezTo>
                  <a:cubicBezTo>
                    <a:pt x="32861" y="30708"/>
                    <a:pt x="32107" y="34932"/>
                    <a:pt x="27900" y="35623"/>
                  </a:cubicBezTo>
                  <a:cubicBezTo>
                    <a:pt x="18376" y="37194"/>
                    <a:pt x="10705" y="41308"/>
                    <a:pt x="3384" y="3301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6" name="Google Shape;1766;p64"/>
            <p:cNvSpPr/>
            <p:nvPr/>
          </p:nvSpPr>
          <p:spPr>
            <a:xfrm>
              <a:off x="3036718" y="3173599"/>
              <a:ext cx="1292597" cy="1329239"/>
            </a:xfrm>
            <a:custGeom>
              <a:avLst/>
              <a:gdLst/>
              <a:ahLst/>
              <a:cxnLst/>
              <a:rect l="l" t="t" r="r" b="b"/>
              <a:pathLst>
                <a:path w="40003" h="41137" fill="none" extrusionOk="0">
                  <a:moveTo>
                    <a:pt x="3396" y="32596"/>
                  </a:moveTo>
                  <a:cubicBezTo>
                    <a:pt x="1" y="28798"/>
                    <a:pt x="191" y="26243"/>
                    <a:pt x="1791" y="17225"/>
                  </a:cubicBezTo>
                  <a:cubicBezTo>
                    <a:pt x="3103" y="9870"/>
                    <a:pt x="2965" y="10734"/>
                    <a:pt x="8668" y="6222"/>
                  </a:cubicBezTo>
                  <a:cubicBezTo>
                    <a:pt x="16534" y="1"/>
                    <a:pt x="29955" y="352"/>
                    <a:pt x="34536" y="6492"/>
                  </a:cubicBezTo>
                  <a:cubicBezTo>
                    <a:pt x="40003" y="13807"/>
                    <a:pt x="36101" y="18785"/>
                    <a:pt x="34472" y="24994"/>
                  </a:cubicBezTo>
                  <a:cubicBezTo>
                    <a:pt x="33264" y="29604"/>
                    <a:pt x="32752" y="34156"/>
                    <a:pt x="28574" y="34800"/>
                  </a:cubicBezTo>
                  <a:cubicBezTo>
                    <a:pt x="18819" y="36285"/>
                    <a:pt x="11027" y="41136"/>
                    <a:pt x="3396" y="3259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7" name="Google Shape;1767;p64"/>
            <p:cNvSpPr/>
            <p:nvPr/>
          </p:nvSpPr>
          <p:spPr>
            <a:xfrm>
              <a:off x="3024633" y="3183292"/>
              <a:ext cx="1295214" cy="1323455"/>
            </a:xfrm>
            <a:custGeom>
              <a:avLst/>
              <a:gdLst/>
              <a:ahLst/>
              <a:cxnLst/>
              <a:rect l="l" t="t" r="r" b="b"/>
              <a:pathLst>
                <a:path w="40084" h="40958" fill="none" extrusionOk="0">
                  <a:moveTo>
                    <a:pt x="3874" y="32175"/>
                  </a:moveTo>
                  <a:cubicBezTo>
                    <a:pt x="467" y="28412"/>
                    <a:pt x="1" y="26305"/>
                    <a:pt x="1704" y="16977"/>
                  </a:cubicBezTo>
                  <a:cubicBezTo>
                    <a:pt x="3074" y="9501"/>
                    <a:pt x="3402" y="10750"/>
                    <a:pt x="9151" y="6169"/>
                  </a:cubicBezTo>
                  <a:cubicBezTo>
                    <a:pt x="16897" y="0"/>
                    <a:pt x="30231" y="12"/>
                    <a:pt x="34731" y="6043"/>
                  </a:cubicBezTo>
                  <a:cubicBezTo>
                    <a:pt x="40083" y="13196"/>
                    <a:pt x="36222" y="17656"/>
                    <a:pt x="35065" y="23710"/>
                  </a:cubicBezTo>
                  <a:cubicBezTo>
                    <a:pt x="34144" y="28498"/>
                    <a:pt x="33862" y="33384"/>
                    <a:pt x="29719" y="33965"/>
                  </a:cubicBezTo>
                  <a:cubicBezTo>
                    <a:pt x="19734" y="35369"/>
                    <a:pt x="11815" y="40957"/>
                    <a:pt x="3874" y="3217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8" name="Google Shape;1768;p64"/>
            <p:cNvSpPr/>
            <p:nvPr/>
          </p:nvSpPr>
          <p:spPr>
            <a:xfrm>
              <a:off x="3006796" y="3182549"/>
              <a:ext cx="1303357" cy="1327915"/>
            </a:xfrm>
            <a:custGeom>
              <a:avLst/>
              <a:gdLst/>
              <a:ahLst/>
              <a:cxnLst/>
              <a:rect l="l" t="t" r="r" b="b"/>
              <a:pathLst>
                <a:path w="40336" h="41096" fill="none" extrusionOk="0">
                  <a:moveTo>
                    <a:pt x="4524" y="32083"/>
                  </a:moveTo>
                  <a:cubicBezTo>
                    <a:pt x="1105" y="28348"/>
                    <a:pt x="0" y="26702"/>
                    <a:pt x="1796" y="17057"/>
                  </a:cubicBezTo>
                  <a:cubicBezTo>
                    <a:pt x="3217" y="9467"/>
                    <a:pt x="4011" y="11101"/>
                    <a:pt x="9812" y="6445"/>
                  </a:cubicBezTo>
                  <a:cubicBezTo>
                    <a:pt x="17443" y="317"/>
                    <a:pt x="30679" y="0"/>
                    <a:pt x="35105" y="5910"/>
                  </a:cubicBezTo>
                  <a:cubicBezTo>
                    <a:pt x="40336" y="12908"/>
                    <a:pt x="36549" y="16844"/>
                    <a:pt x="35836" y="22743"/>
                  </a:cubicBezTo>
                  <a:cubicBezTo>
                    <a:pt x="35231" y="27715"/>
                    <a:pt x="35157" y="32929"/>
                    <a:pt x="31042" y="33459"/>
                  </a:cubicBezTo>
                  <a:cubicBezTo>
                    <a:pt x="20816" y="34765"/>
                    <a:pt x="12776" y="41095"/>
                    <a:pt x="4524" y="3208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9" name="Google Shape;1769;p64"/>
            <p:cNvSpPr/>
            <p:nvPr/>
          </p:nvSpPr>
          <p:spPr>
            <a:xfrm>
              <a:off x="2988378" y="3181031"/>
              <a:ext cx="1312114" cy="1333149"/>
            </a:xfrm>
            <a:custGeom>
              <a:avLst/>
              <a:gdLst/>
              <a:ahLst/>
              <a:cxnLst/>
              <a:rect l="l" t="t" r="r" b="b"/>
              <a:pathLst>
                <a:path w="40607" h="41258" fill="none" extrusionOk="0">
                  <a:moveTo>
                    <a:pt x="5186" y="32009"/>
                  </a:moveTo>
                  <a:cubicBezTo>
                    <a:pt x="1762" y="28309"/>
                    <a:pt x="1" y="27106"/>
                    <a:pt x="1905" y="17145"/>
                  </a:cubicBezTo>
                  <a:cubicBezTo>
                    <a:pt x="3384" y="9439"/>
                    <a:pt x="4650" y="11453"/>
                    <a:pt x="10492" y="6734"/>
                  </a:cubicBezTo>
                  <a:cubicBezTo>
                    <a:pt x="18007" y="657"/>
                    <a:pt x="31151" y="1"/>
                    <a:pt x="35496" y="5808"/>
                  </a:cubicBezTo>
                  <a:cubicBezTo>
                    <a:pt x="40607" y="12650"/>
                    <a:pt x="36912" y="16051"/>
                    <a:pt x="36624" y="21806"/>
                  </a:cubicBezTo>
                  <a:cubicBezTo>
                    <a:pt x="36365" y="26951"/>
                    <a:pt x="36457" y="32504"/>
                    <a:pt x="32377" y="32970"/>
                  </a:cubicBezTo>
                  <a:cubicBezTo>
                    <a:pt x="21926" y="34179"/>
                    <a:pt x="13755" y="41257"/>
                    <a:pt x="5186" y="3200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0" name="Google Shape;1770;p64"/>
            <p:cNvSpPr/>
            <p:nvPr/>
          </p:nvSpPr>
          <p:spPr>
            <a:xfrm>
              <a:off x="2970347" y="3179738"/>
              <a:ext cx="1320677" cy="1338158"/>
            </a:xfrm>
            <a:custGeom>
              <a:avLst/>
              <a:gdLst/>
              <a:ahLst/>
              <a:cxnLst/>
              <a:rect l="l" t="t" r="r" b="b"/>
              <a:pathLst>
                <a:path w="40872" h="41413" fill="none" extrusionOk="0">
                  <a:moveTo>
                    <a:pt x="5847" y="31934"/>
                  </a:moveTo>
                  <a:cubicBezTo>
                    <a:pt x="2417" y="28263"/>
                    <a:pt x="0" y="27515"/>
                    <a:pt x="2003" y="17242"/>
                  </a:cubicBezTo>
                  <a:cubicBezTo>
                    <a:pt x="3528" y="9421"/>
                    <a:pt x="5272" y="11810"/>
                    <a:pt x="11153" y="7027"/>
                  </a:cubicBezTo>
                  <a:cubicBezTo>
                    <a:pt x="18560" y="1002"/>
                    <a:pt x="31606" y="1"/>
                    <a:pt x="35870" y="5698"/>
                  </a:cubicBezTo>
                  <a:cubicBezTo>
                    <a:pt x="40871" y="12374"/>
                    <a:pt x="37280" y="15234"/>
                    <a:pt x="37395" y="20862"/>
                  </a:cubicBezTo>
                  <a:cubicBezTo>
                    <a:pt x="37505" y="26168"/>
                    <a:pt x="37752" y="32061"/>
                    <a:pt x="33701" y="32487"/>
                  </a:cubicBezTo>
                  <a:cubicBezTo>
                    <a:pt x="23020" y="33586"/>
                    <a:pt x="14733" y="41412"/>
                    <a:pt x="5847" y="3193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1" name="Google Shape;1771;p64"/>
            <p:cNvSpPr/>
            <p:nvPr/>
          </p:nvSpPr>
          <p:spPr>
            <a:xfrm>
              <a:off x="2952123" y="3178058"/>
              <a:ext cx="1328852" cy="1343360"/>
            </a:xfrm>
            <a:custGeom>
              <a:avLst/>
              <a:gdLst/>
              <a:ahLst/>
              <a:cxnLst/>
              <a:rect l="l" t="t" r="r" b="b"/>
              <a:pathLst>
                <a:path w="41125" h="41574" fill="none" extrusionOk="0">
                  <a:moveTo>
                    <a:pt x="6509" y="31860"/>
                  </a:moveTo>
                  <a:cubicBezTo>
                    <a:pt x="3068" y="28228"/>
                    <a:pt x="0" y="27929"/>
                    <a:pt x="2107" y="17340"/>
                  </a:cubicBezTo>
                  <a:cubicBezTo>
                    <a:pt x="3683" y="9393"/>
                    <a:pt x="5899" y="12172"/>
                    <a:pt x="11821" y="7315"/>
                  </a:cubicBezTo>
                  <a:cubicBezTo>
                    <a:pt x="19112" y="1342"/>
                    <a:pt x="32061" y="1"/>
                    <a:pt x="36250" y="5589"/>
                  </a:cubicBezTo>
                  <a:cubicBezTo>
                    <a:pt x="41124" y="12109"/>
                    <a:pt x="37666" y="14411"/>
                    <a:pt x="38172" y="19918"/>
                  </a:cubicBezTo>
                  <a:cubicBezTo>
                    <a:pt x="38673" y="25380"/>
                    <a:pt x="39041" y="31629"/>
                    <a:pt x="35024" y="31998"/>
                  </a:cubicBezTo>
                  <a:cubicBezTo>
                    <a:pt x="24113" y="32999"/>
                    <a:pt x="15717" y="41574"/>
                    <a:pt x="6509" y="3186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2" name="Google Shape;1772;p64"/>
            <p:cNvSpPr/>
            <p:nvPr/>
          </p:nvSpPr>
          <p:spPr>
            <a:xfrm>
              <a:off x="2933511" y="3177153"/>
              <a:ext cx="1337802" cy="1347819"/>
            </a:xfrm>
            <a:custGeom>
              <a:avLst/>
              <a:gdLst/>
              <a:ahLst/>
              <a:cxnLst/>
              <a:rect l="l" t="t" r="r" b="b"/>
              <a:pathLst>
                <a:path w="41402" h="41712" fill="none" extrusionOk="0">
                  <a:moveTo>
                    <a:pt x="7189" y="31773"/>
                  </a:moveTo>
                  <a:cubicBezTo>
                    <a:pt x="3736" y="28170"/>
                    <a:pt x="1" y="28320"/>
                    <a:pt x="2222" y="17426"/>
                  </a:cubicBezTo>
                  <a:cubicBezTo>
                    <a:pt x="3845" y="9369"/>
                    <a:pt x="6556" y="12534"/>
                    <a:pt x="12506" y="7602"/>
                  </a:cubicBezTo>
                  <a:cubicBezTo>
                    <a:pt x="19688" y="1692"/>
                    <a:pt x="32539" y="0"/>
                    <a:pt x="36636" y="5473"/>
                  </a:cubicBezTo>
                  <a:cubicBezTo>
                    <a:pt x="41401" y="11832"/>
                    <a:pt x="38069" y="13547"/>
                    <a:pt x="38961" y="18962"/>
                  </a:cubicBezTo>
                  <a:cubicBezTo>
                    <a:pt x="39882" y="24550"/>
                    <a:pt x="40348" y="31180"/>
                    <a:pt x="36366" y="31496"/>
                  </a:cubicBezTo>
                  <a:cubicBezTo>
                    <a:pt x="25230" y="32388"/>
                    <a:pt x="16713" y="41711"/>
                    <a:pt x="7189" y="3177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3" name="Google Shape;1773;p64"/>
            <p:cNvSpPr/>
            <p:nvPr/>
          </p:nvSpPr>
          <p:spPr>
            <a:xfrm>
              <a:off x="2915674" y="3175473"/>
              <a:ext cx="1346139" cy="1352827"/>
            </a:xfrm>
            <a:custGeom>
              <a:avLst/>
              <a:gdLst/>
              <a:ahLst/>
              <a:cxnLst/>
              <a:rect l="l" t="t" r="r" b="b"/>
              <a:pathLst>
                <a:path w="41660" h="41867" fill="none" extrusionOk="0">
                  <a:moveTo>
                    <a:pt x="7839" y="31704"/>
                  </a:moveTo>
                  <a:cubicBezTo>
                    <a:pt x="4380" y="28136"/>
                    <a:pt x="0" y="28734"/>
                    <a:pt x="2314" y="17518"/>
                  </a:cubicBezTo>
                  <a:cubicBezTo>
                    <a:pt x="3994" y="9340"/>
                    <a:pt x="7165" y="12891"/>
                    <a:pt x="13162" y="7896"/>
                  </a:cubicBezTo>
                  <a:cubicBezTo>
                    <a:pt x="20234" y="2026"/>
                    <a:pt x="32987" y="0"/>
                    <a:pt x="37010" y="5370"/>
                  </a:cubicBezTo>
                  <a:cubicBezTo>
                    <a:pt x="41660" y="11562"/>
                    <a:pt x="38454" y="12661"/>
                    <a:pt x="39732" y="18024"/>
                  </a:cubicBezTo>
                  <a:cubicBezTo>
                    <a:pt x="41084" y="23727"/>
                    <a:pt x="41637" y="30743"/>
                    <a:pt x="37689" y="31013"/>
                  </a:cubicBezTo>
                  <a:cubicBezTo>
                    <a:pt x="26312" y="31790"/>
                    <a:pt x="17691" y="41867"/>
                    <a:pt x="7839" y="3170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4" name="Google Shape;1774;p64"/>
            <p:cNvSpPr/>
            <p:nvPr/>
          </p:nvSpPr>
          <p:spPr>
            <a:xfrm>
              <a:off x="2897838" y="3174536"/>
              <a:ext cx="1386852" cy="1357125"/>
            </a:xfrm>
            <a:custGeom>
              <a:avLst/>
              <a:gdLst/>
              <a:ahLst/>
              <a:cxnLst/>
              <a:rect l="l" t="t" r="r" b="b"/>
              <a:pathLst>
                <a:path w="42920" h="42000" fill="none" extrusionOk="0">
                  <a:moveTo>
                    <a:pt x="8494" y="31618"/>
                  </a:moveTo>
                  <a:cubicBezTo>
                    <a:pt x="5024" y="28078"/>
                    <a:pt x="0" y="29131"/>
                    <a:pt x="2406" y="17605"/>
                  </a:cubicBezTo>
                  <a:cubicBezTo>
                    <a:pt x="4143" y="9312"/>
                    <a:pt x="7781" y="13237"/>
                    <a:pt x="13823" y="8184"/>
                  </a:cubicBezTo>
                  <a:cubicBezTo>
                    <a:pt x="20781" y="2354"/>
                    <a:pt x="33441" y="1"/>
                    <a:pt x="37383" y="5255"/>
                  </a:cubicBezTo>
                  <a:cubicBezTo>
                    <a:pt x="41907" y="11292"/>
                    <a:pt x="38851" y="11752"/>
                    <a:pt x="40497" y="17075"/>
                  </a:cubicBezTo>
                  <a:cubicBezTo>
                    <a:pt x="42286" y="22870"/>
                    <a:pt x="42919" y="30294"/>
                    <a:pt x="39000" y="30518"/>
                  </a:cubicBezTo>
                  <a:cubicBezTo>
                    <a:pt x="27404" y="31163"/>
                    <a:pt x="18663" y="41999"/>
                    <a:pt x="8494" y="3161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775" name="Google Shape;1775;p64"/>
          <p:cNvSpPr txBox="1">
            <a:spLocks noGrp="1"/>
          </p:cNvSpPr>
          <p:nvPr>
            <p:ph type="subTitle" idx="1"/>
          </p:nvPr>
        </p:nvSpPr>
        <p:spPr>
          <a:xfrm>
            <a:off x="720000" y="1268825"/>
            <a:ext cx="7704000" cy="108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Here’s an assortment of alternative resources whose style fits the one of this template:</a:t>
            </a:r>
          </a:p>
          <a:p>
            <a:pPr marL="457200" lvl="0" indent="-317500" algn="l" rtl="0">
              <a:spcBef>
                <a:spcPts val="0"/>
              </a:spcBef>
              <a:spcAft>
                <a:spcPts val="0"/>
              </a:spcAft>
              <a:buSzPts val="1400"/>
              <a:buChar char="●"/>
            </a:pPr>
            <a:r>
              <a:rPr lang="en-US" u="sng" noProof="0" dirty="0">
                <a:solidFill>
                  <a:schemeClr val="hlink"/>
                </a:solidFill>
                <a:hlinkClick r:id="rId3"/>
              </a:rPr>
              <a:t>Gradient quantum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4"/>
              </a:rPr>
              <a:t>Landing page artificial intelligence template</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5"/>
              </a:rPr>
              <a:t>Template artificial intelligence landing page</a:t>
            </a:r>
            <a:endParaRPr lang="en-US" noProof="0" dirty="0"/>
          </a:p>
        </p:txBody>
      </p:sp>
      <p:grpSp>
        <p:nvGrpSpPr>
          <p:cNvPr id="2" name="Gruppieren 1">
            <a:extLst>
              <a:ext uri="{FF2B5EF4-FFF2-40B4-BE49-F238E27FC236}">
                <a16:creationId xmlns:a16="http://schemas.microsoft.com/office/drawing/2014/main" id="{5B472A4C-276C-FCD3-0674-D43A70E41892}"/>
              </a:ext>
            </a:extLst>
          </p:cNvPr>
          <p:cNvGrpSpPr/>
          <p:nvPr/>
        </p:nvGrpSpPr>
        <p:grpSpPr>
          <a:xfrm>
            <a:off x="4326097" y="2598897"/>
            <a:ext cx="1565506" cy="1761716"/>
            <a:chOff x="4326097" y="2598897"/>
            <a:chExt cx="1565506" cy="1761716"/>
          </a:xfrm>
        </p:grpSpPr>
        <p:sp>
          <p:nvSpPr>
            <p:cNvPr id="1776" name="Google Shape;1776;p64"/>
            <p:cNvSpPr/>
            <p:nvPr/>
          </p:nvSpPr>
          <p:spPr>
            <a:xfrm>
              <a:off x="5199941" y="3558877"/>
              <a:ext cx="67234" cy="124016"/>
            </a:xfrm>
            <a:custGeom>
              <a:avLst/>
              <a:gdLst/>
              <a:ahLst/>
              <a:cxnLst/>
              <a:rect l="l" t="t" r="r" b="b"/>
              <a:pathLst>
                <a:path w="4104" h="7570" extrusionOk="0">
                  <a:moveTo>
                    <a:pt x="1" y="1"/>
                  </a:moveTo>
                  <a:lnTo>
                    <a:pt x="1" y="7569"/>
                  </a:lnTo>
                  <a:lnTo>
                    <a:pt x="4104" y="7569"/>
                  </a:lnTo>
                  <a:lnTo>
                    <a:pt x="41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7" name="Google Shape;1777;p64"/>
            <p:cNvSpPr/>
            <p:nvPr/>
          </p:nvSpPr>
          <p:spPr>
            <a:xfrm>
              <a:off x="5265662" y="3410495"/>
              <a:ext cx="396899" cy="316231"/>
            </a:xfrm>
            <a:custGeom>
              <a:avLst/>
              <a:gdLst/>
              <a:ahLst/>
              <a:cxnLst/>
              <a:rect l="l" t="t" r="r" b="b"/>
              <a:pathLst>
                <a:path w="24227" h="19303" extrusionOk="0">
                  <a:moveTo>
                    <a:pt x="62" y="9059"/>
                  </a:moveTo>
                  <a:cubicBezTo>
                    <a:pt x="62" y="9059"/>
                    <a:pt x="5746" y="1034"/>
                    <a:pt x="16627" y="1"/>
                  </a:cubicBezTo>
                  <a:lnTo>
                    <a:pt x="16354" y="9089"/>
                  </a:lnTo>
                  <a:cubicBezTo>
                    <a:pt x="16323" y="10396"/>
                    <a:pt x="16688" y="11673"/>
                    <a:pt x="17478" y="12676"/>
                  </a:cubicBezTo>
                  <a:cubicBezTo>
                    <a:pt x="18542" y="13983"/>
                    <a:pt x="20579" y="15168"/>
                    <a:pt x="24226" y="14104"/>
                  </a:cubicBezTo>
                  <a:cubicBezTo>
                    <a:pt x="24226" y="14104"/>
                    <a:pt x="17843" y="17782"/>
                    <a:pt x="10183" y="18816"/>
                  </a:cubicBezTo>
                  <a:cubicBezTo>
                    <a:pt x="6657" y="19302"/>
                    <a:pt x="3040" y="18512"/>
                    <a:pt x="1" y="16627"/>
                  </a:cubicBezTo>
                  <a:lnTo>
                    <a:pt x="1" y="16627"/>
                  </a:lnTo>
                  <a:lnTo>
                    <a:pt x="1" y="905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8" name="Google Shape;1778;p64"/>
            <p:cNvSpPr/>
            <p:nvPr/>
          </p:nvSpPr>
          <p:spPr>
            <a:xfrm>
              <a:off x="5526911" y="3382614"/>
              <a:ext cx="314888" cy="265954"/>
            </a:xfrm>
            <a:custGeom>
              <a:avLst/>
              <a:gdLst/>
              <a:ahLst/>
              <a:cxnLst/>
              <a:rect l="l" t="t" r="r" b="b"/>
              <a:pathLst>
                <a:path w="19221" h="16234" extrusionOk="0">
                  <a:moveTo>
                    <a:pt x="12838" y="1"/>
                  </a:moveTo>
                  <a:cubicBezTo>
                    <a:pt x="4509" y="548"/>
                    <a:pt x="588" y="4864"/>
                    <a:pt x="588" y="4864"/>
                  </a:cubicBezTo>
                  <a:lnTo>
                    <a:pt x="436" y="10791"/>
                  </a:lnTo>
                  <a:cubicBezTo>
                    <a:pt x="0" y="13945"/>
                    <a:pt x="2549" y="16234"/>
                    <a:pt x="5730" y="16234"/>
                  </a:cubicBezTo>
                  <a:cubicBezTo>
                    <a:pt x="6319" y="16234"/>
                    <a:pt x="6931" y="16155"/>
                    <a:pt x="7549" y="15989"/>
                  </a:cubicBezTo>
                  <a:lnTo>
                    <a:pt x="13141" y="14530"/>
                  </a:lnTo>
                  <a:lnTo>
                    <a:pt x="16333" y="11186"/>
                  </a:lnTo>
                  <a:lnTo>
                    <a:pt x="19221" y="7265"/>
                  </a:lnTo>
                  <a:lnTo>
                    <a:pt x="17488" y="5776"/>
                  </a:lnTo>
                  <a:lnTo>
                    <a:pt x="14084" y="7083"/>
                  </a:lnTo>
                  <a:lnTo>
                    <a:pt x="10953" y="8299"/>
                  </a:lnTo>
                  <a:lnTo>
                    <a:pt x="6181" y="8299"/>
                  </a:lnTo>
                  <a:lnTo>
                    <a:pt x="5421" y="6171"/>
                  </a:lnTo>
                  <a:cubicBezTo>
                    <a:pt x="9737" y="3891"/>
                    <a:pt x="12838" y="3648"/>
                    <a:pt x="12838" y="3648"/>
                  </a:cubicBezTo>
                  <a:lnTo>
                    <a:pt x="13476" y="2432"/>
                  </a:lnTo>
                  <a:lnTo>
                    <a:pt x="128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9" name="Google Shape;1779;p64"/>
            <p:cNvSpPr/>
            <p:nvPr/>
          </p:nvSpPr>
          <p:spPr>
            <a:xfrm>
              <a:off x="4537202" y="3622109"/>
              <a:ext cx="145919" cy="186253"/>
            </a:xfrm>
            <a:custGeom>
              <a:avLst/>
              <a:gdLst/>
              <a:ahLst/>
              <a:cxnLst/>
              <a:rect l="l" t="t" r="r" b="b"/>
              <a:pathLst>
                <a:path w="8907" h="11369" extrusionOk="0">
                  <a:moveTo>
                    <a:pt x="3740" y="1"/>
                  </a:moveTo>
                  <a:lnTo>
                    <a:pt x="1" y="5533"/>
                  </a:lnTo>
                  <a:lnTo>
                    <a:pt x="4712" y="11369"/>
                  </a:lnTo>
                  <a:lnTo>
                    <a:pt x="8907" y="7843"/>
                  </a:lnTo>
                  <a:lnTo>
                    <a:pt x="37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0" name="Google Shape;1780;p64"/>
            <p:cNvSpPr/>
            <p:nvPr/>
          </p:nvSpPr>
          <p:spPr>
            <a:xfrm>
              <a:off x="4396798" y="3712731"/>
              <a:ext cx="305255" cy="369999"/>
            </a:xfrm>
            <a:custGeom>
              <a:avLst/>
              <a:gdLst/>
              <a:ahLst/>
              <a:cxnLst/>
              <a:rect l="l" t="t" r="r" b="b"/>
              <a:pathLst>
                <a:path w="18633" h="22585" extrusionOk="0">
                  <a:moveTo>
                    <a:pt x="8572" y="1"/>
                  </a:moveTo>
                  <a:cubicBezTo>
                    <a:pt x="2645" y="1065"/>
                    <a:pt x="426" y="9758"/>
                    <a:pt x="0" y="22190"/>
                  </a:cubicBezTo>
                  <a:cubicBezTo>
                    <a:pt x="0" y="22190"/>
                    <a:pt x="1824" y="22402"/>
                    <a:pt x="3313" y="21551"/>
                  </a:cubicBezTo>
                  <a:cubicBezTo>
                    <a:pt x="4013" y="21156"/>
                    <a:pt x="4712" y="20792"/>
                    <a:pt x="5532" y="20670"/>
                  </a:cubicBezTo>
                  <a:cubicBezTo>
                    <a:pt x="7265" y="20244"/>
                    <a:pt x="10122" y="19971"/>
                    <a:pt x="12311" y="21612"/>
                  </a:cubicBezTo>
                  <a:cubicBezTo>
                    <a:pt x="12311" y="21612"/>
                    <a:pt x="13283" y="22585"/>
                    <a:pt x="15168" y="21764"/>
                  </a:cubicBezTo>
                  <a:cubicBezTo>
                    <a:pt x="15168" y="21764"/>
                    <a:pt x="18633" y="9758"/>
                    <a:pt x="14408" y="370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1" name="Google Shape;1781;p64"/>
            <p:cNvSpPr/>
            <p:nvPr/>
          </p:nvSpPr>
          <p:spPr>
            <a:xfrm>
              <a:off x="4368917" y="4041013"/>
              <a:ext cx="198703" cy="255321"/>
            </a:xfrm>
            <a:custGeom>
              <a:avLst/>
              <a:gdLst/>
              <a:ahLst/>
              <a:cxnLst/>
              <a:rect l="l" t="t" r="r" b="b"/>
              <a:pathLst>
                <a:path w="12129" h="15585" extrusionOk="0">
                  <a:moveTo>
                    <a:pt x="9279" y="1"/>
                  </a:moveTo>
                  <a:cubicBezTo>
                    <a:pt x="8415" y="1"/>
                    <a:pt x="7123" y="170"/>
                    <a:pt x="5958" y="995"/>
                  </a:cubicBezTo>
                  <a:cubicBezTo>
                    <a:pt x="5958" y="995"/>
                    <a:pt x="0" y="8563"/>
                    <a:pt x="4104" y="15585"/>
                  </a:cubicBezTo>
                  <a:lnTo>
                    <a:pt x="6353" y="14247"/>
                  </a:lnTo>
                  <a:cubicBezTo>
                    <a:pt x="6353" y="14247"/>
                    <a:pt x="3283" y="8411"/>
                    <a:pt x="7994" y="5098"/>
                  </a:cubicBezTo>
                  <a:lnTo>
                    <a:pt x="8663" y="4855"/>
                  </a:lnTo>
                  <a:lnTo>
                    <a:pt x="8663" y="6618"/>
                  </a:lnTo>
                  <a:lnTo>
                    <a:pt x="8663" y="13791"/>
                  </a:lnTo>
                  <a:lnTo>
                    <a:pt x="11672" y="13791"/>
                  </a:lnTo>
                  <a:lnTo>
                    <a:pt x="11672" y="6679"/>
                  </a:lnTo>
                  <a:lnTo>
                    <a:pt x="12128" y="569"/>
                  </a:lnTo>
                  <a:cubicBezTo>
                    <a:pt x="11429" y="235"/>
                    <a:pt x="10791" y="113"/>
                    <a:pt x="10274" y="83"/>
                  </a:cubicBezTo>
                  <a:cubicBezTo>
                    <a:pt x="10274" y="83"/>
                    <a:pt x="9880" y="1"/>
                    <a:pt x="92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2" name="Google Shape;1782;p64"/>
            <p:cNvSpPr/>
            <p:nvPr/>
          </p:nvSpPr>
          <p:spPr>
            <a:xfrm>
              <a:off x="4595471" y="3429415"/>
              <a:ext cx="644864" cy="931198"/>
            </a:xfrm>
            <a:custGeom>
              <a:avLst/>
              <a:gdLst/>
              <a:ahLst/>
              <a:cxnLst/>
              <a:rect l="l" t="t" r="r" b="b"/>
              <a:pathLst>
                <a:path w="39363" h="56841" extrusionOk="0">
                  <a:moveTo>
                    <a:pt x="39211" y="12463"/>
                  </a:moveTo>
                  <a:cubicBezTo>
                    <a:pt x="38846" y="20700"/>
                    <a:pt x="37326" y="37904"/>
                    <a:pt x="31551" y="48938"/>
                  </a:cubicBezTo>
                  <a:cubicBezTo>
                    <a:pt x="28663" y="54470"/>
                    <a:pt x="22888" y="56841"/>
                    <a:pt x="17569" y="56050"/>
                  </a:cubicBezTo>
                  <a:cubicBezTo>
                    <a:pt x="13496" y="55442"/>
                    <a:pt x="9666" y="53011"/>
                    <a:pt x="7538" y="48695"/>
                  </a:cubicBezTo>
                  <a:cubicBezTo>
                    <a:pt x="3648" y="40913"/>
                    <a:pt x="1246" y="28785"/>
                    <a:pt x="243" y="12767"/>
                  </a:cubicBezTo>
                  <a:cubicBezTo>
                    <a:pt x="0" y="9393"/>
                    <a:pt x="1794" y="6262"/>
                    <a:pt x="4712" y="4682"/>
                  </a:cubicBezTo>
                  <a:cubicBezTo>
                    <a:pt x="5198" y="4408"/>
                    <a:pt x="5745" y="4165"/>
                    <a:pt x="6322" y="3983"/>
                  </a:cubicBezTo>
                  <a:cubicBezTo>
                    <a:pt x="6930" y="3800"/>
                    <a:pt x="7508" y="3618"/>
                    <a:pt x="8207" y="3436"/>
                  </a:cubicBezTo>
                  <a:cubicBezTo>
                    <a:pt x="15380" y="1521"/>
                    <a:pt x="25989" y="1"/>
                    <a:pt x="34590" y="4378"/>
                  </a:cubicBezTo>
                  <a:cubicBezTo>
                    <a:pt x="34682" y="4408"/>
                    <a:pt x="34773" y="4469"/>
                    <a:pt x="34894" y="4530"/>
                  </a:cubicBezTo>
                  <a:cubicBezTo>
                    <a:pt x="37660" y="6141"/>
                    <a:pt x="39363" y="9180"/>
                    <a:pt x="39211" y="12463"/>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3" name="Google Shape;1783;p64"/>
            <p:cNvSpPr/>
            <p:nvPr/>
          </p:nvSpPr>
          <p:spPr>
            <a:xfrm>
              <a:off x="4595471" y="3429415"/>
              <a:ext cx="570668" cy="918256"/>
            </a:xfrm>
            <a:custGeom>
              <a:avLst/>
              <a:gdLst/>
              <a:ahLst/>
              <a:cxnLst/>
              <a:rect l="l" t="t" r="r" b="b"/>
              <a:pathLst>
                <a:path w="34834" h="56051" extrusionOk="0">
                  <a:moveTo>
                    <a:pt x="34834" y="4560"/>
                  </a:moveTo>
                  <a:cubicBezTo>
                    <a:pt x="26171" y="1"/>
                    <a:pt x="15472" y="1521"/>
                    <a:pt x="8177" y="3466"/>
                  </a:cubicBezTo>
                  <a:cubicBezTo>
                    <a:pt x="7508" y="3648"/>
                    <a:pt x="6870" y="3831"/>
                    <a:pt x="6262" y="3983"/>
                  </a:cubicBezTo>
                  <a:cubicBezTo>
                    <a:pt x="5684" y="4135"/>
                    <a:pt x="5167" y="4378"/>
                    <a:pt x="4681" y="4682"/>
                  </a:cubicBezTo>
                  <a:cubicBezTo>
                    <a:pt x="1794" y="6232"/>
                    <a:pt x="0" y="9332"/>
                    <a:pt x="183" y="12767"/>
                  </a:cubicBezTo>
                  <a:cubicBezTo>
                    <a:pt x="1216" y="28785"/>
                    <a:pt x="3617" y="40913"/>
                    <a:pt x="7478" y="48695"/>
                  </a:cubicBezTo>
                  <a:cubicBezTo>
                    <a:pt x="9605" y="53011"/>
                    <a:pt x="13435" y="55442"/>
                    <a:pt x="17508" y="56050"/>
                  </a:cubicBezTo>
                  <a:cubicBezTo>
                    <a:pt x="10608" y="42403"/>
                    <a:pt x="7326" y="31673"/>
                    <a:pt x="6140" y="23405"/>
                  </a:cubicBezTo>
                  <a:cubicBezTo>
                    <a:pt x="5046" y="15685"/>
                    <a:pt x="11095" y="8724"/>
                    <a:pt x="18876" y="8876"/>
                  </a:cubicBezTo>
                  <a:lnTo>
                    <a:pt x="19666" y="8876"/>
                  </a:lnTo>
                  <a:cubicBezTo>
                    <a:pt x="27022" y="8876"/>
                    <a:pt x="33131" y="7053"/>
                    <a:pt x="34834" y="4560"/>
                  </a:cubicBezTo>
                  <a:close/>
                </a:path>
              </a:pathLst>
            </a:custGeom>
            <a:solidFill>
              <a:srgbClr val="134F5C">
                <a:alpha val="566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4" name="Google Shape;1784;p64"/>
            <p:cNvSpPr/>
            <p:nvPr/>
          </p:nvSpPr>
          <p:spPr>
            <a:xfrm>
              <a:off x="4326097" y="2598897"/>
              <a:ext cx="986456" cy="960064"/>
            </a:xfrm>
            <a:custGeom>
              <a:avLst/>
              <a:gdLst/>
              <a:ahLst/>
              <a:cxnLst/>
              <a:rect l="l" t="t" r="r" b="b"/>
              <a:pathLst>
                <a:path w="60214" h="58603" extrusionOk="0">
                  <a:moveTo>
                    <a:pt x="60032" y="33982"/>
                  </a:moveTo>
                  <a:cubicBezTo>
                    <a:pt x="58968" y="49788"/>
                    <a:pt x="41794" y="54347"/>
                    <a:pt x="38451" y="55077"/>
                  </a:cubicBezTo>
                  <a:cubicBezTo>
                    <a:pt x="37964" y="55168"/>
                    <a:pt x="37508" y="55290"/>
                    <a:pt x="36992" y="55442"/>
                  </a:cubicBezTo>
                  <a:cubicBezTo>
                    <a:pt x="35533" y="55867"/>
                    <a:pt x="34104" y="56171"/>
                    <a:pt x="32797" y="56445"/>
                  </a:cubicBezTo>
                  <a:cubicBezTo>
                    <a:pt x="20943" y="58603"/>
                    <a:pt x="13678" y="54834"/>
                    <a:pt x="9332" y="50548"/>
                  </a:cubicBezTo>
                  <a:cubicBezTo>
                    <a:pt x="5836" y="47052"/>
                    <a:pt x="3708" y="42493"/>
                    <a:pt x="3009" y="37630"/>
                  </a:cubicBezTo>
                  <a:cubicBezTo>
                    <a:pt x="0" y="16961"/>
                    <a:pt x="10304" y="8480"/>
                    <a:pt x="17690" y="5137"/>
                  </a:cubicBezTo>
                  <a:cubicBezTo>
                    <a:pt x="21551" y="3404"/>
                    <a:pt x="24590" y="3009"/>
                    <a:pt x="24590" y="3009"/>
                  </a:cubicBezTo>
                  <a:cubicBezTo>
                    <a:pt x="37083" y="0"/>
                    <a:pt x="45898" y="3100"/>
                    <a:pt x="51946" y="10912"/>
                  </a:cubicBezTo>
                  <a:cubicBezTo>
                    <a:pt x="55047" y="14894"/>
                    <a:pt x="57418" y="20152"/>
                    <a:pt x="59150" y="26414"/>
                  </a:cubicBezTo>
                  <a:cubicBezTo>
                    <a:pt x="59880" y="28876"/>
                    <a:pt x="60214" y="31429"/>
                    <a:pt x="60032" y="3398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5" name="Google Shape;1785;p64"/>
            <p:cNvSpPr/>
            <p:nvPr/>
          </p:nvSpPr>
          <p:spPr>
            <a:xfrm>
              <a:off x="4326097" y="2683031"/>
              <a:ext cx="537313" cy="875923"/>
            </a:xfrm>
            <a:custGeom>
              <a:avLst/>
              <a:gdLst/>
              <a:ahLst/>
              <a:cxnLst/>
              <a:rect l="l" t="t" r="r" b="b"/>
              <a:pathLst>
                <a:path w="32798" h="53467" extrusionOk="0">
                  <a:moveTo>
                    <a:pt x="32797" y="51309"/>
                  </a:moveTo>
                  <a:cubicBezTo>
                    <a:pt x="20943" y="53467"/>
                    <a:pt x="13678" y="49698"/>
                    <a:pt x="9332" y="45412"/>
                  </a:cubicBezTo>
                  <a:cubicBezTo>
                    <a:pt x="5836" y="41916"/>
                    <a:pt x="3708" y="37357"/>
                    <a:pt x="3009" y="32494"/>
                  </a:cubicBezTo>
                  <a:cubicBezTo>
                    <a:pt x="0" y="11825"/>
                    <a:pt x="10304" y="3344"/>
                    <a:pt x="17690" y="1"/>
                  </a:cubicBezTo>
                  <a:cubicBezTo>
                    <a:pt x="10699" y="12949"/>
                    <a:pt x="122" y="41157"/>
                    <a:pt x="32797" y="51309"/>
                  </a:cubicBezTo>
                  <a:close/>
                </a:path>
              </a:pathLst>
            </a:custGeom>
            <a:solidFill>
              <a:srgbClr val="134F5C">
                <a:alpha val="566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6" name="Google Shape;1786;p64"/>
            <p:cNvSpPr/>
            <p:nvPr/>
          </p:nvSpPr>
          <p:spPr>
            <a:xfrm>
              <a:off x="4574552" y="2757910"/>
              <a:ext cx="723058" cy="512068"/>
            </a:xfrm>
            <a:custGeom>
              <a:avLst/>
              <a:gdLst/>
              <a:ahLst/>
              <a:cxnLst/>
              <a:rect l="l" t="t" r="r" b="b"/>
              <a:pathLst>
                <a:path w="44136" h="31257" extrusionOk="0">
                  <a:moveTo>
                    <a:pt x="27905" y="1"/>
                  </a:moveTo>
                  <a:cubicBezTo>
                    <a:pt x="24936" y="1"/>
                    <a:pt x="21964" y="419"/>
                    <a:pt x="19089" y="1296"/>
                  </a:cubicBezTo>
                  <a:cubicBezTo>
                    <a:pt x="10700" y="3789"/>
                    <a:pt x="5198" y="9290"/>
                    <a:pt x="1551" y="16676"/>
                  </a:cubicBezTo>
                  <a:cubicBezTo>
                    <a:pt x="335" y="19108"/>
                    <a:pt x="1" y="21874"/>
                    <a:pt x="639" y="24549"/>
                  </a:cubicBezTo>
                  <a:cubicBezTo>
                    <a:pt x="1437" y="27790"/>
                    <a:pt x="3830" y="31257"/>
                    <a:pt x="10420" y="31257"/>
                  </a:cubicBezTo>
                  <a:cubicBezTo>
                    <a:pt x="11863" y="31257"/>
                    <a:pt x="13508" y="31091"/>
                    <a:pt x="15381" y="30719"/>
                  </a:cubicBezTo>
                  <a:cubicBezTo>
                    <a:pt x="15381" y="30719"/>
                    <a:pt x="31764" y="28136"/>
                    <a:pt x="39819" y="23941"/>
                  </a:cubicBezTo>
                  <a:cubicBezTo>
                    <a:pt x="42494" y="22512"/>
                    <a:pt x="44135" y="19716"/>
                    <a:pt x="44014" y="16707"/>
                  </a:cubicBezTo>
                  <a:cubicBezTo>
                    <a:pt x="42281" y="10445"/>
                    <a:pt x="39910" y="5187"/>
                    <a:pt x="36779" y="1235"/>
                  </a:cubicBezTo>
                  <a:cubicBezTo>
                    <a:pt x="33894" y="426"/>
                    <a:pt x="30901" y="1"/>
                    <a:pt x="279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7" name="Google Shape;1787;p64"/>
            <p:cNvSpPr/>
            <p:nvPr/>
          </p:nvSpPr>
          <p:spPr>
            <a:xfrm>
              <a:off x="4833966" y="3053987"/>
              <a:ext cx="129979" cy="66251"/>
            </a:xfrm>
            <a:custGeom>
              <a:avLst/>
              <a:gdLst/>
              <a:ahLst/>
              <a:cxnLst/>
              <a:rect l="l" t="t" r="r" b="b"/>
              <a:pathLst>
                <a:path w="7934" h="4044" extrusionOk="0">
                  <a:moveTo>
                    <a:pt x="7721" y="2280"/>
                  </a:moveTo>
                  <a:cubicBezTo>
                    <a:pt x="7721" y="2280"/>
                    <a:pt x="5472" y="1"/>
                    <a:pt x="1581" y="1490"/>
                  </a:cubicBezTo>
                  <a:cubicBezTo>
                    <a:pt x="1125" y="1672"/>
                    <a:pt x="639" y="1976"/>
                    <a:pt x="335" y="2402"/>
                  </a:cubicBezTo>
                  <a:cubicBezTo>
                    <a:pt x="31" y="2767"/>
                    <a:pt x="1" y="3435"/>
                    <a:pt x="396" y="3739"/>
                  </a:cubicBezTo>
                  <a:cubicBezTo>
                    <a:pt x="852" y="4043"/>
                    <a:pt x="1399" y="3830"/>
                    <a:pt x="1824" y="3618"/>
                  </a:cubicBezTo>
                  <a:cubicBezTo>
                    <a:pt x="2372" y="3314"/>
                    <a:pt x="2919" y="3010"/>
                    <a:pt x="3527" y="2827"/>
                  </a:cubicBezTo>
                  <a:cubicBezTo>
                    <a:pt x="4864" y="2402"/>
                    <a:pt x="6262" y="2311"/>
                    <a:pt x="7630" y="2615"/>
                  </a:cubicBezTo>
                  <a:cubicBezTo>
                    <a:pt x="7812" y="2675"/>
                    <a:pt x="7934" y="2311"/>
                    <a:pt x="7721" y="228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8" name="Google Shape;1788;p64"/>
            <p:cNvSpPr/>
            <p:nvPr/>
          </p:nvSpPr>
          <p:spPr>
            <a:xfrm>
              <a:off x="5193470" y="2963365"/>
              <a:ext cx="59272" cy="66251"/>
            </a:xfrm>
            <a:custGeom>
              <a:avLst/>
              <a:gdLst/>
              <a:ahLst/>
              <a:cxnLst/>
              <a:rect l="l" t="t" r="r" b="b"/>
              <a:pathLst>
                <a:path w="3618" h="4044" extrusionOk="0">
                  <a:moveTo>
                    <a:pt x="2493" y="153"/>
                  </a:moveTo>
                  <a:cubicBezTo>
                    <a:pt x="1733" y="1"/>
                    <a:pt x="1003" y="365"/>
                    <a:pt x="578" y="973"/>
                  </a:cubicBezTo>
                  <a:cubicBezTo>
                    <a:pt x="0" y="1764"/>
                    <a:pt x="244" y="4043"/>
                    <a:pt x="244" y="4043"/>
                  </a:cubicBezTo>
                  <a:cubicBezTo>
                    <a:pt x="244" y="4013"/>
                    <a:pt x="274" y="3982"/>
                    <a:pt x="274" y="3922"/>
                  </a:cubicBezTo>
                  <a:cubicBezTo>
                    <a:pt x="304" y="3891"/>
                    <a:pt x="335" y="3861"/>
                    <a:pt x="335" y="3770"/>
                  </a:cubicBezTo>
                  <a:lnTo>
                    <a:pt x="335" y="3739"/>
                  </a:lnTo>
                  <a:cubicBezTo>
                    <a:pt x="517" y="3526"/>
                    <a:pt x="700" y="3283"/>
                    <a:pt x="912" y="3101"/>
                  </a:cubicBezTo>
                  <a:cubicBezTo>
                    <a:pt x="1216" y="2888"/>
                    <a:pt x="1551" y="2767"/>
                    <a:pt x="1946" y="2675"/>
                  </a:cubicBezTo>
                  <a:cubicBezTo>
                    <a:pt x="2584" y="2523"/>
                    <a:pt x="3344" y="2371"/>
                    <a:pt x="3496" y="1612"/>
                  </a:cubicBezTo>
                  <a:cubicBezTo>
                    <a:pt x="3618" y="973"/>
                    <a:pt x="3131" y="274"/>
                    <a:pt x="2493" y="153"/>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9" name="Google Shape;1789;p64"/>
            <p:cNvSpPr/>
            <p:nvPr/>
          </p:nvSpPr>
          <p:spPr>
            <a:xfrm>
              <a:off x="4789655" y="3692827"/>
              <a:ext cx="257959" cy="231567"/>
            </a:xfrm>
            <a:custGeom>
              <a:avLst/>
              <a:gdLst/>
              <a:ahLst/>
              <a:cxnLst/>
              <a:rect l="l" t="t" r="r" b="b"/>
              <a:pathLst>
                <a:path w="15746" h="14135" extrusionOk="0">
                  <a:moveTo>
                    <a:pt x="7873" y="0"/>
                  </a:moveTo>
                  <a:cubicBezTo>
                    <a:pt x="3526" y="0"/>
                    <a:pt x="1" y="3161"/>
                    <a:pt x="1" y="7052"/>
                  </a:cubicBezTo>
                  <a:cubicBezTo>
                    <a:pt x="1" y="10943"/>
                    <a:pt x="3526" y="14134"/>
                    <a:pt x="7873" y="14134"/>
                  </a:cubicBezTo>
                  <a:cubicBezTo>
                    <a:pt x="12220" y="14134"/>
                    <a:pt x="15745" y="10943"/>
                    <a:pt x="15745" y="7052"/>
                  </a:cubicBezTo>
                  <a:cubicBezTo>
                    <a:pt x="15745" y="3161"/>
                    <a:pt x="12220" y="0"/>
                    <a:pt x="78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0" name="Google Shape;1790;p64"/>
            <p:cNvSpPr/>
            <p:nvPr/>
          </p:nvSpPr>
          <p:spPr>
            <a:xfrm>
              <a:off x="4822024" y="3721708"/>
              <a:ext cx="193215" cy="173294"/>
            </a:xfrm>
            <a:custGeom>
              <a:avLst/>
              <a:gdLst/>
              <a:ahLst/>
              <a:cxnLst/>
              <a:rect l="l" t="t" r="r" b="b"/>
              <a:pathLst>
                <a:path w="11794" h="10578" extrusionOk="0">
                  <a:moveTo>
                    <a:pt x="11794" y="5289"/>
                  </a:moveTo>
                  <a:cubicBezTo>
                    <a:pt x="11794" y="8207"/>
                    <a:pt x="9149" y="10578"/>
                    <a:pt x="5897" y="10578"/>
                  </a:cubicBezTo>
                  <a:cubicBezTo>
                    <a:pt x="2645" y="10578"/>
                    <a:pt x="0" y="8207"/>
                    <a:pt x="0" y="5289"/>
                  </a:cubicBezTo>
                  <a:cubicBezTo>
                    <a:pt x="0" y="2371"/>
                    <a:pt x="2645" y="0"/>
                    <a:pt x="5897" y="0"/>
                  </a:cubicBezTo>
                  <a:cubicBezTo>
                    <a:pt x="9149" y="0"/>
                    <a:pt x="11794" y="2371"/>
                    <a:pt x="11794" y="528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1" name="Google Shape;1791;p64"/>
            <p:cNvSpPr/>
            <p:nvPr/>
          </p:nvSpPr>
          <p:spPr>
            <a:xfrm>
              <a:off x="5519114" y="3030709"/>
              <a:ext cx="372489" cy="423651"/>
            </a:xfrm>
            <a:custGeom>
              <a:avLst/>
              <a:gdLst/>
              <a:ahLst/>
              <a:cxnLst/>
              <a:rect l="l" t="t" r="r" b="b"/>
              <a:pathLst>
                <a:path w="22737" h="25860" extrusionOk="0">
                  <a:moveTo>
                    <a:pt x="11095" y="631"/>
                  </a:moveTo>
                  <a:lnTo>
                    <a:pt x="11095" y="8899"/>
                  </a:lnTo>
                  <a:lnTo>
                    <a:pt x="1034" y="4309"/>
                  </a:lnTo>
                  <a:lnTo>
                    <a:pt x="11095" y="631"/>
                  </a:lnTo>
                  <a:close/>
                  <a:moveTo>
                    <a:pt x="11611" y="631"/>
                  </a:moveTo>
                  <a:lnTo>
                    <a:pt x="21703" y="4279"/>
                  </a:lnTo>
                  <a:lnTo>
                    <a:pt x="11611" y="8899"/>
                  </a:lnTo>
                  <a:lnTo>
                    <a:pt x="11611" y="631"/>
                  </a:lnTo>
                  <a:close/>
                  <a:moveTo>
                    <a:pt x="22128" y="4704"/>
                  </a:moveTo>
                  <a:lnTo>
                    <a:pt x="22159" y="19385"/>
                  </a:lnTo>
                  <a:lnTo>
                    <a:pt x="11642" y="14431"/>
                  </a:lnTo>
                  <a:lnTo>
                    <a:pt x="11642" y="9507"/>
                  </a:lnTo>
                  <a:lnTo>
                    <a:pt x="11611" y="9507"/>
                  </a:lnTo>
                  <a:lnTo>
                    <a:pt x="22128" y="4704"/>
                  </a:lnTo>
                  <a:close/>
                  <a:moveTo>
                    <a:pt x="578" y="4704"/>
                  </a:moveTo>
                  <a:lnTo>
                    <a:pt x="11064" y="9507"/>
                  </a:lnTo>
                  <a:lnTo>
                    <a:pt x="11064" y="14431"/>
                  </a:lnTo>
                  <a:lnTo>
                    <a:pt x="578" y="19416"/>
                  </a:lnTo>
                  <a:lnTo>
                    <a:pt x="578" y="4704"/>
                  </a:lnTo>
                  <a:close/>
                  <a:moveTo>
                    <a:pt x="11095" y="15039"/>
                  </a:moveTo>
                  <a:lnTo>
                    <a:pt x="11095" y="25161"/>
                  </a:lnTo>
                  <a:lnTo>
                    <a:pt x="912" y="19902"/>
                  </a:lnTo>
                  <a:lnTo>
                    <a:pt x="11095" y="15039"/>
                  </a:lnTo>
                  <a:close/>
                  <a:moveTo>
                    <a:pt x="11611" y="15039"/>
                  </a:moveTo>
                  <a:lnTo>
                    <a:pt x="21824" y="19841"/>
                  </a:lnTo>
                  <a:lnTo>
                    <a:pt x="11611" y="25161"/>
                  </a:lnTo>
                  <a:lnTo>
                    <a:pt x="11611" y="15039"/>
                  </a:lnTo>
                  <a:close/>
                  <a:moveTo>
                    <a:pt x="11338" y="1"/>
                  </a:moveTo>
                  <a:cubicBezTo>
                    <a:pt x="11307" y="1"/>
                    <a:pt x="11277" y="8"/>
                    <a:pt x="11247" y="23"/>
                  </a:cubicBezTo>
                  <a:lnTo>
                    <a:pt x="183" y="4036"/>
                  </a:lnTo>
                  <a:lnTo>
                    <a:pt x="122" y="4036"/>
                  </a:lnTo>
                  <a:lnTo>
                    <a:pt x="61" y="4096"/>
                  </a:lnTo>
                  <a:lnTo>
                    <a:pt x="31" y="4127"/>
                  </a:lnTo>
                  <a:cubicBezTo>
                    <a:pt x="0" y="4157"/>
                    <a:pt x="0" y="4188"/>
                    <a:pt x="0" y="4248"/>
                  </a:cubicBezTo>
                  <a:lnTo>
                    <a:pt x="0" y="4279"/>
                  </a:lnTo>
                  <a:lnTo>
                    <a:pt x="0" y="19841"/>
                  </a:lnTo>
                  <a:cubicBezTo>
                    <a:pt x="0" y="19902"/>
                    <a:pt x="0" y="19933"/>
                    <a:pt x="31" y="19963"/>
                  </a:cubicBezTo>
                  <a:cubicBezTo>
                    <a:pt x="31" y="19993"/>
                    <a:pt x="61" y="19993"/>
                    <a:pt x="61" y="20054"/>
                  </a:cubicBezTo>
                  <a:lnTo>
                    <a:pt x="122" y="20084"/>
                  </a:lnTo>
                  <a:lnTo>
                    <a:pt x="11155" y="25829"/>
                  </a:lnTo>
                  <a:cubicBezTo>
                    <a:pt x="11216" y="25860"/>
                    <a:pt x="11247" y="25860"/>
                    <a:pt x="11277" y="25860"/>
                  </a:cubicBezTo>
                  <a:cubicBezTo>
                    <a:pt x="11307" y="25860"/>
                    <a:pt x="11368" y="25860"/>
                    <a:pt x="11399" y="25829"/>
                  </a:cubicBezTo>
                  <a:lnTo>
                    <a:pt x="22493" y="19993"/>
                  </a:lnTo>
                  <a:lnTo>
                    <a:pt x="22523" y="19963"/>
                  </a:lnTo>
                  <a:cubicBezTo>
                    <a:pt x="22554" y="19933"/>
                    <a:pt x="22554" y="19933"/>
                    <a:pt x="22554" y="19902"/>
                  </a:cubicBezTo>
                  <a:cubicBezTo>
                    <a:pt x="22736" y="19902"/>
                    <a:pt x="22736" y="19841"/>
                    <a:pt x="22736" y="19811"/>
                  </a:cubicBezTo>
                  <a:lnTo>
                    <a:pt x="22675" y="4279"/>
                  </a:lnTo>
                  <a:lnTo>
                    <a:pt x="22675" y="4248"/>
                  </a:lnTo>
                  <a:cubicBezTo>
                    <a:pt x="22675" y="4188"/>
                    <a:pt x="22675" y="4157"/>
                    <a:pt x="22645" y="4127"/>
                  </a:cubicBezTo>
                  <a:lnTo>
                    <a:pt x="22615" y="4096"/>
                  </a:lnTo>
                  <a:lnTo>
                    <a:pt x="22554" y="4036"/>
                  </a:lnTo>
                  <a:lnTo>
                    <a:pt x="22493" y="4036"/>
                  </a:lnTo>
                  <a:lnTo>
                    <a:pt x="11429" y="23"/>
                  </a:lnTo>
                  <a:cubicBezTo>
                    <a:pt x="11399" y="8"/>
                    <a:pt x="11368" y="1"/>
                    <a:pt x="1133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792" name="Google Shape;1792;p64"/>
          <p:cNvGrpSpPr/>
          <p:nvPr/>
        </p:nvGrpSpPr>
        <p:grpSpPr>
          <a:xfrm>
            <a:off x="6244563" y="2436287"/>
            <a:ext cx="1796197" cy="1982044"/>
            <a:chOff x="-3156875" y="1538300"/>
            <a:chExt cx="2930175" cy="3233350"/>
          </a:xfrm>
        </p:grpSpPr>
        <p:sp>
          <p:nvSpPr>
            <p:cNvPr id="1793" name="Google Shape;1793;p64"/>
            <p:cNvSpPr/>
            <p:nvPr/>
          </p:nvSpPr>
          <p:spPr>
            <a:xfrm>
              <a:off x="-2591500" y="1927375"/>
              <a:ext cx="1708250" cy="2844275"/>
            </a:xfrm>
            <a:custGeom>
              <a:avLst/>
              <a:gdLst/>
              <a:ahLst/>
              <a:cxnLst/>
              <a:rect l="l" t="t" r="r" b="b"/>
              <a:pathLst>
                <a:path w="68330" h="113771" extrusionOk="0">
                  <a:moveTo>
                    <a:pt x="62251" y="113771"/>
                  </a:moveTo>
                  <a:lnTo>
                    <a:pt x="6080" y="113771"/>
                  </a:lnTo>
                  <a:cubicBezTo>
                    <a:pt x="2736" y="113771"/>
                    <a:pt x="0" y="111035"/>
                    <a:pt x="0" y="107692"/>
                  </a:cubicBezTo>
                  <a:lnTo>
                    <a:pt x="0" y="6079"/>
                  </a:lnTo>
                  <a:cubicBezTo>
                    <a:pt x="0" y="2736"/>
                    <a:pt x="2736" y="0"/>
                    <a:pt x="6080" y="0"/>
                  </a:cubicBezTo>
                  <a:lnTo>
                    <a:pt x="62251" y="0"/>
                  </a:lnTo>
                  <a:cubicBezTo>
                    <a:pt x="65594" y="0"/>
                    <a:pt x="68330" y="2736"/>
                    <a:pt x="68330" y="6079"/>
                  </a:cubicBezTo>
                  <a:lnTo>
                    <a:pt x="68330" y="107692"/>
                  </a:lnTo>
                  <a:cubicBezTo>
                    <a:pt x="68330" y="111035"/>
                    <a:pt x="65594" y="113771"/>
                    <a:pt x="62251" y="113771"/>
                  </a:cubicBezTo>
                  <a:close/>
                </a:path>
              </a:pathLst>
            </a:custGeom>
            <a:solidFill>
              <a:srgbClr val="F5FD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4" name="Google Shape;1794;p64"/>
            <p:cNvSpPr/>
            <p:nvPr/>
          </p:nvSpPr>
          <p:spPr>
            <a:xfrm>
              <a:off x="-2591500" y="1927375"/>
              <a:ext cx="1708250" cy="2844275"/>
            </a:xfrm>
            <a:custGeom>
              <a:avLst/>
              <a:gdLst/>
              <a:ahLst/>
              <a:cxnLst/>
              <a:rect l="l" t="t" r="r" b="b"/>
              <a:pathLst>
                <a:path w="68330" h="113771" fill="none" extrusionOk="0">
                  <a:moveTo>
                    <a:pt x="62251" y="113771"/>
                  </a:moveTo>
                  <a:lnTo>
                    <a:pt x="6080" y="113771"/>
                  </a:lnTo>
                  <a:cubicBezTo>
                    <a:pt x="2736" y="113771"/>
                    <a:pt x="0" y="111035"/>
                    <a:pt x="0" y="107692"/>
                  </a:cubicBezTo>
                  <a:lnTo>
                    <a:pt x="0" y="6079"/>
                  </a:lnTo>
                  <a:cubicBezTo>
                    <a:pt x="0" y="2736"/>
                    <a:pt x="2736" y="0"/>
                    <a:pt x="6080" y="0"/>
                  </a:cubicBezTo>
                  <a:lnTo>
                    <a:pt x="62251" y="0"/>
                  </a:lnTo>
                  <a:cubicBezTo>
                    <a:pt x="65594" y="0"/>
                    <a:pt x="68330" y="2736"/>
                    <a:pt x="68330" y="6079"/>
                  </a:cubicBezTo>
                  <a:lnTo>
                    <a:pt x="68330" y="107692"/>
                  </a:lnTo>
                  <a:cubicBezTo>
                    <a:pt x="68330" y="111035"/>
                    <a:pt x="65594" y="113771"/>
                    <a:pt x="62251" y="113771"/>
                  </a:cubicBezTo>
                  <a:close/>
                </a:path>
              </a:pathLst>
            </a:custGeom>
            <a:noFill/>
            <a:ln w="9875" cap="flat" cmpd="sng">
              <a:solidFill>
                <a:schemeClr val="l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5" name="Google Shape;1795;p64"/>
            <p:cNvSpPr/>
            <p:nvPr/>
          </p:nvSpPr>
          <p:spPr>
            <a:xfrm>
              <a:off x="-2502600" y="2077075"/>
              <a:ext cx="1530450" cy="2545650"/>
            </a:xfrm>
            <a:custGeom>
              <a:avLst/>
              <a:gdLst/>
              <a:ahLst/>
              <a:cxnLst/>
              <a:rect l="l" t="t" r="r" b="b"/>
              <a:pathLst>
                <a:path w="61218" h="101826" extrusionOk="0">
                  <a:moveTo>
                    <a:pt x="55138" y="101825"/>
                  </a:moveTo>
                  <a:lnTo>
                    <a:pt x="6080" y="101825"/>
                  </a:lnTo>
                  <a:cubicBezTo>
                    <a:pt x="2736" y="101825"/>
                    <a:pt x="1" y="99090"/>
                    <a:pt x="1" y="95746"/>
                  </a:cubicBezTo>
                  <a:lnTo>
                    <a:pt x="1" y="6079"/>
                  </a:lnTo>
                  <a:cubicBezTo>
                    <a:pt x="1" y="2736"/>
                    <a:pt x="2736" y="0"/>
                    <a:pt x="6080" y="0"/>
                  </a:cubicBezTo>
                  <a:lnTo>
                    <a:pt x="55138" y="0"/>
                  </a:lnTo>
                  <a:cubicBezTo>
                    <a:pt x="58482" y="0"/>
                    <a:pt x="61218" y="2736"/>
                    <a:pt x="61218" y="6079"/>
                  </a:cubicBezTo>
                  <a:lnTo>
                    <a:pt x="61218" y="95746"/>
                  </a:lnTo>
                  <a:cubicBezTo>
                    <a:pt x="61218" y="99090"/>
                    <a:pt x="58482" y="101825"/>
                    <a:pt x="55138" y="101825"/>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6" name="Google Shape;1796;p64"/>
            <p:cNvSpPr/>
            <p:nvPr/>
          </p:nvSpPr>
          <p:spPr>
            <a:xfrm>
              <a:off x="-2502600" y="2077075"/>
              <a:ext cx="1530450" cy="2545650"/>
            </a:xfrm>
            <a:custGeom>
              <a:avLst/>
              <a:gdLst/>
              <a:ahLst/>
              <a:cxnLst/>
              <a:rect l="l" t="t" r="r" b="b"/>
              <a:pathLst>
                <a:path w="61218" h="101826" fill="none" extrusionOk="0">
                  <a:moveTo>
                    <a:pt x="55138" y="101825"/>
                  </a:moveTo>
                  <a:lnTo>
                    <a:pt x="6080" y="101825"/>
                  </a:lnTo>
                  <a:cubicBezTo>
                    <a:pt x="2736" y="101825"/>
                    <a:pt x="1" y="99090"/>
                    <a:pt x="1" y="95746"/>
                  </a:cubicBezTo>
                  <a:lnTo>
                    <a:pt x="1" y="6079"/>
                  </a:lnTo>
                  <a:cubicBezTo>
                    <a:pt x="1" y="2736"/>
                    <a:pt x="2736" y="0"/>
                    <a:pt x="6080" y="0"/>
                  </a:cubicBezTo>
                  <a:lnTo>
                    <a:pt x="55138" y="0"/>
                  </a:lnTo>
                  <a:cubicBezTo>
                    <a:pt x="58482" y="0"/>
                    <a:pt x="61218" y="2736"/>
                    <a:pt x="61218" y="6079"/>
                  </a:cubicBezTo>
                  <a:lnTo>
                    <a:pt x="61218" y="95746"/>
                  </a:lnTo>
                  <a:cubicBezTo>
                    <a:pt x="61218" y="99090"/>
                    <a:pt x="58482" y="101825"/>
                    <a:pt x="55138" y="101825"/>
                  </a:cubicBezTo>
                  <a:close/>
                </a:path>
              </a:pathLst>
            </a:custGeom>
            <a:noFill/>
            <a:ln w="9875" cap="flat" cmpd="sng">
              <a:solidFill>
                <a:schemeClr val="l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7" name="Google Shape;1797;p64"/>
            <p:cNvSpPr/>
            <p:nvPr/>
          </p:nvSpPr>
          <p:spPr>
            <a:xfrm>
              <a:off x="-2496525" y="2463850"/>
              <a:ext cx="1455225" cy="1259150"/>
            </a:xfrm>
            <a:custGeom>
              <a:avLst/>
              <a:gdLst/>
              <a:ahLst/>
              <a:cxnLst/>
              <a:rect l="l" t="t" r="r" b="b"/>
              <a:pathLst>
                <a:path w="58209" h="50366" extrusionOk="0">
                  <a:moveTo>
                    <a:pt x="46202" y="47144"/>
                  </a:moveTo>
                  <a:cubicBezTo>
                    <a:pt x="45351" y="47782"/>
                    <a:pt x="44470" y="48269"/>
                    <a:pt x="43619" y="48542"/>
                  </a:cubicBezTo>
                  <a:cubicBezTo>
                    <a:pt x="37692" y="50366"/>
                    <a:pt x="26992" y="50184"/>
                    <a:pt x="20579" y="49880"/>
                  </a:cubicBezTo>
                  <a:cubicBezTo>
                    <a:pt x="17083" y="49667"/>
                    <a:pt x="13861" y="47539"/>
                    <a:pt x="11886" y="44135"/>
                  </a:cubicBezTo>
                  <a:cubicBezTo>
                    <a:pt x="7235" y="36110"/>
                    <a:pt x="1" y="21004"/>
                    <a:pt x="4864" y="12280"/>
                  </a:cubicBezTo>
                  <a:cubicBezTo>
                    <a:pt x="11642" y="0"/>
                    <a:pt x="25290" y="7873"/>
                    <a:pt x="33649" y="6444"/>
                  </a:cubicBezTo>
                  <a:cubicBezTo>
                    <a:pt x="36871" y="5867"/>
                    <a:pt x="40458" y="4985"/>
                    <a:pt x="43801" y="4712"/>
                  </a:cubicBezTo>
                  <a:cubicBezTo>
                    <a:pt x="49151" y="4317"/>
                    <a:pt x="53953" y="5532"/>
                    <a:pt x="55655" y="12220"/>
                  </a:cubicBezTo>
                  <a:cubicBezTo>
                    <a:pt x="58209" y="21946"/>
                    <a:pt x="53588" y="41308"/>
                    <a:pt x="46202" y="47144"/>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8" name="Google Shape;1798;p64"/>
            <p:cNvSpPr/>
            <p:nvPr/>
          </p:nvSpPr>
          <p:spPr>
            <a:xfrm>
              <a:off x="-2494225" y="2580875"/>
              <a:ext cx="1092750" cy="972675"/>
            </a:xfrm>
            <a:custGeom>
              <a:avLst/>
              <a:gdLst/>
              <a:ahLst/>
              <a:cxnLst/>
              <a:rect l="l" t="t" r="r" b="b"/>
              <a:pathLst>
                <a:path w="43710" h="38907" extrusionOk="0">
                  <a:moveTo>
                    <a:pt x="43709" y="0"/>
                  </a:moveTo>
                  <a:lnTo>
                    <a:pt x="43709" y="0"/>
                  </a:lnTo>
                  <a:cubicBezTo>
                    <a:pt x="40366" y="274"/>
                    <a:pt x="36748" y="1155"/>
                    <a:pt x="33557" y="1733"/>
                  </a:cubicBezTo>
                  <a:cubicBezTo>
                    <a:pt x="32796" y="1866"/>
                    <a:pt x="31992" y="1921"/>
                    <a:pt x="31153" y="1921"/>
                  </a:cubicBezTo>
                  <a:cubicBezTo>
                    <a:pt x="26987" y="1921"/>
                    <a:pt x="21967" y="559"/>
                    <a:pt x="17211" y="559"/>
                  </a:cubicBezTo>
                  <a:cubicBezTo>
                    <a:pt x="12398" y="559"/>
                    <a:pt x="7855" y="1954"/>
                    <a:pt x="4742" y="7569"/>
                  </a:cubicBezTo>
                  <a:cubicBezTo>
                    <a:pt x="0" y="16110"/>
                    <a:pt x="6869" y="30761"/>
                    <a:pt x="11520" y="38907"/>
                  </a:cubicBezTo>
                  <a:cubicBezTo>
                    <a:pt x="17599" y="34621"/>
                    <a:pt x="29028" y="29028"/>
                    <a:pt x="32706" y="20335"/>
                  </a:cubicBezTo>
                  <a:cubicBezTo>
                    <a:pt x="35745" y="13162"/>
                    <a:pt x="39606" y="3162"/>
                    <a:pt x="437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9" name="Google Shape;1799;p64"/>
            <p:cNvSpPr/>
            <p:nvPr/>
          </p:nvSpPr>
          <p:spPr>
            <a:xfrm>
              <a:off x="-972175" y="2442575"/>
              <a:ext cx="544875" cy="386800"/>
            </a:xfrm>
            <a:custGeom>
              <a:avLst/>
              <a:gdLst/>
              <a:ahLst/>
              <a:cxnLst/>
              <a:rect l="l" t="t" r="r" b="b"/>
              <a:pathLst>
                <a:path w="21795" h="15472" extrusionOk="0">
                  <a:moveTo>
                    <a:pt x="18876" y="0"/>
                  </a:moveTo>
                  <a:lnTo>
                    <a:pt x="1" y="9636"/>
                  </a:lnTo>
                  <a:lnTo>
                    <a:pt x="365" y="11125"/>
                  </a:lnTo>
                  <a:lnTo>
                    <a:pt x="1460" y="15472"/>
                  </a:lnTo>
                  <a:lnTo>
                    <a:pt x="21794" y="4833"/>
                  </a:lnTo>
                  <a:lnTo>
                    <a:pt x="20548" y="2797"/>
                  </a:lnTo>
                  <a:lnTo>
                    <a:pt x="188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0" name="Google Shape;1800;p64"/>
            <p:cNvSpPr/>
            <p:nvPr/>
          </p:nvSpPr>
          <p:spPr>
            <a:xfrm>
              <a:off x="-963050" y="2512475"/>
              <a:ext cx="535750" cy="316900"/>
            </a:xfrm>
            <a:custGeom>
              <a:avLst/>
              <a:gdLst/>
              <a:ahLst/>
              <a:cxnLst/>
              <a:rect l="l" t="t" r="r" b="b"/>
              <a:pathLst>
                <a:path w="21430" h="12676" extrusionOk="0">
                  <a:moveTo>
                    <a:pt x="20214" y="1"/>
                  </a:moveTo>
                  <a:lnTo>
                    <a:pt x="18663" y="396"/>
                  </a:lnTo>
                  <a:cubicBezTo>
                    <a:pt x="18663" y="396"/>
                    <a:pt x="14742" y="3405"/>
                    <a:pt x="9089" y="6657"/>
                  </a:cubicBezTo>
                  <a:cubicBezTo>
                    <a:pt x="6249" y="8322"/>
                    <a:pt x="4114" y="8728"/>
                    <a:pt x="2620" y="8728"/>
                  </a:cubicBezTo>
                  <a:cubicBezTo>
                    <a:pt x="1194" y="8728"/>
                    <a:pt x="351" y="8358"/>
                    <a:pt x="34" y="8358"/>
                  </a:cubicBezTo>
                  <a:cubicBezTo>
                    <a:pt x="22" y="8358"/>
                    <a:pt x="11" y="8358"/>
                    <a:pt x="0" y="8360"/>
                  </a:cubicBezTo>
                  <a:lnTo>
                    <a:pt x="1095" y="12676"/>
                  </a:lnTo>
                  <a:lnTo>
                    <a:pt x="21429" y="2037"/>
                  </a:lnTo>
                  <a:lnTo>
                    <a:pt x="20214" y="1"/>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1" name="Google Shape;1801;p64"/>
            <p:cNvSpPr/>
            <p:nvPr/>
          </p:nvSpPr>
          <p:spPr>
            <a:xfrm>
              <a:off x="-527625" y="2359875"/>
              <a:ext cx="300925" cy="729500"/>
            </a:xfrm>
            <a:custGeom>
              <a:avLst/>
              <a:gdLst/>
              <a:ahLst/>
              <a:cxnLst/>
              <a:rect l="l" t="t" r="r" b="b"/>
              <a:pathLst>
                <a:path w="12037" h="29180" extrusionOk="0">
                  <a:moveTo>
                    <a:pt x="5127" y="1"/>
                  </a:moveTo>
                  <a:cubicBezTo>
                    <a:pt x="2381" y="1"/>
                    <a:pt x="1086" y="1895"/>
                    <a:pt x="486" y="3521"/>
                  </a:cubicBezTo>
                  <a:cubicBezTo>
                    <a:pt x="31" y="4859"/>
                    <a:pt x="0" y="6044"/>
                    <a:pt x="0" y="6044"/>
                  </a:cubicBezTo>
                  <a:cubicBezTo>
                    <a:pt x="0" y="6044"/>
                    <a:pt x="2544" y="29179"/>
                    <a:pt x="8078" y="29179"/>
                  </a:cubicBezTo>
                  <a:cubicBezTo>
                    <a:pt x="8121" y="29179"/>
                    <a:pt x="8164" y="29178"/>
                    <a:pt x="8207" y="29175"/>
                  </a:cubicBezTo>
                  <a:cubicBezTo>
                    <a:pt x="9879" y="29053"/>
                    <a:pt x="10791" y="26561"/>
                    <a:pt x="11155" y="23035"/>
                  </a:cubicBezTo>
                  <a:cubicBezTo>
                    <a:pt x="12037" y="14585"/>
                    <a:pt x="9605" y="390"/>
                    <a:pt x="5684" y="26"/>
                  </a:cubicBezTo>
                  <a:cubicBezTo>
                    <a:pt x="5492" y="9"/>
                    <a:pt x="5306" y="1"/>
                    <a:pt x="51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2" name="Google Shape;1802;p64"/>
            <p:cNvSpPr/>
            <p:nvPr/>
          </p:nvSpPr>
          <p:spPr>
            <a:xfrm>
              <a:off x="-527625" y="2447900"/>
              <a:ext cx="278900" cy="641475"/>
            </a:xfrm>
            <a:custGeom>
              <a:avLst/>
              <a:gdLst/>
              <a:ahLst/>
              <a:cxnLst/>
              <a:rect l="l" t="t" r="r" b="b"/>
              <a:pathLst>
                <a:path w="11156" h="25659" extrusionOk="0">
                  <a:moveTo>
                    <a:pt x="486" y="0"/>
                  </a:moveTo>
                  <a:cubicBezTo>
                    <a:pt x="31" y="1338"/>
                    <a:pt x="0" y="2523"/>
                    <a:pt x="0" y="2523"/>
                  </a:cubicBezTo>
                  <a:cubicBezTo>
                    <a:pt x="0" y="2523"/>
                    <a:pt x="2544" y="25658"/>
                    <a:pt x="8078" y="25658"/>
                  </a:cubicBezTo>
                  <a:cubicBezTo>
                    <a:pt x="8121" y="25658"/>
                    <a:pt x="8164" y="25657"/>
                    <a:pt x="8207" y="25654"/>
                  </a:cubicBezTo>
                  <a:cubicBezTo>
                    <a:pt x="9879" y="25532"/>
                    <a:pt x="10791" y="23040"/>
                    <a:pt x="11155" y="19514"/>
                  </a:cubicBezTo>
                  <a:cubicBezTo>
                    <a:pt x="5289" y="16718"/>
                    <a:pt x="1733" y="4955"/>
                    <a:pt x="486"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3" name="Google Shape;1803;p64"/>
            <p:cNvSpPr/>
            <p:nvPr/>
          </p:nvSpPr>
          <p:spPr>
            <a:xfrm>
              <a:off x="-1206975" y="2652300"/>
              <a:ext cx="311575" cy="311575"/>
            </a:xfrm>
            <a:custGeom>
              <a:avLst/>
              <a:gdLst/>
              <a:ahLst/>
              <a:cxnLst/>
              <a:rect l="l" t="t" r="r" b="b"/>
              <a:pathLst>
                <a:path w="12463" h="12463" extrusionOk="0">
                  <a:moveTo>
                    <a:pt x="6231" y="1"/>
                  </a:moveTo>
                  <a:cubicBezTo>
                    <a:pt x="5806" y="1"/>
                    <a:pt x="5411" y="31"/>
                    <a:pt x="5016" y="122"/>
                  </a:cubicBezTo>
                  <a:cubicBezTo>
                    <a:pt x="2158" y="700"/>
                    <a:pt x="0" y="3192"/>
                    <a:pt x="0" y="6232"/>
                  </a:cubicBezTo>
                  <a:cubicBezTo>
                    <a:pt x="0" y="9666"/>
                    <a:pt x="2766" y="12463"/>
                    <a:pt x="6231" y="12463"/>
                  </a:cubicBezTo>
                  <a:cubicBezTo>
                    <a:pt x="7964" y="12463"/>
                    <a:pt x="9545" y="11733"/>
                    <a:pt x="10669" y="10609"/>
                  </a:cubicBezTo>
                  <a:cubicBezTo>
                    <a:pt x="11794" y="9454"/>
                    <a:pt x="12463" y="7934"/>
                    <a:pt x="12463" y="6232"/>
                  </a:cubicBezTo>
                  <a:cubicBezTo>
                    <a:pt x="12463" y="2767"/>
                    <a:pt x="9697" y="1"/>
                    <a:pt x="623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4" name="Google Shape;1804;p64"/>
            <p:cNvSpPr/>
            <p:nvPr/>
          </p:nvSpPr>
          <p:spPr>
            <a:xfrm>
              <a:off x="-1206975" y="2655350"/>
              <a:ext cx="266750" cy="308525"/>
            </a:xfrm>
            <a:custGeom>
              <a:avLst/>
              <a:gdLst/>
              <a:ahLst/>
              <a:cxnLst/>
              <a:rect l="l" t="t" r="r" b="b"/>
              <a:pathLst>
                <a:path w="10670" h="12341" extrusionOk="0">
                  <a:moveTo>
                    <a:pt x="5016" y="0"/>
                  </a:moveTo>
                  <a:cubicBezTo>
                    <a:pt x="2158" y="578"/>
                    <a:pt x="0" y="3070"/>
                    <a:pt x="0" y="6110"/>
                  </a:cubicBezTo>
                  <a:cubicBezTo>
                    <a:pt x="0" y="9544"/>
                    <a:pt x="2766" y="12341"/>
                    <a:pt x="6231" y="12341"/>
                  </a:cubicBezTo>
                  <a:cubicBezTo>
                    <a:pt x="7964" y="12341"/>
                    <a:pt x="9545" y="11611"/>
                    <a:pt x="10669" y="10487"/>
                  </a:cubicBezTo>
                  <a:cubicBezTo>
                    <a:pt x="6870" y="7964"/>
                    <a:pt x="5472" y="2645"/>
                    <a:pt x="5016"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5" name="Google Shape;1805;p64"/>
            <p:cNvSpPr/>
            <p:nvPr/>
          </p:nvSpPr>
          <p:spPr>
            <a:xfrm>
              <a:off x="-3027675" y="2442575"/>
              <a:ext cx="544850" cy="385275"/>
            </a:xfrm>
            <a:custGeom>
              <a:avLst/>
              <a:gdLst/>
              <a:ahLst/>
              <a:cxnLst/>
              <a:rect l="l" t="t" r="r" b="b"/>
              <a:pathLst>
                <a:path w="21794" h="15411" extrusionOk="0">
                  <a:moveTo>
                    <a:pt x="2949" y="0"/>
                  </a:moveTo>
                  <a:lnTo>
                    <a:pt x="0" y="4773"/>
                  </a:lnTo>
                  <a:lnTo>
                    <a:pt x="19575" y="15016"/>
                  </a:lnTo>
                  <a:lnTo>
                    <a:pt x="20335" y="15411"/>
                  </a:lnTo>
                  <a:lnTo>
                    <a:pt x="20669" y="14043"/>
                  </a:lnTo>
                  <a:lnTo>
                    <a:pt x="21794" y="9605"/>
                  </a:lnTo>
                  <a:lnTo>
                    <a:pt x="7660" y="2402"/>
                  </a:lnTo>
                  <a:lnTo>
                    <a:pt x="29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6" name="Google Shape;1806;p64"/>
            <p:cNvSpPr/>
            <p:nvPr/>
          </p:nvSpPr>
          <p:spPr>
            <a:xfrm>
              <a:off x="-3027675" y="2441825"/>
              <a:ext cx="516750" cy="376150"/>
            </a:xfrm>
            <a:custGeom>
              <a:avLst/>
              <a:gdLst/>
              <a:ahLst/>
              <a:cxnLst/>
              <a:rect l="l" t="t" r="r" b="b"/>
              <a:pathLst>
                <a:path w="20670" h="15046" extrusionOk="0">
                  <a:moveTo>
                    <a:pt x="2918" y="0"/>
                  </a:moveTo>
                  <a:lnTo>
                    <a:pt x="0" y="4803"/>
                  </a:lnTo>
                  <a:lnTo>
                    <a:pt x="19514" y="15046"/>
                  </a:lnTo>
                  <a:lnTo>
                    <a:pt x="20669" y="14073"/>
                  </a:lnTo>
                  <a:cubicBezTo>
                    <a:pt x="20669" y="14073"/>
                    <a:pt x="18663" y="12797"/>
                    <a:pt x="13192" y="9727"/>
                  </a:cubicBezTo>
                  <a:cubicBezTo>
                    <a:pt x="8663" y="7173"/>
                    <a:pt x="7782" y="3526"/>
                    <a:pt x="7630" y="2371"/>
                  </a:cubicBezTo>
                  <a:lnTo>
                    <a:pt x="291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7" name="Google Shape;1807;p64"/>
            <p:cNvSpPr/>
            <p:nvPr/>
          </p:nvSpPr>
          <p:spPr>
            <a:xfrm>
              <a:off x="-2560350" y="2637100"/>
              <a:ext cx="312350" cy="312350"/>
            </a:xfrm>
            <a:custGeom>
              <a:avLst/>
              <a:gdLst/>
              <a:ahLst/>
              <a:cxnLst/>
              <a:rect l="l" t="t" r="r" b="b"/>
              <a:pathLst>
                <a:path w="12494" h="12494" extrusionOk="0">
                  <a:moveTo>
                    <a:pt x="6262" y="1"/>
                  </a:moveTo>
                  <a:cubicBezTo>
                    <a:pt x="5654" y="1"/>
                    <a:pt x="5046" y="122"/>
                    <a:pt x="4530" y="274"/>
                  </a:cubicBezTo>
                  <a:cubicBezTo>
                    <a:pt x="1885" y="1034"/>
                    <a:pt x="1" y="3435"/>
                    <a:pt x="1" y="6262"/>
                  </a:cubicBezTo>
                  <a:cubicBezTo>
                    <a:pt x="1" y="9697"/>
                    <a:pt x="2767" y="12493"/>
                    <a:pt x="6232" y="12493"/>
                  </a:cubicBezTo>
                  <a:cubicBezTo>
                    <a:pt x="8359" y="12493"/>
                    <a:pt x="10214" y="11429"/>
                    <a:pt x="11369" y="9849"/>
                  </a:cubicBezTo>
                  <a:cubicBezTo>
                    <a:pt x="12068" y="8846"/>
                    <a:pt x="12493" y="7600"/>
                    <a:pt x="12493" y="6262"/>
                  </a:cubicBezTo>
                  <a:cubicBezTo>
                    <a:pt x="12493" y="2827"/>
                    <a:pt x="9727" y="31"/>
                    <a:pt x="626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8" name="Google Shape;1808;p64"/>
            <p:cNvSpPr/>
            <p:nvPr/>
          </p:nvSpPr>
          <p:spPr>
            <a:xfrm>
              <a:off x="-2559575" y="2643950"/>
              <a:ext cx="284200" cy="305500"/>
            </a:xfrm>
            <a:custGeom>
              <a:avLst/>
              <a:gdLst/>
              <a:ahLst/>
              <a:cxnLst/>
              <a:rect l="l" t="t" r="r" b="b"/>
              <a:pathLst>
                <a:path w="11368" h="12220" extrusionOk="0">
                  <a:moveTo>
                    <a:pt x="4529" y="0"/>
                  </a:moveTo>
                  <a:cubicBezTo>
                    <a:pt x="1915" y="760"/>
                    <a:pt x="0" y="3161"/>
                    <a:pt x="0" y="5988"/>
                  </a:cubicBezTo>
                  <a:cubicBezTo>
                    <a:pt x="0" y="9423"/>
                    <a:pt x="2766" y="12219"/>
                    <a:pt x="6231" y="12219"/>
                  </a:cubicBezTo>
                  <a:cubicBezTo>
                    <a:pt x="8359" y="12219"/>
                    <a:pt x="10213" y="11155"/>
                    <a:pt x="11368" y="9575"/>
                  </a:cubicBezTo>
                  <a:cubicBezTo>
                    <a:pt x="6687" y="8359"/>
                    <a:pt x="5046" y="3405"/>
                    <a:pt x="4529"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9" name="Google Shape;1809;p64"/>
            <p:cNvSpPr/>
            <p:nvPr/>
          </p:nvSpPr>
          <p:spPr>
            <a:xfrm>
              <a:off x="-3156875" y="1936425"/>
              <a:ext cx="558550" cy="641350"/>
            </a:xfrm>
            <a:custGeom>
              <a:avLst/>
              <a:gdLst/>
              <a:ahLst/>
              <a:cxnLst/>
              <a:rect l="l" t="t" r="r" b="b"/>
              <a:pathLst>
                <a:path w="22342" h="25654" extrusionOk="0">
                  <a:moveTo>
                    <a:pt x="18195" y="1"/>
                  </a:moveTo>
                  <a:cubicBezTo>
                    <a:pt x="16120" y="1"/>
                    <a:pt x="12900" y="2806"/>
                    <a:pt x="9849" y="6568"/>
                  </a:cubicBezTo>
                  <a:cubicBezTo>
                    <a:pt x="4682" y="12860"/>
                    <a:pt x="1" y="21797"/>
                    <a:pt x="2281" y="24107"/>
                  </a:cubicBezTo>
                  <a:cubicBezTo>
                    <a:pt x="3405" y="25248"/>
                    <a:pt x="4573" y="25653"/>
                    <a:pt x="5664" y="25653"/>
                  </a:cubicBezTo>
                  <a:cubicBezTo>
                    <a:pt x="8319" y="25653"/>
                    <a:pt x="10518" y="23256"/>
                    <a:pt x="10518" y="23256"/>
                  </a:cubicBezTo>
                  <a:cubicBezTo>
                    <a:pt x="10518" y="23256"/>
                    <a:pt x="11977" y="21128"/>
                    <a:pt x="13709" y="18180"/>
                  </a:cubicBezTo>
                  <a:cubicBezTo>
                    <a:pt x="17327" y="12161"/>
                    <a:pt x="22342" y="2587"/>
                    <a:pt x="19272" y="337"/>
                  </a:cubicBezTo>
                  <a:cubicBezTo>
                    <a:pt x="18963" y="108"/>
                    <a:pt x="18601" y="1"/>
                    <a:pt x="181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0" name="Google Shape;1810;p64"/>
            <p:cNvSpPr/>
            <p:nvPr/>
          </p:nvSpPr>
          <p:spPr>
            <a:xfrm>
              <a:off x="-3156875" y="2100625"/>
              <a:ext cx="342750" cy="477150"/>
            </a:xfrm>
            <a:custGeom>
              <a:avLst/>
              <a:gdLst/>
              <a:ahLst/>
              <a:cxnLst/>
              <a:rect l="l" t="t" r="r" b="b"/>
              <a:pathLst>
                <a:path w="13710" h="19086" extrusionOk="0">
                  <a:moveTo>
                    <a:pt x="9849" y="0"/>
                  </a:moveTo>
                  <a:lnTo>
                    <a:pt x="9849" y="0"/>
                  </a:lnTo>
                  <a:cubicBezTo>
                    <a:pt x="4682" y="6292"/>
                    <a:pt x="1" y="15229"/>
                    <a:pt x="2281" y="17539"/>
                  </a:cubicBezTo>
                  <a:cubicBezTo>
                    <a:pt x="3405" y="18680"/>
                    <a:pt x="4573" y="19085"/>
                    <a:pt x="5664" y="19085"/>
                  </a:cubicBezTo>
                  <a:cubicBezTo>
                    <a:pt x="8319" y="19085"/>
                    <a:pt x="10518" y="16688"/>
                    <a:pt x="10518" y="16688"/>
                  </a:cubicBezTo>
                  <a:cubicBezTo>
                    <a:pt x="10518" y="16688"/>
                    <a:pt x="11977" y="14560"/>
                    <a:pt x="13709" y="11612"/>
                  </a:cubicBezTo>
                  <a:cubicBezTo>
                    <a:pt x="9788" y="9393"/>
                    <a:pt x="9424" y="4104"/>
                    <a:pt x="9849"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1" name="Google Shape;1811;p64"/>
            <p:cNvSpPr/>
            <p:nvPr/>
          </p:nvSpPr>
          <p:spPr>
            <a:xfrm>
              <a:off x="-2004875" y="2443475"/>
              <a:ext cx="555525" cy="291225"/>
            </a:xfrm>
            <a:custGeom>
              <a:avLst/>
              <a:gdLst/>
              <a:ahLst/>
              <a:cxnLst/>
              <a:rect l="l" t="t" r="r" b="b"/>
              <a:pathLst>
                <a:path w="22221" h="11649" extrusionOk="0">
                  <a:moveTo>
                    <a:pt x="17765" y="1"/>
                  </a:moveTo>
                  <a:cubicBezTo>
                    <a:pt x="17422" y="1"/>
                    <a:pt x="17037" y="96"/>
                    <a:pt x="16597" y="299"/>
                  </a:cubicBezTo>
                  <a:cubicBezTo>
                    <a:pt x="14572" y="1225"/>
                    <a:pt x="12451" y="1823"/>
                    <a:pt x="10342" y="1823"/>
                  </a:cubicBezTo>
                  <a:cubicBezTo>
                    <a:pt x="8715" y="1823"/>
                    <a:pt x="7095" y="1467"/>
                    <a:pt x="5533" y="633"/>
                  </a:cubicBezTo>
                  <a:cubicBezTo>
                    <a:pt x="5084" y="390"/>
                    <a:pt x="4707" y="276"/>
                    <a:pt x="4376" y="276"/>
                  </a:cubicBezTo>
                  <a:cubicBezTo>
                    <a:pt x="3632" y="276"/>
                    <a:pt x="3122" y="851"/>
                    <a:pt x="2554" y="1819"/>
                  </a:cubicBezTo>
                  <a:cubicBezTo>
                    <a:pt x="1946" y="2852"/>
                    <a:pt x="913" y="4281"/>
                    <a:pt x="639" y="5618"/>
                  </a:cubicBezTo>
                  <a:cubicBezTo>
                    <a:pt x="274" y="7624"/>
                    <a:pt x="1" y="8475"/>
                    <a:pt x="2281" y="9569"/>
                  </a:cubicBezTo>
                  <a:cubicBezTo>
                    <a:pt x="5231" y="11017"/>
                    <a:pt x="7770" y="11649"/>
                    <a:pt x="10270" y="11649"/>
                  </a:cubicBezTo>
                  <a:cubicBezTo>
                    <a:pt x="13334" y="11649"/>
                    <a:pt x="16339" y="10700"/>
                    <a:pt x="19971" y="9144"/>
                  </a:cubicBezTo>
                  <a:cubicBezTo>
                    <a:pt x="22220" y="8171"/>
                    <a:pt x="21916" y="7320"/>
                    <a:pt x="21582" y="5405"/>
                  </a:cubicBezTo>
                  <a:cubicBezTo>
                    <a:pt x="21308" y="4068"/>
                    <a:pt x="20396" y="2578"/>
                    <a:pt x="19788" y="1545"/>
                  </a:cubicBezTo>
                  <a:cubicBezTo>
                    <a:pt x="19206" y="574"/>
                    <a:pt x="18607" y="1"/>
                    <a:pt x="17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2" name="Google Shape;1812;p64"/>
            <p:cNvSpPr/>
            <p:nvPr/>
          </p:nvSpPr>
          <p:spPr>
            <a:xfrm>
              <a:off x="-2348325" y="2009425"/>
              <a:ext cx="127675" cy="281200"/>
            </a:xfrm>
            <a:custGeom>
              <a:avLst/>
              <a:gdLst/>
              <a:ahLst/>
              <a:cxnLst/>
              <a:rect l="l" t="t" r="r" b="b"/>
              <a:pathLst>
                <a:path w="5107" h="11248" extrusionOk="0">
                  <a:moveTo>
                    <a:pt x="2310" y="1"/>
                  </a:moveTo>
                  <a:cubicBezTo>
                    <a:pt x="1064" y="1"/>
                    <a:pt x="0" y="1034"/>
                    <a:pt x="0" y="2311"/>
                  </a:cubicBezTo>
                  <a:lnTo>
                    <a:pt x="0" y="8937"/>
                  </a:lnTo>
                  <a:cubicBezTo>
                    <a:pt x="0" y="10183"/>
                    <a:pt x="1003" y="11247"/>
                    <a:pt x="2310" y="11247"/>
                  </a:cubicBezTo>
                  <a:lnTo>
                    <a:pt x="5106" y="11247"/>
                  </a:lnTo>
                  <a:lnTo>
                    <a:pt x="510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3" name="Google Shape;1813;p64"/>
            <p:cNvSpPr/>
            <p:nvPr/>
          </p:nvSpPr>
          <p:spPr>
            <a:xfrm>
              <a:off x="-2285275" y="1767025"/>
              <a:ext cx="1096550" cy="794125"/>
            </a:xfrm>
            <a:custGeom>
              <a:avLst/>
              <a:gdLst/>
              <a:ahLst/>
              <a:cxnLst/>
              <a:rect l="l" t="t" r="r" b="b"/>
              <a:pathLst>
                <a:path w="43862" h="31765" extrusionOk="0">
                  <a:moveTo>
                    <a:pt x="22101" y="0"/>
                  </a:moveTo>
                  <a:cubicBezTo>
                    <a:pt x="22050" y="0"/>
                    <a:pt x="21998" y="0"/>
                    <a:pt x="21947" y="1"/>
                  </a:cubicBezTo>
                  <a:cubicBezTo>
                    <a:pt x="20336" y="1"/>
                    <a:pt x="18785" y="122"/>
                    <a:pt x="17296" y="335"/>
                  </a:cubicBezTo>
                  <a:cubicBezTo>
                    <a:pt x="7417" y="1916"/>
                    <a:pt x="1" y="8238"/>
                    <a:pt x="1" y="15898"/>
                  </a:cubicBezTo>
                  <a:cubicBezTo>
                    <a:pt x="1" y="24652"/>
                    <a:pt x="9819" y="31764"/>
                    <a:pt x="21947" y="31764"/>
                  </a:cubicBezTo>
                  <a:cubicBezTo>
                    <a:pt x="25837" y="31764"/>
                    <a:pt x="29545" y="31004"/>
                    <a:pt x="32676" y="29728"/>
                  </a:cubicBezTo>
                  <a:cubicBezTo>
                    <a:pt x="39333" y="26992"/>
                    <a:pt x="43862" y="21825"/>
                    <a:pt x="43862" y="15837"/>
                  </a:cubicBezTo>
                  <a:cubicBezTo>
                    <a:pt x="43862" y="7060"/>
                    <a:pt x="34128" y="0"/>
                    <a:pt x="221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4" name="Google Shape;1814;p64"/>
            <p:cNvSpPr/>
            <p:nvPr/>
          </p:nvSpPr>
          <p:spPr>
            <a:xfrm>
              <a:off x="-2285275" y="1774625"/>
              <a:ext cx="816925" cy="785750"/>
            </a:xfrm>
            <a:custGeom>
              <a:avLst/>
              <a:gdLst/>
              <a:ahLst/>
              <a:cxnLst/>
              <a:rect l="l" t="t" r="r" b="b"/>
              <a:pathLst>
                <a:path w="32677" h="31430" extrusionOk="0">
                  <a:moveTo>
                    <a:pt x="17296" y="1"/>
                  </a:moveTo>
                  <a:cubicBezTo>
                    <a:pt x="7417" y="1551"/>
                    <a:pt x="1" y="7904"/>
                    <a:pt x="1" y="15533"/>
                  </a:cubicBezTo>
                  <a:cubicBezTo>
                    <a:pt x="1" y="24317"/>
                    <a:pt x="9819" y="31430"/>
                    <a:pt x="21947" y="31430"/>
                  </a:cubicBezTo>
                  <a:cubicBezTo>
                    <a:pt x="25837" y="31430"/>
                    <a:pt x="29545" y="30670"/>
                    <a:pt x="32676" y="29363"/>
                  </a:cubicBezTo>
                  <a:cubicBezTo>
                    <a:pt x="22159" y="24560"/>
                    <a:pt x="18512" y="8542"/>
                    <a:pt x="17296"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5" name="Google Shape;1815;p64"/>
            <p:cNvSpPr/>
            <p:nvPr/>
          </p:nvSpPr>
          <p:spPr>
            <a:xfrm>
              <a:off x="-1962300" y="1583150"/>
              <a:ext cx="225700" cy="225700"/>
            </a:xfrm>
            <a:custGeom>
              <a:avLst/>
              <a:gdLst/>
              <a:ahLst/>
              <a:cxnLst/>
              <a:rect l="l" t="t" r="r" b="b"/>
              <a:pathLst>
                <a:path w="9028" h="9028" fill="none" extrusionOk="0">
                  <a:moveTo>
                    <a:pt x="9028" y="9027"/>
                  </a:moveTo>
                  <a:cubicBezTo>
                    <a:pt x="9028" y="9027"/>
                    <a:pt x="8876" y="0"/>
                    <a:pt x="0" y="0"/>
                  </a:cubicBezTo>
                </a:path>
              </a:pathLst>
            </a:custGeom>
            <a:solidFill>
              <a:schemeClr val="accent1"/>
            </a:solidFill>
            <a:ln w="19000" cap="rnd" cmpd="sng">
              <a:solidFill>
                <a:schemeClr val="l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6" name="Google Shape;1816;p64"/>
            <p:cNvSpPr/>
            <p:nvPr/>
          </p:nvSpPr>
          <p:spPr>
            <a:xfrm>
              <a:off x="-2006375" y="1538300"/>
              <a:ext cx="88925" cy="88925"/>
            </a:xfrm>
            <a:custGeom>
              <a:avLst/>
              <a:gdLst/>
              <a:ahLst/>
              <a:cxnLst/>
              <a:rect l="l" t="t" r="r" b="b"/>
              <a:pathLst>
                <a:path w="3557" h="3557" extrusionOk="0">
                  <a:moveTo>
                    <a:pt x="1763" y="1"/>
                  </a:moveTo>
                  <a:cubicBezTo>
                    <a:pt x="790" y="1"/>
                    <a:pt x="0" y="791"/>
                    <a:pt x="0" y="1794"/>
                  </a:cubicBezTo>
                  <a:cubicBezTo>
                    <a:pt x="0" y="2767"/>
                    <a:pt x="790" y="3557"/>
                    <a:pt x="1763" y="3557"/>
                  </a:cubicBezTo>
                  <a:cubicBezTo>
                    <a:pt x="2766" y="3557"/>
                    <a:pt x="3556" y="2767"/>
                    <a:pt x="3556" y="1794"/>
                  </a:cubicBezTo>
                  <a:cubicBezTo>
                    <a:pt x="3556" y="791"/>
                    <a:pt x="2766" y="1"/>
                    <a:pt x="17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7" name="Google Shape;1817;p64"/>
            <p:cNvSpPr/>
            <p:nvPr/>
          </p:nvSpPr>
          <p:spPr>
            <a:xfrm>
              <a:off x="-1253325" y="2008675"/>
              <a:ext cx="129200" cy="281950"/>
            </a:xfrm>
            <a:custGeom>
              <a:avLst/>
              <a:gdLst/>
              <a:ahLst/>
              <a:cxnLst/>
              <a:rect l="l" t="t" r="r" b="b"/>
              <a:pathLst>
                <a:path w="5168" h="11278" extrusionOk="0">
                  <a:moveTo>
                    <a:pt x="0" y="1"/>
                  </a:moveTo>
                  <a:lnTo>
                    <a:pt x="0" y="11277"/>
                  </a:lnTo>
                  <a:lnTo>
                    <a:pt x="3009" y="11277"/>
                  </a:lnTo>
                  <a:cubicBezTo>
                    <a:pt x="4164" y="11277"/>
                    <a:pt x="5167" y="10335"/>
                    <a:pt x="5167" y="9119"/>
                  </a:cubicBezTo>
                  <a:lnTo>
                    <a:pt x="5167" y="2159"/>
                  </a:lnTo>
                  <a:cubicBezTo>
                    <a:pt x="5167" y="943"/>
                    <a:pt x="4164" y="1"/>
                    <a:pt x="30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8" name="Google Shape;1818;p64"/>
            <p:cNvSpPr/>
            <p:nvPr/>
          </p:nvSpPr>
          <p:spPr>
            <a:xfrm>
              <a:off x="-2083900" y="2115050"/>
              <a:ext cx="671025" cy="84375"/>
            </a:xfrm>
            <a:custGeom>
              <a:avLst/>
              <a:gdLst/>
              <a:ahLst/>
              <a:cxnLst/>
              <a:rect l="l" t="t" r="r" b="b"/>
              <a:pathLst>
                <a:path w="26841" h="3375" fill="none" extrusionOk="0">
                  <a:moveTo>
                    <a:pt x="1" y="943"/>
                  </a:moveTo>
                  <a:cubicBezTo>
                    <a:pt x="1" y="943"/>
                    <a:pt x="4712" y="3375"/>
                    <a:pt x="13831" y="3375"/>
                  </a:cubicBezTo>
                  <a:cubicBezTo>
                    <a:pt x="22949" y="3375"/>
                    <a:pt x="26840" y="1"/>
                    <a:pt x="26840" y="1"/>
                  </a:cubicBezTo>
                </a:path>
              </a:pathLst>
            </a:custGeom>
            <a:solidFill>
              <a:schemeClr val="lt2"/>
            </a:solidFill>
            <a:ln w="265950" cap="rnd" cmpd="sng">
              <a:solidFill>
                <a:schemeClr val="dk1"/>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9" name="Google Shape;1819;p64"/>
            <p:cNvSpPr/>
            <p:nvPr/>
          </p:nvSpPr>
          <p:spPr>
            <a:xfrm>
              <a:off x="-2013225" y="2126450"/>
              <a:ext cx="145925" cy="72975"/>
            </a:xfrm>
            <a:custGeom>
              <a:avLst/>
              <a:gdLst/>
              <a:ahLst/>
              <a:cxnLst/>
              <a:rect l="l" t="t" r="r" b="b"/>
              <a:pathLst>
                <a:path w="5837" h="2919" fill="none" extrusionOk="0">
                  <a:moveTo>
                    <a:pt x="1" y="2919"/>
                  </a:moveTo>
                  <a:cubicBezTo>
                    <a:pt x="1" y="1308"/>
                    <a:pt x="1277" y="1"/>
                    <a:pt x="2919" y="1"/>
                  </a:cubicBezTo>
                  <a:cubicBezTo>
                    <a:pt x="4529" y="1"/>
                    <a:pt x="5836" y="1277"/>
                    <a:pt x="5836" y="2919"/>
                  </a:cubicBezTo>
                </a:path>
              </a:pathLst>
            </a:custGeom>
            <a:noFill/>
            <a:ln w="19000" cap="rnd" cmpd="sng">
              <a:solidFill>
                <a:schemeClr val="accen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20" name="Google Shape;1820;p64"/>
            <p:cNvSpPr/>
            <p:nvPr/>
          </p:nvSpPr>
          <p:spPr>
            <a:xfrm>
              <a:off x="-1657600" y="2131025"/>
              <a:ext cx="146700" cy="72975"/>
            </a:xfrm>
            <a:custGeom>
              <a:avLst/>
              <a:gdLst/>
              <a:ahLst/>
              <a:cxnLst/>
              <a:rect l="l" t="t" r="r" b="b"/>
              <a:pathLst>
                <a:path w="5868" h="2919" fill="none" extrusionOk="0">
                  <a:moveTo>
                    <a:pt x="1" y="2918"/>
                  </a:moveTo>
                  <a:cubicBezTo>
                    <a:pt x="1" y="1338"/>
                    <a:pt x="1308" y="0"/>
                    <a:pt x="2949" y="0"/>
                  </a:cubicBezTo>
                  <a:cubicBezTo>
                    <a:pt x="4590" y="0"/>
                    <a:pt x="5867" y="1277"/>
                    <a:pt x="5867" y="2918"/>
                  </a:cubicBezTo>
                </a:path>
              </a:pathLst>
            </a:custGeom>
            <a:noFill/>
            <a:ln w="19000" cap="rnd" cmpd="sng">
              <a:solidFill>
                <a:schemeClr val="accen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Shape 1824"/>
        <p:cNvGrpSpPr/>
        <p:nvPr/>
      </p:nvGrpSpPr>
      <p:grpSpPr>
        <a:xfrm>
          <a:off x="0" y="0"/>
          <a:ext cx="0" cy="0"/>
          <a:chOff x="0" y="0"/>
          <a:chExt cx="0" cy="0"/>
        </a:xfrm>
      </p:grpSpPr>
      <p:sp>
        <p:nvSpPr>
          <p:cNvPr id="1825" name="Google Shape;1825;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Resources</a:t>
            </a:r>
          </a:p>
        </p:txBody>
      </p:sp>
      <p:sp>
        <p:nvSpPr>
          <p:cNvPr id="1826" name="Google Shape;1826;p65"/>
          <p:cNvSpPr txBox="1">
            <a:spLocks noGrp="1"/>
          </p:cNvSpPr>
          <p:nvPr>
            <p:ph type="subTitle" idx="1"/>
          </p:nvPr>
        </p:nvSpPr>
        <p:spPr>
          <a:xfrm>
            <a:off x="946900" y="1391225"/>
            <a:ext cx="3655800" cy="278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Did you like the resources in this template? Get them at these websites:</a:t>
            </a:r>
          </a:p>
          <a:p>
            <a:pPr marL="0" lvl="0" indent="0" algn="l" rtl="0">
              <a:spcBef>
                <a:spcPts val="0"/>
              </a:spcBef>
              <a:spcAft>
                <a:spcPts val="0"/>
              </a:spcAft>
              <a:buNone/>
            </a:pPr>
            <a:r>
              <a:rPr lang="en-US" b="1" noProof="0" dirty="0"/>
              <a:t>Vector</a:t>
            </a:r>
          </a:p>
          <a:p>
            <a:pPr marL="457200" lvl="0" indent="-317500" algn="l" rtl="0">
              <a:spcBef>
                <a:spcPts val="0"/>
              </a:spcBef>
              <a:spcAft>
                <a:spcPts val="0"/>
              </a:spcAft>
              <a:buSzPts val="1400"/>
              <a:buChar char="●"/>
            </a:pPr>
            <a:r>
              <a:rPr lang="en-US" u="sng" noProof="0" dirty="0">
                <a:solidFill>
                  <a:schemeClr val="hlink"/>
                </a:solidFill>
                <a:hlinkClick r:id="rId3"/>
              </a:rPr>
              <a:t>Gradient </a:t>
            </a:r>
            <a:r>
              <a:rPr lang="en-US" u="sng" noProof="0" dirty="0" err="1">
                <a:solidFill>
                  <a:schemeClr val="hlink"/>
                </a:solidFill>
                <a:hlinkClick r:id="rId3"/>
              </a:rPr>
              <a:t>npl</a:t>
            </a:r>
            <a:r>
              <a:rPr lang="en-US" u="sng" noProof="0" dirty="0">
                <a:solidFill>
                  <a:schemeClr val="hlink"/>
                </a:solidFill>
                <a:hlinkClick r:id="rId3"/>
              </a:rPr>
              <a:t>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4"/>
              </a:rPr>
              <a:t>Gradient quantum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5"/>
              </a:rPr>
              <a:t>Gradient quantum illustration I</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6"/>
              </a:rPr>
              <a:t>Gradient </a:t>
            </a:r>
            <a:r>
              <a:rPr lang="en-US" u="sng" noProof="0" dirty="0" err="1">
                <a:solidFill>
                  <a:schemeClr val="hlink"/>
                </a:solidFill>
                <a:hlinkClick r:id="rId6"/>
              </a:rPr>
              <a:t>ssl</a:t>
            </a:r>
            <a:r>
              <a:rPr lang="en-US" u="sng" noProof="0" dirty="0">
                <a:solidFill>
                  <a:schemeClr val="hlink"/>
                </a:solidFill>
                <a:hlinkClick r:id="rId6"/>
              </a:rPr>
              <a:t>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7"/>
              </a:rPr>
              <a:t>Gradient </a:t>
            </a:r>
            <a:r>
              <a:rPr lang="en-US" u="sng" noProof="0" dirty="0" err="1">
                <a:solidFill>
                  <a:schemeClr val="hlink"/>
                </a:solidFill>
                <a:hlinkClick r:id="rId7"/>
              </a:rPr>
              <a:t>sql</a:t>
            </a:r>
            <a:r>
              <a:rPr lang="en-US" u="sng" noProof="0" dirty="0">
                <a:solidFill>
                  <a:schemeClr val="hlink"/>
                </a:solidFill>
                <a:hlinkClick r:id="rId7"/>
              </a:rPr>
              <a:t>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8"/>
              </a:rPr>
              <a:t>Gradient </a:t>
            </a:r>
            <a:r>
              <a:rPr lang="en-US" u="sng" noProof="0" dirty="0" err="1">
                <a:solidFill>
                  <a:schemeClr val="hlink"/>
                </a:solidFill>
                <a:hlinkClick r:id="rId8"/>
              </a:rPr>
              <a:t>sql</a:t>
            </a:r>
            <a:r>
              <a:rPr lang="en-US" u="sng" noProof="0" dirty="0">
                <a:solidFill>
                  <a:schemeClr val="hlink"/>
                </a:solidFill>
                <a:hlinkClick r:id="rId8"/>
              </a:rPr>
              <a:t> illustration I</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9"/>
              </a:rPr>
              <a:t>Gradient </a:t>
            </a:r>
            <a:r>
              <a:rPr lang="en-US" u="sng" noProof="0" dirty="0" err="1">
                <a:solidFill>
                  <a:schemeClr val="hlink"/>
                </a:solidFill>
                <a:hlinkClick r:id="rId9"/>
              </a:rPr>
              <a:t>npl</a:t>
            </a:r>
            <a:r>
              <a:rPr lang="en-US" u="sng" noProof="0" dirty="0">
                <a:solidFill>
                  <a:schemeClr val="hlink"/>
                </a:solidFill>
                <a:hlinkClick r:id="rId9"/>
              </a:rPr>
              <a:t> illustration</a:t>
            </a:r>
            <a:endParaRPr lang="en-US" noProof="0" dirty="0"/>
          </a:p>
        </p:txBody>
      </p:sp>
      <p:sp>
        <p:nvSpPr>
          <p:cNvPr id="1827" name="Google Shape;1827;p65"/>
          <p:cNvSpPr txBox="1">
            <a:spLocks noGrp="1"/>
          </p:cNvSpPr>
          <p:nvPr>
            <p:ph type="subTitle" idx="2"/>
          </p:nvPr>
        </p:nvSpPr>
        <p:spPr>
          <a:xfrm>
            <a:off x="4768200" y="1391225"/>
            <a:ext cx="3655800" cy="278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Photos</a:t>
            </a:r>
          </a:p>
          <a:p>
            <a:pPr marL="457200" lvl="0" indent="-317500" algn="l" rtl="0">
              <a:spcBef>
                <a:spcPts val="0"/>
              </a:spcBef>
              <a:spcAft>
                <a:spcPts val="0"/>
              </a:spcAft>
              <a:buSzPts val="1400"/>
              <a:buChar char="●"/>
            </a:pPr>
            <a:r>
              <a:rPr lang="en-US" b="0" u="sng" noProof="0" dirty="0">
                <a:solidFill>
                  <a:schemeClr val="hlink"/>
                </a:solidFill>
                <a:hlinkClick r:id="rId10"/>
              </a:rPr>
              <a:t>Woman with phone doing face scan</a:t>
            </a:r>
            <a:endParaRPr lang="en-US" b="0" noProof="0" dirty="0"/>
          </a:p>
          <a:p>
            <a:pPr marL="457200" lvl="0" indent="-317500" algn="l" rtl="0">
              <a:spcBef>
                <a:spcPts val="0"/>
              </a:spcBef>
              <a:spcAft>
                <a:spcPts val="0"/>
              </a:spcAft>
              <a:buSzPts val="1400"/>
              <a:buChar char="●"/>
            </a:pPr>
            <a:r>
              <a:rPr lang="en-US" b="0" u="sng" noProof="0" dirty="0">
                <a:solidFill>
                  <a:schemeClr val="hlink"/>
                </a:solidFill>
                <a:hlinkClick r:id="rId11"/>
              </a:rPr>
              <a:t>Person using ai tool at job</a:t>
            </a:r>
            <a:endParaRPr lang="en-US" b="0" noProof="0" dirty="0"/>
          </a:p>
          <a:p>
            <a:pPr marL="457200" lvl="0" indent="-317500" algn="l" rtl="0">
              <a:spcBef>
                <a:spcPts val="0"/>
              </a:spcBef>
              <a:spcAft>
                <a:spcPts val="0"/>
              </a:spcAft>
              <a:buSzPts val="1400"/>
              <a:buChar char="●"/>
            </a:pPr>
            <a:r>
              <a:rPr lang="en-US" b="0" u="sng" noProof="0" dirty="0"/>
              <a:t>A</a:t>
            </a:r>
            <a:r>
              <a:rPr lang="en-US" b="0" u="sng" noProof="0" dirty="0">
                <a:solidFill>
                  <a:schemeClr val="hlink"/>
                </a:solidFill>
                <a:hlinkClick r:id="rId12"/>
              </a:rPr>
              <a:t>utomatic recognition software analyzing everyday subjects</a:t>
            </a:r>
            <a:endParaRPr lang="en-US" b="0" noProof="0" dirty="0"/>
          </a:p>
          <a:p>
            <a:pPr marL="457200" lvl="0" indent="-317500" algn="l" rtl="0">
              <a:spcBef>
                <a:spcPts val="0"/>
              </a:spcBef>
              <a:spcAft>
                <a:spcPts val="0"/>
              </a:spcAft>
              <a:buSzPts val="1400"/>
              <a:buChar char="●"/>
            </a:pPr>
            <a:r>
              <a:rPr lang="en-US" b="0" u="sng" noProof="0" dirty="0"/>
              <a:t>A</a:t>
            </a:r>
            <a:r>
              <a:rPr lang="en-US" b="0" u="sng" noProof="0" dirty="0">
                <a:solidFill>
                  <a:schemeClr val="hlink"/>
                </a:solidFill>
                <a:hlinkClick r:id="rId13"/>
              </a:rPr>
              <a:t>utomatic recognition software analyzing everyday subjects</a:t>
            </a:r>
            <a:r>
              <a:rPr lang="en-US" b="0" noProof="0" dirty="0"/>
              <a:t> I</a:t>
            </a:r>
          </a:p>
          <a:p>
            <a:pPr marL="457200" lvl="0" indent="-317500" algn="l" rtl="0">
              <a:spcBef>
                <a:spcPts val="0"/>
              </a:spcBef>
              <a:spcAft>
                <a:spcPts val="0"/>
              </a:spcAft>
              <a:buSzPts val="1400"/>
              <a:buChar char="●"/>
            </a:pPr>
            <a:r>
              <a:rPr lang="en-US" b="0" u="sng" noProof="0" dirty="0">
                <a:solidFill>
                  <a:schemeClr val="hlink"/>
                </a:solidFill>
                <a:hlinkClick r:id="rId14"/>
              </a:rPr>
              <a:t>Person using ai tool at job</a:t>
            </a:r>
            <a:endParaRPr lang="en-US" b="0" noProof="0" dirty="0"/>
          </a:p>
          <a:p>
            <a:pPr marL="0" lvl="0" indent="0" algn="l" rtl="0">
              <a:spcBef>
                <a:spcPts val="0"/>
              </a:spcBef>
              <a:spcAft>
                <a:spcPts val="0"/>
              </a:spcAft>
              <a:buNone/>
            </a:pPr>
            <a:r>
              <a:rPr lang="en-US" noProof="0" dirty="0"/>
              <a:t>Icons</a:t>
            </a:r>
          </a:p>
          <a:p>
            <a:pPr marL="457200" lvl="0" indent="-317500" algn="l" rtl="0">
              <a:spcBef>
                <a:spcPts val="0"/>
              </a:spcBef>
              <a:spcAft>
                <a:spcPts val="0"/>
              </a:spcAft>
              <a:buSzPts val="1400"/>
              <a:buChar char="●"/>
            </a:pPr>
            <a:r>
              <a:rPr lang="en-US" b="0" u="sng" noProof="0" dirty="0">
                <a:solidFill>
                  <a:schemeClr val="hlink"/>
                </a:solidFill>
                <a:hlinkClick r:id="rId15"/>
              </a:rPr>
              <a:t>Icon Pack: Artificial intelligence | Filled</a:t>
            </a:r>
            <a:endParaRPr lang="en-US" b="0" noProof="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31"/>
        <p:cNvGrpSpPr/>
        <p:nvPr/>
      </p:nvGrpSpPr>
      <p:grpSpPr>
        <a:xfrm>
          <a:off x="0" y="0"/>
          <a:ext cx="0" cy="0"/>
          <a:chOff x="0" y="0"/>
          <a:chExt cx="0" cy="0"/>
        </a:xfrm>
      </p:grpSpPr>
      <p:sp>
        <p:nvSpPr>
          <p:cNvPr id="1832" name="Google Shape;1832;p66"/>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Instructions for use</a:t>
            </a:r>
          </a:p>
        </p:txBody>
      </p:sp>
      <p:sp>
        <p:nvSpPr>
          <p:cNvPr id="1833" name="Google Shape;1833;p66"/>
          <p:cNvSpPr txBox="1"/>
          <p:nvPr/>
        </p:nvSpPr>
        <p:spPr>
          <a:xfrm>
            <a:off x="72340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rgbClr val="000000"/>
              </a:buClr>
              <a:buSzPts val="1100"/>
              <a:buFont typeface="Arial"/>
              <a:buNone/>
            </a:pPr>
            <a:r>
              <a:rPr lang="en-US" sz="1100" noProof="0" dirty="0">
                <a:solidFill>
                  <a:schemeClr val="lt1"/>
                </a:solidFill>
              </a:rPr>
              <a:t>If you have a free account, in order to use this template, you must credit </a:t>
            </a:r>
            <a:r>
              <a:rPr lang="en-US" sz="1100" b="1" u="sng" noProof="0" dirty="0" err="1">
                <a:solidFill>
                  <a:schemeClr val="dk2"/>
                </a:solidFill>
                <a:hlinkClick r:id="rId3">
                  <a:extLst>
                    <a:ext uri="{A12FA001-AC4F-418D-AE19-62706E023703}">
                      <ahyp:hlinkClr xmlns:ahyp="http://schemas.microsoft.com/office/drawing/2018/hyperlinkcolor" val="tx"/>
                    </a:ext>
                  </a:extLst>
                </a:hlinkClick>
              </a:rPr>
              <a:t>Slidesgo</a:t>
            </a:r>
            <a:r>
              <a:rPr lang="en-US" sz="1100" b="1" noProof="0" dirty="0">
                <a:solidFill>
                  <a:schemeClr val="dk2"/>
                </a:solidFill>
              </a:rPr>
              <a:t> </a:t>
            </a:r>
            <a:r>
              <a:rPr lang="en-US" sz="1100" noProof="0" dirty="0">
                <a:solidFill>
                  <a:schemeClr val="lt1"/>
                </a:solidFill>
              </a:rPr>
              <a:t>by keeping the </a:t>
            </a:r>
            <a:r>
              <a:rPr lang="en-US" sz="1100" b="1" u="sng" noProof="0" dirty="0">
                <a:solidFill>
                  <a:schemeClr val="hlink"/>
                </a:solidFill>
                <a:hlinkClick r:id="rId4" action="ppaction://hlinksldjump"/>
              </a:rPr>
              <a:t>Thanks</a:t>
            </a:r>
            <a:r>
              <a:rPr lang="en-US" sz="1100" b="1" noProof="0" dirty="0">
                <a:solidFill>
                  <a:schemeClr val="dk2"/>
                </a:solidFill>
              </a:rPr>
              <a:t> </a:t>
            </a:r>
            <a:r>
              <a:rPr lang="en-US" sz="1100" noProof="0" dirty="0">
                <a:solidFill>
                  <a:schemeClr val="lt1"/>
                </a:solidFill>
              </a:rPr>
              <a:t>slide. Please refer to the next slide to read the instructions for premium users.</a:t>
            </a:r>
          </a:p>
          <a:p>
            <a:pPr marL="0" lvl="0" indent="0" algn="l" rtl="0">
              <a:lnSpc>
                <a:spcPct val="100000"/>
              </a:lnSpc>
              <a:spcBef>
                <a:spcPts val="1000"/>
              </a:spcBef>
              <a:spcAft>
                <a:spcPts val="0"/>
              </a:spcAft>
              <a:buClr>
                <a:srgbClr val="000000"/>
              </a:buClr>
              <a:buSzPts val="1100"/>
              <a:buFont typeface="Arial"/>
              <a:buNone/>
            </a:pPr>
            <a:r>
              <a:rPr lang="en-US" sz="1100" b="1" noProof="0" dirty="0">
                <a:solidFill>
                  <a:schemeClr val="dk2"/>
                </a:solidFill>
              </a:rPr>
              <a:t>As a Free user, you are allowed to:</a:t>
            </a:r>
          </a:p>
          <a:p>
            <a:pPr marL="457200" lvl="0" indent="-298450" algn="l" rtl="0">
              <a:lnSpc>
                <a:spcPct val="100000"/>
              </a:lnSpc>
              <a:spcBef>
                <a:spcPts val="400"/>
              </a:spcBef>
              <a:spcAft>
                <a:spcPts val="0"/>
              </a:spcAft>
              <a:buClr>
                <a:schemeClr val="lt1"/>
              </a:buClr>
              <a:buSzPts val="1100"/>
              <a:buChar char="●"/>
            </a:pPr>
            <a:r>
              <a:rPr lang="en-US" sz="1100" noProof="0" dirty="0">
                <a:solidFill>
                  <a:schemeClr val="lt1"/>
                </a:solidFill>
              </a:rPr>
              <a:t>Modify this template.</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Use it for both personal and commercial projects.</a:t>
            </a:r>
          </a:p>
          <a:p>
            <a:pPr marL="0" lvl="0" indent="0" algn="l" rtl="0">
              <a:lnSpc>
                <a:spcPct val="100000"/>
              </a:lnSpc>
              <a:spcBef>
                <a:spcPts val="1400"/>
              </a:spcBef>
              <a:spcAft>
                <a:spcPts val="0"/>
              </a:spcAft>
              <a:buClr>
                <a:srgbClr val="000000"/>
              </a:buClr>
              <a:buSzPts val="1100"/>
              <a:buFont typeface="Arial"/>
              <a:buNone/>
            </a:pPr>
            <a:r>
              <a:rPr lang="en-US" sz="1100" b="1" noProof="0" dirty="0">
                <a:solidFill>
                  <a:schemeClr val="dk2"/>
                </a:solidFill>
              </a:rPr>
              <a:t>You are not allowed to:</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Sublicense, sell or rent any of </a:t>
            </a:r>
            <a:r>
              <a:rPr lang="en-US" sz="1100" noProof="0" dirty="0" err="1">
                <a:solidFill>
                  <a:schemeClr val="lt1"/>
                </a:solidFill>
              </a:rPr>
              <a:t>Slidesgo</a:t>
            </a:r>
            <a:r>
              <a:rPr lang="en-US" sz="1100" noProof="0" dirty="0">
                <a:solidFill>
                  <a:schemeClr val="lt1"/>
                </a:solidFill>
              </a:rPr>
              <a:t> Content (or a modified version of </a:t>
            </a:r>
            <a:r>
              <a:rPr lang="en-US" sz="1100" noProof="0" dirty="0" err="1">
                <a:solidFill>
                  <a:schemeClr val="lt1"/>
                </a:solidFill>
              </a:rPr>
              <a:t>Slidesgo</a:t>
            </a:r>
            <a:r>
              <a:rPr lang="en-US" sz="1100" noProof="0" dirty="0">
                <a:solidFill>
                  <a:schemeClr val="lt1"/>
                </a:solidFill>
              </a:rPr>
              <a:t> Content).</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Distribute </a:t>
            </a:r>
            <a:r>
              <a:rPr lang="en-US" sz="1100" noProof="0" dirty="0" err="1">
                <a:solidFill>
                  <a:schemeClr val="lt1"/>
                </a:solidFill>
              </a:rPr>
              <a:t>Slidesgo</a:t>
            </a:r>
            <a:r>
              <a:rPr lang="en-US" sz="1100" noProof="0" dirty="0">
                <a:solidFill>
                  <a:schemeClr val="lt1"/>
                </a:solidFill>
              </a:rPr>
              <a:t> Content unless it has been expressly authorized by </a:t>
            </a:r>
            <a:r>
              <a:rPr lang="en-US" sz="1100" noProof="0" dirty="0" err="1">
                <a:solidFill>
                  <a:schemeClr val="lt1"/>
                </a:solidFill>
              </a:rPr>
              <a:t>Slidesgo</a:t>
            </a:r>
            <a:r>
              <a:rPr lang="en-US" sz="1100" noProof="0" dirty="0">
                <a:solidFill>
                  <a:schemeClr val="lt1"/>
                </a:solidFill>
              </a:rPr>
              <a:t>.</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Include </a:t>
            </a:r>
            <a:r>
              <a:rPr lang="en-US" sz="1100" noProof="0" dirty="0" err="1">
                <a:solidFill>
                  <a:schemeClr val="lt1"/>
                </a:solidFill>
              </a:rPr>
              <a:t>Slidesgo</a:t>
            </a:r>
            <a:r>
              <a:rPr lang="en-US" sz="1100" noProof="0" dirty="0">
                <a:solidFill>
                  <a:schemeClr val="lt1"/>
                </a:solidFill>
              </a:rPr>
              <a:t> Content in an online or offline database or file.</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Offer </a:t>
            </a:r>
            <a:r>
              <a:rPr lang="en-US" sz="1100" noProof="0" dirty="0" err="1">
                <a:solidFill>
                  <a:schemeClr val="lt1"/>
                </a:solidFill>
              </a:rPr>
              <a:t>Slidesgo</a:t>
            </a:r>
            <a:r>
              <a:rPr lang="en-US" sz="1100" noProof="0" dirty="0">
                <a:solidFill>
                  <a:schemeClr val="lt1"/>
                </a:solidFill>
              </a:rPr>
              <a:t> templates (or modified versions of </a:t>
            </a:r>
            <a:r>
              <a:rPr lang="en-US" sz="1100" noProof="0" dirty="0" err="1">
                <a:solidFill>
                  <a:schemeClr val="lt1"/>
                </a:solidFill>
              </a:rPr>
              <a:t>Slidesgo</a:t>
            </a:r>
            <a:r>
              <a:rPr lang="en-US" sz="1100" noProof="0" dirty="0">
                <a:solidFill>
                  <a:schemeClr val="lt1"/>
                </a:solidFill>
              </a:rPr>
              <a:t> templates) for download.</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Acquire the copyright of </a:t>
            </a:r>
            <a:r>
              <a:rPr lang="en-US" sz="1100" noProof="0" dirty="0" err="1">
                <a:solidFill>
                  <a:schemeClr val="lt1"/>
                </a:solidFill>
              </a:rPr>
              <a:t>Slidesgo</a:t>
            </a:r>
            <a:r>
              <a:rPr lang="en-US" sz="1100" noProof="0" dirty="0">
                <a:solidFill>
                  <a:schemeClr val="lt1"/>
                </a:solidFill>
              </a:rPr>
              <a:t> Content.</a:t>
            </a: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US" sz="1100" noProof="0" dirty="0">
                <a:solidFill>
                  <a:schemeClr val="lt1"/>
                </a:solidFill>
              </a:rPr>
              <a:t>For more information about editing slides, please read our FAQs or visit our blog:</a:t>
            </a:r>
          </a:p>
          <a:p>
            <a:pPr marL="0" lvl="0" indent="0" algn="ctr" rtl="0">
              <a:lnSpc>
                <a:spcPct val="100000"/>
              </a:lnSpc>
              <a:spcBef>
                <a:spcPts val="0"/>
              </a:spcBef>
              <a:spcAft>
                <a:spcPts val="0"/>
              </a:spcAft>
              <a:buClr>
                <a:schemeClr val="dk1"/>
              </a:buClr>
              <a:buSzPts val="1100"/>
              <a:buFont typeface="Arial"/>
              <a:buNone/>
            </a:pPr>
            <a:r>
              <a:rPr lang="en-US" sz="1100" b="1" u="sng" noProof="0" dirty="0">
                <a:solidFill>
                  <a:schemeClr val="dk2"/>
                </a:solidFill>
                <a:hlinkClick r:id="rId5">
                  <a:extLst>
                    <a:ext uri="{A12FA001-AC4F-418D-AE19-62706E023703}">
                      <ahyp:hlinkClr xmlns:ahyp="http://schemas.microsoft.com/office/drawing/2018/hyperlinkcolor" val="tx"/>
                    </a:ext>
                  </a:extLst>
                </a:hlinkClick>
              </a:rPr>
              <a:t>https://slidesgo.com/faqs</a:t>
            </a:r>
            <a:r>
              <a:rPr lang="en-US" sz="1100" noProof="0" dirty="0">
                <a:solidFill>
                  <a:schemeClr val="lt1"/>
                </a:solidFill>
              </a:rPr>
              <a:t> and </a:t>
            </a:r>
            <a:r>
              <a:rPr lang="en-US" sz="1100" b="1" u="sng" noProof="0" dirty="0">
                <a:solidFill>
                  <a:schemeClr val="dk2"/>
                </a:solidFill>
                <a:hlinkClick r:id="rId6">
                  <a:extLst>
                    <a:ext uri="{A12FA001-AC4F-418D-AE19-62706E023703}">
                      <ahyp:hlinkClr xmlns:ahyp="http://schemas.microsoft.com/office/drawing/2018/hyperlinkcolor" val="tx"/>
                    </a:ext>
                  </a:extLst>
                </a:hlinkClick>
              </a:rPr>
              <a:t>https://slidesgo.com/slidesgo-school</a:t>
            </a:r>
            <a:endParaRPr lang="en-US" sz="1100" b="1" noProof="0" dirty="0">
              <a:solidFill>
                <a:schemeClr val="dk2"/>
              </a:solidFil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37"/>
        <p:cNvGrpSpPr/>
        <p:nvPr/>
      </p:nvGrpSpPr>
      <p:grpSpPr>
        <a:xfrm>
          <a:off x="0" y="0"/>
          <a:ext cx="0" cy="0"/>
          <a:chOff x="0" y="0"/>
          <a:chExt cx="0" cy="0"/>
        </a:xfrm>
      </p:grpSpPr>
      <p:sp>
        <p:nvSpPr>
          <p:cNvPr id="1838" name="Google Shape;1838;p67"/>
          <p:cNvSpPr txBox="1"/>
          <p:nvPr/>
        </p:nvSpPr>
        <p:spPr>
          <a:xfrm>
            <a:off x="72345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100" noProof="0" dirty="0">
                <a:solidFill>
                  <a:schemeClr val="lt1"/>
                </a:solidFill>
              </a:rPr>
              <a:t>As a Premium user, you can use this template without attributing </a:t>
            </a:r>
            <a:r>
              <a:rPr lang="en-US" sz="1100" b="1" u="sng" noProof="0" dirty="0" err="1">
                <a:solidFill>
                  <a:schemeClr val="dk2"/>
                </a:solidFill>
                <a:hlinkClick r:id="rId3">
                  <a:extLst>
                    <a:ext uri="{A12FA001-AC4F-418D-AE19-62706E023703}">
                      <ahyp:hlinkClr xmlns:ahyp="http://schemas.microsoft.com/office/drawing/2018/hyperlinkcolor" val="tx"/>
                    </a:ext>
                  </a:extLst>
                </a:hlinkClick>
              </a:rPr>
              <a:t>Slidesgo</a:t>
            </a:r>
            <a:r>
              <a:rPr lang="en-US" sz="1100" b="1" noProof="0" dirty="0">
                <a:solidFill>
                  <a:schemeClr val="dk2"/>
                </a:solidFill>
              </a:rPr>
              <a:t> </a:t>
            </a:r>
            <a:r>
              <a:rPr lang="en-US" sz="1100" noProof="0" dirty="0">
                <a:solidFill>
                  <a:schemeClr val="lt1"/>
                </a:solidFill>
              </a:rPr>
              <a:t>or keeping the "</a:t>
            </a:r>
            <a:r>
              <a:rPr lang="en-US" sz="1100" b="1" u="sng" noProof="0" dirty="0">
                <a:solidFill>
                  <a:schemeClr val="hlink"/>
                </a:solidFill>
                <a:hlinkClick r:id="rId4" action="ppaction://hlinksldjump"/>
              </a:rPr>
              <a:t>Thanks</a:t>
            </a:r>
            <a:r>
              <a:rPr lang="en-US" sz="1100" noProof="0" dirty="0">
                <a:solidFill>
                  <a:schemeClr val="lt1"/>
                </a:solidFill>
              </a:rPr>
              <a:t>" slide.</a:t>
            </a:r>
          </a:p>
          <a:p>
            <a:pPr marL="0" lvl="0" indent="0" algn="l" rtl="0">
              <a:lnSpc>
                <a:spcPct val="100000"/>
              </a:lnSpc>
              <a:spcBef>
                <a:spcPts val="1000"/>
              </a:spcBef>
              <a:spcAft>
                <a:spcPts val="0"/>
              </a:spcAft>
              <a:buNone/>
            </a:pPr>
            <a:r>
              <a:rPr lang="en-US" sz="1100" b="1" noProof="0" dirty="0">
                <a:solidFill>
                  <a:schemeClr val="dk2"/>
                </a:solidFill>
              </a:rPr>
              <a:t>You are allowed to:</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Modify this template.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Use it for both personal and commercial purposes.</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Hide or delete the “Thanks” slide and the mention to </a:t>
            </a:r>
            <a:r>
              <a:rPr lang="en-US" sz="1100" noProof="0" dirty="0" err="1">
                <a:solidFill>
                  <a:schemeClr val="lt1"/>
                </a:solidFill>
              </a:rPr>
              <a:t>Slidesgo</a:t>
            </a:r>
            <a:r>
              <a:rPr lang="en-US" sz="1100" noProof="0" dirty="0">
                <a:solidFill>
                  <a:schemeClr val="lt1"/>
                </a:solidFill>
              </a:rPr>
              <a:t> in the credits.</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Share this template in an editable format with people who are not part of your team.</a:t>
            </a:r>
          </a:p>
          <a:p>
            <a:pPr marL="0" lvl="0" indent="0" algn="l" rtl="0">
              <a:lnSpc>
                <a:spcPct val="100000"/>
              </a:lnSpc>
              <a:spcBef>
                <a:spcPts val="1000"/>
              </a:spcBef>
              <a:spcAft>
                <a:spcPts val="0"/>
              </a:spcAft>
              <a:buNone/>
            </a:pPr>
            <a:r>
              <a:rPr lang="en-US" sz="1100" b="1" noProof="0" dirty="0">
                <a:solidFill>
                  <a:schemeClr val="dk2"/>
                </a:solidFill>
              </a:rPr>
              <a:t>You are not allowed to:</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Sublicense, sell or rent this </a:t>
            </a:r>
            <a:r>
              <a:rPr lang="en-US" sz="1100" noProof="0" dirty="0" err="1">
                <a:solidFill>
                  <a:schemeClr val="lt1"/>
                </a:solidFill>
              </a:rPr>
              <a:t>Slidesgo</a:t>
            </a:r>
            <a:r>
              <a:rPr lang="en-US" sz="1100" noProof="0" dirty="0">
                <a:solidFill>
                  <a:schemeClr val="lt1"/>
                </a:solidFill>
              </a:rPr>
              <a:t> Template (or a modified version of this </a:t>
            </a:r>
            <a:r>
              <a:rPr lang="en-US" sz="1100" noProof="0" dirty="0" err="1">
                <a:solidFill>
                  <a:schemeClr val="lt1"/>
                </a:solidFill>
              </a:rPr>
              <a:t>Slidesgo</a:t>
            </a:r>
            <a:r>
              <a:rPr lang="en-US" sz="1100" noProof="0" dirty="0">
                <a:solidFill>
                  <a:schemeClr val="lt1"/>
                </a:solidFill>
              </a:rPr>
              <a:t> Template).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Distribute this </a:t>
            </a:r>
            <a:r>
              <a:rPr lang="en-US" sz="1100" noProof="0" dirty="0" err="1">
                <a:solidFill>
                  <a:schemeClr val="lt1"/>
                </a:solidFill>
              </a:rPr>
              <a:t>Slidesgo</a:t>
            </a:r>
            <a:r>
              <a:rPr lang="en-US" sz="1100" noProof="0" dirty="0">
                <a:solidFill>
                  <a:schemeClr val="lt1"/>
                </a:solidFill>
              </a:rPr>
              <a:t> Template (or a modified version of this </a:t>
            </a:r>
            <a:r>
              <a:rPr lang="en-US" sz="1100" noProof="0" dirty="0" err="1">
                <a:solidFill>
                  <a:schemeClr val="lt1"/>
                </a:solidFill>
              </a:rPr>
              <a:t>Slidesgo</a:t>
            </a:r>
            <a:r>
              <a:rPr lang="en-US" sz="1100" noProof="0" dirty="0">
                <a:solidFill>
                  <a:schemeClr val="lt1"/>
                </a:solidFill>
              </a:rPr>
              <a:t> Template) or include it in a database or in any other product or service that offers downloadable images, icons or presentations that may be subject to distribution or resale.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Use any of the elements that are part of this </a:t>
            </a:r>
            <a:r>
              <a:rPr lang="en-US" sz="1100" noProof="0" dirty="0" err="1">
                <a:solidFill>
                  <a:schemeClr val="lt1"/>
                </a:solidFill>
              </a:rPr>
              <a:t>Slidesgo</a:t>
            </a:r>
            <a:r>
              <a:rPr lang="en-US" sz="1100" noProof="0" dirty="0">
                <a:solidFill>
                  <a:schemeClr val="lt1"/>
                </a:solidFill>
              </a:rPr>
              <a:t> Template in an isolated and separated way from this Template.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Register any of the elements that are part of this template as a trademark or logo, or register it as a work in an intellectual property registry or similar.</a:t>
            </a:r>
          </a:p>
          <a:p>
            <a:pPr marL="0" lvl="0" indent="0" algn="l" rtl="0">
              <a:lnSpc>
                <a:spcPct val="100000"/>
              </a:lnSpc>
              <a:spcBef>
                <a:spcPts val="0"/>
              </a:spcBef>
              <a:spcAft>
                <a:spcPts val="0"/>
              </a:spcAft>
              <a:buNone/>
            </a:pPr>
            <a:endParaRPr lang="en-US" sz="1100" noProof="0" dirty="0">
              <a:solidFill>
                <a:schemeClr val="lt1"/>
              </a:solidFill>
            </a:endParaRPr>
          </a:p>
          <a:p>
            <a:pPr marL="0" lvl="0" indent="0" algn="ctr" rtl="0">
              <a:lnSpc>
                <a:spcPct val="100000"/>
              </a:lnSpc>
              <a:spcBef>
                <a:spcPts val="0"/>
              </a:spcBef>
              <a:spcAft>
                <a:spcPts val="0"/>
              </a:spcAft>
              <a:buNone/>
            </a:pPr>
            <a:r>
              <a:rPr lang="en-US" sz="1100" noProof="0" dirty="0">
                <a:solidFill>
                  <a:schemeClr val="lt1"/>
                </a:solidFill>
              </a:rPr>
              <a:t>For more information about editing slides, please read our FAQs or visit our blog:</a:t>
            </a:r>
          </a:p>
          <a:p>
            <a:pPr marL="0" lvl="0" indent="0" algn="ctr" rtl="0">
              <a:lnSpc>
                <a:spcPct val="100000"/>
              </a:lnSpc>
              <a:spcBef>
                <a:spcPts val="0"/>
              </a:spcBef>
              <a:spcAft>
                <a:spcPts val="0"/>
              </a:spcAft>
              <a:buNone/>
            </a:pPr>
            <a:r>
              <a:rPr lang="en-US" sz="1100" b="1" u="sng" noProof="0" dirty="0">
                <a:solidFill>
                  <a:schemeClr val="dk2"/>
                </a:solidFill>
                <a:hlinkClick r:id="rId5">
                  <a:extLst>
                    <a:ext uri="{A12FA001-AC4F-418D-AE19-62706E023703}">
                      <ahyp:hlinkClr xmlns:ahyp="http://schemas.microsoft.com/office/drawing/2018/hyperlinkcolor" val="tx"/>
                    </a:ext>
                  </a:extLst>
                </a:hlinkClick>
              </a:rPr>
              <a:t>https://slidesgo.com/faqs</a:t>
            </a:r>
            <a:r>
              <a:rPr lang="en-US" sz="1100" noProof="0" dirty="0">
                <a:solidFill>
                  <a:schemeClr val="lt1"/>
                </a:solidFill>
              </a:rPr>
              <a:t> and </a:t>
            </a:r>
            <a:r>
              <a:rPr lang="en-US" sz="1100" b="1" u="sng" noProof="0" dirty="0">
                <a:solidFill>
                  <a:schemeClr val="dk2"/>
                </a:solidFill>
                <a:hlinkClick r:id="rId6">
                  <a:extLst>
                    <a:ext uri="{A12FA001-AC4F-418D-AE19-62706E023703}">
                      <ahyp:hlinkClr xmlns:ahyp="http://schemas.microsoft.com/office/drawing/2018/hyperlinkcolor" val="tx"/>
                    </a:ext>
                  </a:extLst>
                </a:hlinkClick>
              </a:rPr>
              <a:t>https://slidesgo.com/slidesgo-school</a:t>
            </a:r>
            <a:endParaRPr lang="en-US" sz="1100" b="1" noProof="0" dirty="0">
              <a:solidFill>
                <a:schemeClr val="dk2"/>
              </a:solidFill>
            </a:endParaRPr>
          </a:p>
        </p:txBody>
      </p:sp>
      <p:sp>
        <p:nvSpPr>
          <p:cNvPr id="1839" name="Google Shape;1839;p67"/>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Instructions for use (premium users)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43"/>
        <p:cNvGrpSpPr/>
        <p:nvPr/>
      </p:nvGrpSpPr>
      <p:grpSpPr>
        <a:xfrm>
          <a:off x="0" y="0"/>
          <a:ext cx="0" cy="0"/>
          <a:chOff x="0" y="0"/>
          <a:chExt cx="0" cy="0"/>
        </a:xfrm>
      </p:grpSpPr>
      <p:sp>
        <p:nvSpPr>
          <p:cNvPr id="1844" name="Google Shape;1844;p68"/>
          <p:cNvSpPr txBox="1"/>
          <p:nvPr/>
        </p:nvSpPr>
        <p:spPr>
          <a:xfrm>
            <a:off x="723400" y="1187975"/>
            <a:ext cx="7697100" cy="1466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This presentation has been made using the following fonts:</a:t>
            </a:r>
          </a:p>
          <a:p>
            <a:pPr marL="0" lvl="0" indent="0" algn="ctr" rtl="0">
              <a:lnSpc>
                <a:spcPct val="100000"/>
              </a:lnSpc>
              <a:spcBef>
                <a:spcPts val="1000"/>
              </a:spcBef>
              <a:spcAft>
                <a:spcPts val="0"/>
              </a:spcAft>
              <a:buNone/>
            </a:pPr>
            <a:r>
              <a:rPr lang="en-US" sz="1100" b="1" noProof="0" dirty="0">
                <a:solidFill>
                  <a:schemeClr val="lt1"/>
                </a:solidFill>
              </a:rPr>
              <a:t>Sora</a:t>
            </a:r>
          </a:p>
          <a:p>
            <a:pPr marL="0" lvl="0" indent="0" algn="ctr" rtl="0">
              <a:lnSpc>
                <a:spcPct val="100000"/>
              </a:lnSpc>
              <a:spcBef>
                <a:spcPts val="0"/>
              </a:spcBef>
              <a:spcAft>
                <a:spcPts val="0"/>
              </a:spcAft>
              <a:buNone/>
            </a:pPr>
            <a:r>
              <a:rPr lang="en-US" sz="1100" noProof="0" dirty="0">
                <a:solidFill>
                  <a:schemeClr val="lt1"/>
                </a:solidFill>
              </a:rPr>
              <a:t>(</a:t>
            </a:r>
            <a:r>
              <a:rPr lang="en-US" sz="1100" u="sng" noProof="0" dirty="0">
                <a:solidFill>
                  <a:schemeClr val="lt1"/>
                </a:solidFill>
                <a:hlinkClick r:id="rId3">
                  <a:extLst>
                    <a:ext uri="{A12FA001-AC4F-418D-AE19-62706E023703}">
                      <ahyp:hlinkClr xmlns:ahyp="http://schemas.microsoft.com/office/drawing/2018/hyperlinkcolor" val="tx"/>
                    </a:ext>
                  </a:extLst>
                </a:hlinkClick>
              </a:rPr>
              <a:t>https://fonts.google.com/specimen/Sora</a:t>
            </a:r>
            <a:r>
              <a:rPr lang="en-US" sz="1100" noProof="0" dirty="0">
                <a:solidFill>
                  <a:schemeClr val="lt1"/>
                </a:solidFill>
              </a:rPr>
              <a:t>)</a:t>
            </a:r>
          </a:p>
          <a:p>
            <a:pPr marL="0" lvl="0" indent="0" algn="ctr" rtl="0">
              <a:lnSpc>
                <a:spcPct val="100000"/>
              </a:lnSpc>
              <a:spcBef>
                <a:spcPts val="0"/>
              </a:spcBef>
              <a:spcAft>
                <a:spcPts val="0"/>
              </a:spcAft>
              <a:buNone/>
            </a:pPr>
            <a:endParaRPr lang="en-US" sz="1100" noProof="0" dirty="0">
              <a:solidFill>
                <a:schemeClr val="lt1"/>
              </a:solidFill>
            </a:endParaRPr>
          </a:p>
          <a:p>
            <a:pPr marL="0" lvl="0" indent="0" algn="ctr" rtl="0">
              <a:lnSpc>
                <a:spcPct val="100000"/>
              </a:lnSpc>
              <a:spcBef>
                <a:spcPts val="0"/>
              </a:spcBef>
              <a:spcAft>
                <a:spcPts val="0"/>
              </a:spcAft>
              <a:buNone/>
            </a:pPr>
            <a:r>
              <a:rPr lang="en-US" sz="1100" b="1" noProof="0" dirty="0">
                <a:solidFill>
                  <a:schemeClr val="lt1"/>
                </a:solidFill>
              </a:rPr>
              <a:t>Lato</a:t>
            </a:r>
          </a:p>
          <a:p>
            <a:pPr marL="0" lvl="0" indent="0" algn="ctr" rtl="0">
              <a:lnSpc>
                <a:spcPct val="100000"/>
              </a:lnSpc>
              <a:spcBef>
                <a:spcPts val="0"/>
              </a:spcBef>
              <a:spcAft>
                <a:spcPts val="0"/>
              </a:spcAft>
              <a:buNone/>
            </a:pPr>
            <a:r>
              <a:rPr lang="en-US" sz="1100" noProof="0" dirty="0">
                <a:solidFill>
                  <a:schemeClr val="lt1"/>
                </a:solidFill>
              </a:rPr>
              <a:t>(</a:t>
            </a:r>
            <a:r>
              <a:rPr lang="en-US" sz="1100" u="sng" noProof="0" dirty="0">
                <a:solidFill>
                  <a:schemeClr val="lt1"/>
                </a:solidFill>
                <a:hlinkClick r:id="rId4">
                  <a:extLst>
                    <a:ext uri="{A12FA001-AC4F-418D-AE19-62706E023703}">
                      <ahyp:hlinkClr xmlns:ahyp="http://schemas.microsoft.com/office/drawing/2018/hyperlinkcolor" val="tx"/>
                    </a:ext>
                  </a:extLst>
                </a:hlinkClick>
              </a:rPr>
              <a:t>https://fonts.google.com/specimen/Lato</a:t>
            </a:r>
            <a:r>
              <a:rPr lang="en-US" sz="1100" noProof="0" dirty="0">
                <a:solidFill>
                  <a:schemeClr val="lt1"/>
                </a:solidFill>
              </a:rPr>
              <a:t>)</a:t>
            </a:r>
          </a:p>
          <a:p>
            <a:pPr marL="0" lvl="0" indent="0" algn="l" rtl="0">
              <a:lnSpc>
                <a:spcPct val="100000"/>
              </a:lnSpc>
              <a:spcBef>
                <a:spcPts val="0"/>
              </a:spcBef>
              <a:spcAft>
                <a:spcPts val="0"/>
              </a:spcAft>
              <a:buNone/>
            </a:pPr>
            <a:endParaRPr lang="en-US" sz="1100" noProof="0" dirty="0">
              <a:solidFill>
                <a:schemeClr val="lt1"/>
              </a:solidFill>
            </a:endParaRPr>
          </a:p>
        </p:txBody>
      </p:sp>
      <p:sp>
        <p:nvSpPr>
          <p:cNvPr id="1845" name="Google Shape;1845;p68"/>
          <p:cNvSpPr/>
          <p:nvPr/>
        </p:nvSpPr>
        <p:spPr>
          <a:xfrm>
            <a:off x="2052650" y="2947175"/>
            <a:ext cx="791400" cy="754200"/>
          </a:xfrm>
          <a:prstGeom prst="roundRect">
            <a:avLst>
              <a:gd name="adj" fmla="val 16667"/>
            </a:avLst>
          </a:prstGeom>
          <a:solidFill>
            <a:srgbClr val="0C343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46" name="Google Shape;1846;p68"/>
          <p:cNvSpPr/>
          <p:nvPr/>
        </p:nvSpPr>
        <p:spPr>
          <a:xfrm>
            <a:off x="3114470" y="2947175"/>
            <a:ext cx="791400" cy="754200"/>
          </a:xfrm>
          <a:prstGeom prst="roundRect">
            <a:avLst>
              <a:gd name="adj" fmla="val 16667"/>
            </a:avLst>
          </a:prstGeom>
          <a:solidFill>
            <a:srgbClr val="F3F7F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47" name="Google Shape;1847;p68"/>
          <p:cNvSpPr/>
          <p:nvPr/>
        </p:nvSpPr>
        <p:spPr>
          <a:xfrm>
            <a:off x="4176289" y="2947175"/>
            <a:ext cx="791400" cy="754200"/>
          </a:xfrm>
          <a:prstGeom prst="roundRect">
            <a:avLst>
              <a:gd name="adj" fmla="val 16667"/>
            </a:avLst>
          </a:prstGeom>
          <a:solidFill>
            <a:srgbClr val="134F5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48" name="Google Shape;1848;p68"/>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#0c343d</a:t>
            </a:r>
          </a:p>
        </p:txBody>
      </p:sp>
      <p:sp>
        <p:nvSpPr>
          <p:cNvPr id="1849" name="Google Shape;1849;p68"/>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#f3f7f8</a:t>
            </a:r>
          </a:p>
        </p:txBody>
      </p:sp>
      <p:sp>
        <p:nvSpPr>
          <p:cNvPr id="1850" name="Google Shape;1850;p68"/>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#134f5c</a:t>
            </a:r>
          </a:p>
        </p:txBody>
      </p:sp>
      <p:sp>
        <p:nvSpPr>
          <p:cNvPr id="1851" name="Google Shape;1851;p68"/>
          <p:cNvSpPr/>
          <p:nvPr/>
        </p:nvSpPr>
        <p:spPr>
          <a:xfrm>
            <a:off x="5238125" y="2947175"/>
            <a:ext cx="791400" cy="754200"/>
          </a:xfrm>
          <a:prstGeom prst="roundRect">
            <a:avLst>
              <a:gd name="adj" fmla="val 16667"/>
            </a:avLst>
          </a:prstGeom>
          <a:solidFill>
            <a:srgbClr val="45818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2" name="Google Shape;1852;p68"/>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#45818e</a:t>
            </a:r>
          </a:p>
        </p:txBody>
      </p:sp>
      <p:sp>
        <p:nvSpPr>
          <p:cNvPr id="1853" name="Google Shape;1853;p68"/>
          <p:cNvSpPr/>
          <p:nvPr/>
        </p:nvSpPr>
        <p:spPr>
          <a:xfrm>
            <a:off x="2583563" y="3878275"/>
            <a:ext cx="791400" cy="754200"/>
          </a:xfrm>
          <a:prstGeom prst="roundRect">
            <a:avLst>
              <a:gd name="adj" fmla="val 16667"/>
            </a:avLst>
          </a:prstGeom>
          <a:solidFill>
            <a:srgbClr val="D9EAD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4" name="Google Shape;1854;p68"/>
          <p:cNvSpPr/>
          <p:nvPr/>
        </p:nvSpPr>
        <p:spPr>
          <a:xfrm>
            <a:off x="3645382" y="3878275"/>
            <a:ext cx="791400" cy="754200"/>
          </a:xfrm>
          <a:prstGeom prst="roundRect">
            <a:avLst>
              <a:gd name="adj" fmla="val 16667"/>
            </a:avLst>
          </a:prstGeom>
          <a:solidFill>
            <a:srgbClr val="88ADA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5" name="Google Shape;1855;p68"/>
          <p:cNvSpPr/>
          <p:nvPr/>
        </p:nvSpPr>
        <p:spPr>
          <a:xfrm>
            <a:off x="4707202" y="3878275"/>
            <a:ext cx="791400" cy="754200"/>
          </a:xfrm>
          <a:prstGeom prst="roundRect">
            <a:avLst>
              <a:gd name="adj" fmla="val 16667"/>
            </a:avLst>
          </a:prstGeom>
          <a:solidFill>
            <a:srgbClr val="F3F3F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6" name="Google Shape;1856;p68"/>
          <p:cNvSpPr txBox="1"/>
          <p:nvPr/>
        </p:nvSpPr>
        <p:spPr>
          <a:xfrm>
            <a:off x="2583563"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#d9ead3</a:t>
            </a:r>
          </a:p>
        </p:txBody>
      </p:sp>
      <p:sp>
        <p:nvSpPr>
          <p:cNvPr id="1857" name="Google Shape;1857;p68"/>
          <p:cNvSpPr txBox="1"/>
          <p:nvPr/>
        </p:nvSpPr>
        <p:spPr>
          <a:xfrm>
            <a:off x="3645388"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#88ada5</a:t>
            </a:r>
          </a:p>
        </p:txBody>
      </p:sp>
      <p:sp>
        <p:nvSpPr>
          <p:cNvPr id="1858" name="Google Shape;1858;p68"/>
          <p:cNvSpPr txBox="1"/>
          <p:nvPr/>
        </p:nvSpPr>
        <p:spPr>
          <a:xfrm>
            <a:off x="4707213"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#f3f3f3</a:t>
            </a:r>
          </a:p>
        </p:txBody>
      </p:sp>
      <p:sp>
        <p:nvSpPr>
          <p:cNvPr id="1859" name="Google Shape;1859;p68"/>
          <p:cNvSpPr/>
          <p:nvPr/>
        </p:nvSpPr>
        <p:spPr>
          <a:xfrm>
            <a:off x="5769038" y="387827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60" name="Google Shape;1860;p68"/>
          <p:cNvSpPr txBox="1"/>
          <p:nvPr/>
        </p:nvSpPr>
        <p:spPr>
          <a:xfrm>
            <a:off x="5769038"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#ffffff</a:t>
            </a:r>
          </a:p>
        </p:txBody>
      </p:sp>
      <p:sp>
        <p:nvSpPr>
          <p:cNvPr id="1861" name="Google Shape;1861;p68"/>
          <p:cNvSpPr/>
          <p:nvPr/>
        </p:nvSpPr>
        <p:spPr>
          <a:xfrm>
            <a:off x="6299950" y="2947175"/>
            <a:ext cx="791400" cy="754200"/>
          </a:xfrm>
          <a:prstGeom prst="roundRect">
            <a:avLst>
              <a:gd name="adj" fmla="val 16667"/>
            </a:avLst>
          </a:prstGeom>
          <a:solidFill>
            <a:srgbClr val="76A5A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62" name="Google Shape;1862;p68"/>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#76a5af</a:t>
            </a:r>
          </a:p>
        </p:txBody>
      </p:sp>
      <p:sp>
        <p:nvSpPr>
          <p:cNvPr id="1863" name="Google Shape;1863;p68"/>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Fonts &amp; colors used</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67"/>
        <p:cNvGrpSpPr/>
        <p:nvPr/>
      </p:nvGrpSpPr>
      <p:grpSpPr>
        <a:xfrm>
          <a:off x="0" y="0"/>
          <a:ext cx="0" cy="0"/>
          <a:chOff x="0" y="0"/>
          <a:chExt cx="0" cy="0"/>
        </a:xfrm>
      </p:grpSpPr>
      <p:sp>
        <p:nvSpPr>
          <p:cNvPr id="1868" name="Google Shape;1868;p69"/>
          <p:cNvSpPr txBox="1"/>
          <p:nvPr/>
        </p:nvSpPr>
        <p:spPr>
          <a:xfrm>
            <a:off x="1307550" y="1187975"/>
            <a:ext cx="6520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US" sz="1100" b="1" noProof="0" dirty="0">
                <a:solidFill>
                  <a:schemeClr val="dk2"/>
                </a:solidFill>
              </a:rPr>
              <a:t>h</a:t>
            </a:r>
            <a:r>
              <a:rPr lang="en-US" sz="1100" b="1" noProof="0" dirty="0">
                <a:solidFill>
                  <a:schemeClr val="dk2"/>
                </a:solidFill>
                <a:uFill>
                  <a:noFill/>
                </a:uFill>
                <a:hlinkClick r:id="rId3">
                  <a:extLst>
                    <a:ext uri="{A12FA001-AC4F-418D-AE19-62706E023703}">
                      <ahyp:hlinkClr xmlns:ahyp="http://schemas.microsoft.com/office/drawing/2018/hyperlinkcolor" val="tx"/>
                    </a:ext>
                  </a:extLst>
                </a:hlinkClick>
              </a:rPr>
              <a:t>ow it works</a:t>
            </a:r>
            <a:r>
              <a:rPr lang="en-US" sz="1100" noProof="0" dirty="0">
                <a:solidFill>
                  <a:schemeClr val="lt1"/>
                </a:solidFill>
                <a:uFill>
                  <a:noFill/>
                </a:uFill>
                <a:hlinkClick r:id="rId3">
                  <a:extLst>
                    <a:ext uri="{A12FA001-AC4F-418D-AE19-62706E023703}">
                      <ahyp:hlinkClr xmlns:ahyp="http://schemas.microsoft.com/office/drawing/2018/hyperlinkcolor" val="tx"/>
                    </a:ext>
                  </a:extLst>
                </a:hlinkClick>
              </a:rPr>
              <a:t>.</a:t>
            </a:r>
            <a:endParaRPr lang="en-US" sz="1100" noProof="0" dirty="0">
              <a:solidFill>
                <a:schemeClr val="lt1"/>
              </a:solidFill>
            </a:endParaRPr>
          </a:p>
        </p:txBody>
      </p:sp>
      <p:sp>
        <p:nvSpPr>
          <p:cNvPr id="1869" name="Google Shape;1869;p69"/>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err="1"/>
              <a:t>Storyset</a:t>
            </a:r>
            <a:endParaRPr lang="en-US" noProof="0" dirty="0"/>
          </a:p>
        </p:txBody>
      </p:sp>
      <p:pic>
        <p:nvPicPr>
          <p:cNvPr id="1870" name="Google Shape;1870;p69"/>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1871" name="Google Shape;1871;p69">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5">
                  <a:extLst>
                    <a:ext uri="{A12FA001-AC4F-418D-AE19-62706E023703}">
                      <ahyp:hlinkClr xmlns:ahyp="http://schemas.microsoft.com/office/drawing/2018/hyperlinkcolor" val="tx"/>
                    </a:ext>
                  </a:extLst>
                </a:hlinkClick>
              </a:rPr>
              <a:t>Pana</a:t>
            </a:r>
            <a:endParaRPr lang="en-US" b="1" noProof="0" dirty="0">
              <a:solidFill>
                <a:schemeClr val="dk2"/>
              </a:solidFill>
            </a:endParaRPr>
          </a:p>
        </p:txBody>
      </p:sp>
      <p:sp>
        <p:nvSpPr>
          <p:cNvPr id="1872" name="Google Shape;1872;p69">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6">
                  <a:extLst>
                    <a:ext uri="{A12FA001-AC4F-418D-AE19-62706E023703}">
                      <ahyp:hlinkClr xmlns:ahyp="http://schemas.microsoft.com/office/drawing/2018/hyperlinkcolor" val="tx"/>
                    </a:ext>
                  </a:extLst>
                </a:hlinkClick>
              </a:rPr>
              <a:t>Amico</a:t>
            </a:r>
            <a:endParaRPr lang="en-US" b="1" noProof="0" dirty="0">
              <a:solidFill>
                <a:schemeClr val="dk2"/>
              </a:solidFill>
            </a:endParaRPr>
          </a:p>
        </p:txBody>
      </p:sp>
      <p:sp>
        <p:nvSpPr>
          <p:cNvPr id="1873" name="Google Shape;1873;p69">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7">
                  <a:extLst>
                    <a:ext uri="{A12FA001-AC4F-418D-AE19-62706E023703}">
                      <ahyp:hlinkClr xmlns:ahyp="http://schemas.microsoft.com/office/drawing/2018/hyperlinkcolor" val="tx"/>
                    </a:ext>
                  </a:extLst>
                </a:hlinkClick>
              </a:rPr>
              <a:t>Bro</a:t>
            </a:r>
            <a:endParaRPr lang="en-US" b="1" noProof="0" dirty="0">
              <a:solidFill>
                <a:schemeClr val="dk2"/>
              </a:solidFill>
            </a:endParaRPr>
          </a:p>
        </p:txBody>
      </p:sp>
      <p:sp>
        <p:nvSpPr>
          <p:cNvPr id="1874" name="Google Shape;1874;p69">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8">
                  <a:extLst>
                    <a:ext uri="{A12FA001-AC4F-418D-AE19-62706E023703}">
                      <ahyp:hlinkClr xmlns:ahyp="http://schemas.microsoft.com/office/drawing/2018/hyperlinkcolor" val="tx"/>
                    </a:ext>
                  </a:extLst>
                </a:hlinkClick>
              </a:rPr>
              <a:t>Rafiki</a:t>
            </a:r>
            <a:endParaRPr lang="en-US" b="1" noProof="0" dirty="0">
              <a:solidFill>
                <a:schemeClr val="dk2"/>
              </a:solidFill>
            </a:endParaRPr>
          </a:p>
        </p:txBody>
      </p:sp>
      <p:pic>
        <p:nvPicPr>
          <p:cNvPr id="1875" name="Google Shape;1875;p69"/>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1876" name="Google Shape;1876;p69"/>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1877" name="Google Shape;1877;p69"/>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1878" name="Google Shape;1878;p69"/>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1879" name="Google Shape;1879;p69">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13">
                  <a:extLst>
                    <a:ext uri="{A12FA001-AC4F-418D-AE19-62706E023703}">
                      <ahyp:hlinkClr xmlns:ahyp="http://schemas.microsoft.com/office/drawing/2018/hyperlinkcolor" val="tx"/>
                    </a:ext>
                  </a:extLst>
                </a:hlinkClick>
              </a:rPr>
              <a:t>Cuate</a:t>
            </a:r>
            <a:endParaRPr lang="en-US" b="1" noProof="0" dirty="0">
              <a:solidFill>
                <a:schemeClr val="dk2"/>
              </a:solidFil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83"/>
        <p:cNvGrpSpPr/>
        <p:nvPr/>
      </p:nvGrpSpPr>
      <p:grpSpPr>
        <a:xfrm>
          <a:off x="0" y="0"/>
          <a:ext cx="0" cy="0"/>
          <a:chOff x="0" y="0"/>
          <a:chExt cx="0" cy="0"/>
        </a:xfrm>
      </p:grpSpPr>
      <p:grpSp>
        <p:nvGrpSpPr>
          <p:cNvPr id="1884" name="Google Shape;1884;p70"/>
          <p:cNvGrpSpPr/>
          <p:nvPr/>
        </p:nvGrpSpPr>
        <p:grpSpPr>
          <a:xfrm>
            <a:off x="5048544" y="3019584"/>
            <a:ext cx="442841" cy="514271"/>
            <a:chOff x="4727025" y="1332775"/>
            <a:chExt cx="59900" cy="69625"/>
          </a:xfrm>
        </p:grpSpPr>
        <p:sp>
          <p:nvSpPr>
            <p:cNvPr id="1885" name="Google Shape;1885;p70"/>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86" name="Google Shape;1886;p70"/>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87" name="Google Shape;1887;p70"/>
          <p:cNvGrpSpPr/>
          <p:nvPr/>
        </p:nvGrpSpPr>
        <p:grpSpPr>
          <a:xfrm>
            <a:off x="5723860" y="2267072"/>
            <a:ext cx="500909" cy="500899"/>
            <a:chOff x="4820425" y="1329900"/>
            <a:chExt cx="70175" cy="70350"/>
          </a:xfrm>
        </p:grpSpPr>
        <p:sp>
          <p:nvSpPr>
            <p:cNvPr id="1888" name="Google Shape;1888;p70"/>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89" name="Google Shape;1889;p70"/>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0" name="Google Shape;1890;p70"/>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1" name="Google Shape;1891;p70"/>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92" name="Google Shape;1892;p70"/>
          <p:cNvGrpSpPr/>
          <p:nvPr/>
        </p:nvGrpSpPr>
        <p:grpSpPr>
          <a:xfrm>
            <a:off x="6376484" y="2278862"/>
            <a:ext cx="538135" cy="493119"/>
            <a:chOff x="4903200" y="1331525"/>
            <a:chExt cx="73575" cy="67425"/>
          </a:xfrm>
        </p:grpSpPr>
        <p:sp>
          <p:nvSpPr>
            <p:cNvPr id="1893" name="Google Shape;1893;p70"/>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lang="en-US" noProof="0" dirty="0"/>
            </a:p>
          </p:txBody>
        </p:sp>
        <p:sp>
          <p:nvSpPr>
            <p:cNvPr id="1894" name="Google Shape;1894;p70"/>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95" name="Google Shape;1895;p70"/>
          <p:cNvGrpSpPr/>
          <p:nvPr/>
        </p:nvGrpSpPr>
        <p:grpSpPr>
          <a:xfrm>
            <a:off x="5636435" y="3020840"/>
            <a:ext cx="544563" cy="511895"/>
            <a:chOff x="4815575" y="1416800"/>
            <a:chExt cx="73750" cy="71400"/>
          </a:xfrm>
        </p:grpSpPr>
        <p:sp>
          <p:nvSpPr>
            <p:cNvPr id="1896" name="Google Shape;1896;p70"/>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7" name="Google Shape;1897;p70"/>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8" name="Google Shape;1898;p70"/>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99" name="Google Shape;1899;p70"/>
          <p:cNvGrpSpPr/>
          <p:nvPr/>
        </p:nvGrpSpPr>
        <p:grpSpPr>
          <a:xfrm>
            <a:off x="6333060" y="3020546"/>
            <a:ext cx="602914" cy="512477"/>
            <a:chOff x="4902475" y="1418875"/>
            <a:chExt cx="74500" cy="63775"/>
          </a:xfrm>
        </p:grpSpPr>
        <p:sp>
          <p:nvSpPr>
            <p:cNvPr id="1900" name="Google Shape;1900;p70"/>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1" name="Google Shape;1901;p70"/>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02" name="Google Shape;1902;p70"/>
          <p:cNvGrpSpPr/>
          <p:nvPr/>
        </p:nvGrpSpPr>
        <p:grpSpPr>
          <a:xfrm>
            <a:off x="5748932" y="3759785"/>
            <a:ext cx="515391" cy="525699"/>
            <a:chOff x="4818100" y="1507675"/>
            <a:chExt cx="71225" cy="71625"/>
          </a:xfrm>
        </p:grpSpPr>
        <p:sp>
          <p:nvSpPr>
            <p:cNvPr id="1903" name="Google Shape;1903;p70"/>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4" name="Google Shape;1904;p70"/>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5" name="Google Shape;1905;p70"/>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6" name="Google Shape;1906;p70"/>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07" name="Google Shape;1907;p70"/>
          <p:cNvGrpSpPr/>
          <p:nvPr/>
        </p:nvGrpSpPr>
        <p:grpSpPr>
          <a:xfrm>
            <a:off x="5087034" y="3781317"/>
            <a:ext cx="522956" cy="489869"/>
            <a:chOff x="4721450" y="1509475"/>
            <a:chExt cx="79350" cy="74325"/>
          </a:xfrm>
        </p:grpSpPr>
        <p:sp>
          <p:nvSpPr>
            <p:cNvPr id="1908" name="Google Shape;1908;p70"/>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9" name="Google Shape;1909;p70"/>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0" name="Google Shape;1910;p70"/>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1" name="Google Shape;1911;p70"/>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12" name="Google Shape;1912;p70"/>
          <p:cNvGrpSpPr/>
          <p:nvPr/>
        </p:nvGrpSpPr>
        <p:grpSpPr>
          <a:xfrm>
            <a:off x="6410277" y="3761069"/>
            <a:ext cx="525704" cy="535436"/>
            <a:chOff x="4906800" y="1507500"/>
            <a:chExt cx="70350" cy="71075"/>
          </a:xfrm>
        </p:grpSpPr>
        <p:sp>
          <p:nvSpPr>
            <p:cNvPr id="1913" name="Google Shape;1913;p70"/>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4" name="Google Shape;1914;p70"/>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5" name="Google Shape;1915;p70"/>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6" name="Google Shape;1916;p70"/>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7" name="Google Shape;1917;p70"/>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18" name="Google Shape;1918;p70"/>
          <p:cNvGrpSpPr/>
          <p:nvPr/>
        </p:nvGrpSpPr>
        <p:grpSpPr>
          <a:xfrm>
            <a:off x="4443099" y="2267050"/>
            <a:ext cx="508054" cy="508095"/>
            <a:chOff x="3736598" y="2170606"/>
            <a:chExt cx="404889" cy="404889"/>
          </a:xfrm>
        </p:grpSpPr>
        <p:sp>
          <p:nvSpPr>
            <p:cNvPr id="1919" name="Google Shape;1919;p70"/>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0" name="Google Shape;1920;p70"/>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1" name="Google Shape;1921;p70"/>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2" name="Google Shape;1922;p70"/>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23" name="Google Shape;1923;p70"/>
          <p:cNvGrpSpPr/>
          <p:nvPr/>
        </p:nvGrpSpPr>
        <p:grpSpPr>
          <a:xfrm>
            <a:off x="3731139" y="2267145"/>
            <a:ext cx="575790" cy="507904"/>
            <a:chOff x="3161917" y="2170682"/>
            <a:chExt cx="458870" cy="404737"/>
          </a:xfrm>
        </p:grpSpPr>
        <p:sp>
          <p:nvSpPr>
            <p:cNvPr id="1924" name="Google Shape;1924;p70"/>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lang="en-US" noProof="0" dirty="0"/>
            </a:p>
          </p:txBody>
        </p:sp>
        <p:sp>
          <p:nvSpPr>
            <p:cNvPr id="1925" name="Google Shape;1925;p70"/>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6" name="Google Shape;1926;p70"/>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27" name="Google Shape;1927;p70"/>
          <p:cNvGrpSpPr/>
          <p:nvPr/>
        </p:nvGrpSpPr>
        <p:grpSpPr>
          <a:xfrm>
            <a:off x="3758669" y="3027517"/>
            <a:ext cx="520730" cy="498567"/>
            <a:chOff x="3179914" y="2889488"/>
            <a:chExt cx="422876" cy="404911"/>
          </a:xfrm>
        </p:grpSpPr>
        <p:sp>
          <p:nvSpPr>
            <p:cNvPr id="1928" name="Google Shape;1928;p70"/>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9" name="Google Shape;1929;p70"/>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0" name="Google Shape;1930;p70"/>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1" name="Google Shape;1931;p70"/>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2" name="Google Shape;1932;p70"/>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3" name="Google Shape;1933;p70"/>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34" name="Google Shape;1934;p70"/>
          <p:cNvGrpSpPr/>
          <p:nvPr/>
        </p:nvGrpSpPr>
        <p:grpSpPr>
          <a:xfrm>
            <a:off x="4387349" y="3027477"/>
            <a:ext cx="516145" cy="498648"/>
            <a:chOff x="3729467" y="2889422"/>
            <a:chExt cx="419153" cy="404977"/>
          </a:xfrm>
        </p:grpSpPr>
        <p:sp>
          <p:nvSpPr>
            <p:cNvPr id="1935" name="Google Shape;1935;p70"/>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6" name="Google Shape;1936;p70"/>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7" name="Google Shape;1937;p70"/>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8" name="Google Shape;1938;p70"/>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9" name="Google Shape;1939;p70"/>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0" name="Google Shape;1940;p70"/>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1" name="Google Shape;1941;p70"/>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942" name="Google Shape;1942;p70"/>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3" name="Google Shape;1943;p70"/>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4" name="Google Shape;1944;p70"/>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5" name="Google Shape;1945;p70"/>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946" name="Google Shape;1946;p70"/>
          <p:cNvGrpSpPr/>
          <p:nvPr/>
        </p:nvGrpSpPr>
        <p:grpSpPr>
          <a:xfrm>
            <a:off x="7107677" y="2474362"/>
            <a:ext cx="166473" cy="141497"/>
            <a:chOff x="4660325" y="1866850"/>
            <a:chExt cx="68350" cy="58100"/>
          </a:xfrm>
        </p:grpSpPr>
        <p:sp>
          <p:nvSpPr>
            <p:cNvPr id="1947" name="Google Shape;1947;p70"/>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8" name="Google Shape;1948;p70"/>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49" name="Google Shape;1949;p70"/>
          <p:cNvGrpSpPr/>
          <p:nvPr/>
        </p:nvGrpSpPr>
        <p:grpSpPr>
          <a:xfrm>
            <a:off x="7417022" y="2500086"/>
            <a:ext cx="162515" cy="90049"/>
            <a:chOff x="4791775" y="1877500"/>
            <a:chExt cx="66725" cy="36975"/>
          </a:xfrm>
        </p:grpSpPr>
        <p:sp>
          <p:nvSpPr>
            <p:cNvPr id="1950" name="Google Shape;1950;p70"/>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51" name="Google Shape;1951;p70"/>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52" name="Google Shape;1952;p70"/>
          <p:cNvGrpSpPr/>
          <p:nvPr/>
        </p:nvGrpSpPr>
        <p:grpSpPr>
          <a:xfrm>
            <a:off x="7738734" y="2500086"/>
            <a:ext cx="144979" cy="90049"/>
            <a:chOff x="4923925" y="1877500"/>
            <a:chExt cx="59525" cy="36975"/>
          </a:xfrm>
        </p:grpSpPr>
        <p:sp>
          <p:nvSpPr>
            <p:cNvPr id="1953" name="Google Shape;1953;p70"/>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54" name="Google Shape;1954;p70"/>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55" name="Google Shape;1955;p70"/>
          <p:cNvGrpSpPr/>
          <p:nvPr/>
        </p:nvGrpSpPr>
        <p:grpSpPr>
          <a:xfrm>
            <a:off x="8033226" y="2482277"/>
            <a:ext cx="141447" cy="125667"/>
            <a:chOff x="5058450" y="1870100"/>
            <a:chExt cx="58075" cy="51600"/>
          </a:xfrm>
        </p:grpSpPr>
        <p:sp>
          <p:nvSpPr>
            <p:cNvPr id="1956" name="Google Shape;1956;p70"/>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57" name="Google Shape;1957;p70"/>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58" name="Google Shape;1958;p70"/>
          <p:cNvGrpSpPr/>
          <p:nvPr/>
        </p:nvGrpSpPr>
        <p:grpSpPr>
          <a:xfrm>
            <a:off x="7447741" y="2904685"/>
            <a:ext cx="101077" cy="107645"/>
            <a:chOff x="4811425" y="2065025"/>
            <a:chExt cx="41500" cy="44200"/>
          </a:xfrm>
        </p:grpSpPr>
        <p:sp>
          <p:nvSpPr>
            <p:cNvPr id="1959" name="Google Shape;1959;p70"/>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0" name="Google Shape;1960;p70"/>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61" name="Google Shape;1961;p70"/>
          <p:cNvGrpSpPr/>
          <p:nvPr/>
        </p:nvGrpSpPr>
        <p:grpSpPr>
          <a:xfrm>
            <a:off x="7740178" y="2904898"/>
            <a:ext cx="120867" cy="107218"/>
            <a:chOff x="4929875" y="2065025"/>
            <a:chExt cx="49625" cy="44025"/>
          </a:xfrm>
        </p:grpSpPr>
        <p:sp>
          <p:nvSpPr>
            <p:cNvPr id="1962" name="Google Shape;1962;p70"/>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3" name="Google Shape;1963;p70"/>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64" name="Google Shape;1964;p70"/>
          <p:cNvGrpSpPr/>
          <p:nvPr/>
        </p:nvGrpSpPr>
        <p:grpSpPr>
          <a:xfrm>
            <a:off x="8068847" y="2907912"/>
            <a:ext cx="70206" cy="101191"/>
            <a:chOff x="5083925" y="2066350"/>
            <a:chExt cx="28825" cy="41550"/>
          </a:xfrm>
        </p:grpSpPr>
        <p:sp>
          <p:nvSpPr>
            <p:cNvPr id="1965" name="Google Shape;1965;p70"/>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6" name="Google Shape;1966;p70"/>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67" name="Google Shape;1967;p70"/>
          <p:cNvGrpSpPr/>
          <p:nvPr/>
        </p:nvGrpSpPr>
        <p:grpSpPr>
          <a:xfrm>
            <a:off x="7100401" y="2923559"/>
            <a:ext cx="181026" cy="69896"/>
            <a:chOff x="4659775" y="2072775"/>
            <a:chExt cx="74325" cy="28700"/>
          </a:xfrm>
        </p:grpSpPr>
        <p:sp>
          <p:nvSpPr>
            <p:cNvPr id="1968" name="Google Shape;1968;p70"/>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9" name="Google Shape;1969;p70"/>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0" name="Google Shape;1970;p70"/>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71" name="Google Shape;1971;p70"/>
          <p:cNvGrpSpPr/>
          <p:nvPr/>
        </p:nvGrpSpPr>
        <p:grpSpPr>
          <a:xfrm>
            <a:off x="8020257" y="2714124"/>
            <a:ext cx="167387" cy="89197"/>
            <a:chOff x="4662475" y="1976500"/>
            <a:chExt cx="68725" cy="36625"/>
          </a:xfrm>
        </p:grpSpPr>
        <p:sp>
          <p:nvSpPr>
            <p:cNvPr id="1972" name="Google Shape;1972;p70"/>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3" name="Google Shape;1973;p70"/>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4" name="Google Shape;1974;p70"/>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75" name="Google Shape;1975;p70"/>
          <p:cNvGrpSpPr/>
          <p:nvPr/>
        </p:nvGrpSpPr>
        <p:grpSpPr>
          <a:xfrm>
            <a:off x="7717162" y="2717564"/>
            <a:ext cx="166899" cy="82317"/>
            <a:chOff x="4920150" y="1977875"/>
            <a:chExt cx="68525" cy="33800"/>
          </a:xfrm>
        </p:grpSpPr>
        <p:sp>
          <p:nvSpPr>
            <p:cNvPr id="1976" name="Google Shape;1976;p70"/>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7" name="Google Shape;1977;p70"/>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8" name="Google Shape;1978;p70"/>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79" name="Google Shape;1979;p70"/>
          <p:cNvGrpSpPr/>
          <p:nvPr/>
        </p:nvGrpSpPr>
        <p:grpSpPr>
          <a:xfrm>
            <a:off x="7128319" y="3121482"/>
            <a:ext cx="125190" cy="127858"/>
            <a:chOff x="4676550" y="2160575"/>
            <a:chExt cx="51400" cy="52500"/>
          </a:xfrm>
        </p:grpSpPr>
        <p:sp>
          <p:nvSpPr>
            <p:cNvPr id="1980" name="Google Shape;1980;p70"/>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1" name="Google Shape;1981;p70"/>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2" name="Google Shape;1982;p70"/>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83" name="Google Shape;1983;p70"/>
          <p:cNvGrpSpPr/>
          <p:nvPr/>
        </p:nvGrpSpPr>
        <p:grpSpPr>
          <a:xfrm>
            <a:off x="7425577" y="3128514"/>
            <a:ext cx="145405" cy="113794"/>
            <a:chOff x="4768325" y="2163475"/>
            <a:chExt cx="59700" cy="46725"/>
          </a:xfrm>
        </p:grpSpPr>
        <p:sp>
          <p:nvSpPr>
            <p:cNvPr id="1984" name="Google Shape;1984;p70"/>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5" name="Google Shape;1985;p70"/>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986" name="Google Shape;1986;p70"/>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7" name="Google Shape;1987;p70"/>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8" name="Google Shape;1988;p70"/>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9" name="Google Shape;1989;p70"/>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0" name="Google Shape;1990;p70"/>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1" name="Google Shape;1991;p70"/>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992" name="Google Shape;1992;p70"/>
          <p:cNvGrpSpPr/>
          <p:nvPr/>
        </p:nvGrpSpPr>
        <p:grpSpPr>
          <a:xfrm>
            <a:off x="7441895" y="3383608"/>
            <a:ext cx="112768" cy="106853"/>
            <a:chOff x="4768575" y="2253950"/>
            <a:chExt cx="46300" cy="43875"/>
          </a:xfrm>
        </p:grpSpPr>
        <p:sp>
          <p:nvSpPr>
            <p:cNvPr id="1993" name="Google Shape;1993;p70"/>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4" name="Google Shape;1994;p70"/>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95" name="Google Shape;1995;p70"/>
          <p:cNvGrpSpPr/>
          <p:nvPr/>
        </p:nvGrpSpPr>
        <p:grpSpPr>
          <a:xfrm>
            <a:off x="7741518" y="3872634"/>
            <a:ext cx="118187" cy="146246"/>
            <a:chOff x="4960900" y="2433225"/>
            <a:chExt cx="48525" cy="60050"/>
          </a:xfrm>
        </p:grpSpPr>
        <p:sp>
          <p:nvSpPr>
            <p:cNvPr id="1996" name="Google Shape;1996;p70"/>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7" name="Google Shape;1997;p70"/>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98" name="Google Shape;1998;p70"/>
          <p:cNvGrpSpPr/>
          <p:nvPr/>
        </p:nvGrpSpPr>
        <p:grpSpPr>
          <a:xfrm>
            <a:off x="7430083" y="4136695"/>
            <a:ext cx="136394" cy="143810"/>
            <a:chOff x="4854075" y="2527625"/>
            <a:chExt cx="56000" cy="59050"/>
          </a:xfrm>
        </p:grpSpPr>
        <p:sp>
          <p:nvSpPr>
            <p:cNvPr id="1999" name="Google Shape;1999;p70"/>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0" name="Google Shape;2000;p70"/>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001" name="Google Shape;2001;p70"/>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2" name="Google Shape;2002;p70"/>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3" name="Google Shape;2003;p70"/>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004" name="Google Shape;2004;p70"/>
          <p:cNvGrpSpPr/>
          <p:nvPr/>
        </p:nvGrpSpPr>
        <p:grpSpPr>
          <a:xfrm>
            <a:off x="8054294" y="3600439"/>
            <a:ext cx="99312" cy="160797"/>
            <a:chOff x="5059700" y="2334775"/>
            <a:chExt cx="40775" cy="66025"/>
          </a:xfrm>
        </p:grpSpPr>
        <p:sp>
          <p:nvSpPr>
            <p:cNvPr id="2005" name="Google Shape;2005;p70"/>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6" name="Google Shape;2006;p70"/>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7" name="Google Shape;2007;p70"/>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8" name="Google Shape;2008;p70"/>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9" name="Google Shape;2009;p70"/>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0" name="Google Shape;2010;p70"/>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1" name="Google Shape;2011;p70"/>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2" name="Google Shape;2012;p70"/>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3" name="Google Shape;2013;p70"/>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014" name="Google Shape;2014;p70"/>
          <p:cNvGrpSpPr/>
          <p:nvPr/>
        </p:nvGrpSpPr>
        <p:grpSpPr>
          <a:xfrm>
            <a:off x="8011458" y="3865571"/>
            <a:ext cx="184984" cy="160371"/>
            <a:chOff x="5037700" y="2430325"/>
            <a:chExt cx="75950" cy="65850"/>
          </a:xfrm>
        </p:grpSpPr>
        <p:sp>
          <p:nvSpPr>
            <p:cNvPr id="2015" name="Google Shape;2015;p70"/>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6" name="Google Shape;2016;p70"/>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017" name="Google Shape;2017;p70"/>
          <p:cNvGrpSpPr/>
          <p:nvPr/>
        </p:nvGrpSpPr>
        <p:grpSpPr>
          <a:xfrm>
            <a:off x="7430964" y="3632023"/>
            <a:ext cx="173014" cy="97629"/>
            <a:chOff x="4756975" y="2341800"/>
            <a:chExt cx="91975" cy="51925"/>
          </a:xfrm>
        </p:grpSpPr>
        <p:sp>
          <p:nvSpPr>
            <p:cNvPr id="2018" name="Google Shape;2018;p70"/>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9" name="Google Shape;2019;p70"/>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0" name="Google Shape;2020;p70"/>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1" name="Google Shape;2021;p70"/>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2" name="Google Shape;2022;p70"/>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3" name="Google Shape;2023;p70"/>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4" name="Google Shape;2024;p70"/>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5" name="Google Shape;2025;p70"/>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6" name="Google Shape;2026;p70"/>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7" name="Google Shape;2027;p70"/>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8" name="Google Shape;2028;p70"/>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9" name="Google Shape;2029;p70"/>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0" name="Google Shape;2030;p70"/>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1" name="Google Shape;2031;p70"/>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2" name="Google Shape;2032;p70"/>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3" name="Google Shape;2033;p70"/>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4" name="Google Shape;2034;p70"/>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5" name="Google Shape;2035;p70"/>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6" name="Google Shape;2036;p70"/>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7" name="Google Shape;2037;p70"/>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038" name="Google Shape;2038;p70"/>
          <p:cNvGrpSpPr/>
          <p:nvPr/>
        </p:nvGrpSpPr>
        <p:grpSpPr>
          <a:xfrm>
            <a:off x="7697901" y="4120720"/>
            <a:ext cx="212497" cy="175761"/>
            <a:chOff x="4943575" y="2516350"/>
            <a:chExt cx="98675" cy="81700"/>
          </a:xfrm>
        </p:grpSpPr>
        <p:sp>
          <p:nvSpPr>
            <p:cNvPr id="2039" name="Google Shape;2039;p70"/>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0" name="Google Shape;2040;p70"/>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1" name="Google Shape;2041;p70"/>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2" name="Google Shape;2042;p70"/>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3" name="Google Shape;2043;p70"/>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4" name="Google Shape;2044;p70"/>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5" name="Google Shape;2045;p70"/>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6" name="Google Shape;2046;p70"/>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7" name="Google Shape;2047;p70"/>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8" name="Google Shape;2048;p70"/>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9" name="Google Shape;2049;p70"/>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0" name="Google Shape;2050;p70"/>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1" name="Google Shape;2051;p70"/>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2" name="Google Shape;2052;p70"/>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3" name="Google Shape;2053;p70"/>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4" name="Google Shape;2054;p70"/>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5" name="Google Shape;2055;p70"/>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6" name="Google Shape;2056;p70"/>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7" name="Google Shape;2057;p70"/>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8" name="Google Shape;2058;p70"/>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9" name="Google Shape;2059;p70"/>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0" name="Google Shape;2060;p70"/>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1" name="Google Shape;2061;p70"/>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2" name="Google Shape;2062;p70"/>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3" name="Google Shape;2063;p70"/>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4" name="Google Shape;2064;p70"/>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5" name="Google Shape;2065;p70"/>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6" name="Google Shape;2066;p70"/>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7" name="Google Shape;2067;p70"/>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8" name="Google Shape;2068;p70"/>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9" name="Google Shape;2069;p70"/>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0" name="Google Shape;2070;p70"/>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1" name="Google Shape;2071;p70"/>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2" name="Google Shape;2072;p70"/>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3" name="Google Shape;2073;p70"/>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4" name="Google Shape;2074;p70"/>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5" name="Google Shape;2075;p70"/>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6" name="Google Shape;2076;p70"/>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7" name="Google Shape;2077;p70"/>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8" name="Google Shape;2078;p70"/>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9" name="Google Shape;2079;p70"/>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0" name="Google Shape;2080;p70"/>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1" name="Google Shape;2081;p70"/>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2" name="Google Shape;2082;p70"/>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3" name="Google Shape;2083;p70"/>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4" name="Google Shape;2084;p70"/>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5" name="Google Shape;2085;p70"/>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6" name="Google Shape;2086;p70"/>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7" name="Google Shape;2087;p70"/>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8" name="Google Shape;2088;p70"/>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9" name="Google Shape;2089;p70"/>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0" name="Google Shape;2090;p70"/>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1" name="Google Shape;2091;p70"/>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2" name="Google Shape;2092;p70"/>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3" name="Google Shape;2093;p70"/>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4" name="Google Shape;2094;p70"/>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5" name="Google Shape;2095;p70"/>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6" name="Google Shape;2096;p70"/>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7" name="Google Shape;2097;p70"/>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8" name="Google Shape;2098;p70"/>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9" name="Google Shape;2099;p70"/>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0" name="Google Shape;2100;p70"/>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1" name="Google Shape;2101;p70"/>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2" name="Google Shape;2102;p70"/>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3" name="Google Shape;2103;p70"/>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4" name="Google Shape;2104;p70"/>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5" name="Google Shape;2105;p70"/>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6" name="Google Shape;2106;p70"/>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7" name="Google Shape;2107;p70"/>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8" name="Google Shape;2108;p70"/>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9" name="Google Shape;2109;p70"/>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0" name="Google Shape;2110;p70"/>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1" name="Google Shape;2111;p70"/>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2" name="Google Shape;2112;p70"/>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3" name="Google Shape;2113;p70"/>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4" name="Google Shape;2114;p70"/>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5" name="Google Shape;2115;p70"/>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6" name="Google Shape;2116;p70"/>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17" name="Google Shape;2117;p70"/>
          <p:cNvGrpSpPr/>
          <p:nvPr/>
        </p:nvGrpSpPr>
        <p:grpSpPr>
          <a:xfrm>
            <a:off x="1955962" y="3346963"/>
            <a:ext cx="965351" cy="134611"/>
            <a:chOff x="4411970" y="2962952"/>
            <a:chExt cx="706544" cy="104212"/>
          </a:xfrm>
        </p:grpSpPr>
        <p:sp>
          <p:nvSpPr>
            <p:cNvPr id="2118" name="Google Shape;2118;p70"/>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9" name="Google Shape;2119;p70"/>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0" name="Google Shape;2120;p70"/>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1" name="Google Shape;2121;p70"/>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22" name="Google Shape;2122;p70"/>
          <p:cNvGrpSpPr/>
          <p:nvPr/>
        </p:nvGrpSpPr>
        <p:grpSpPr>
          <a:xfrm>
            <a:off x="1955962" y="2935877"/>
            <a:ext cx="960158" cy="289172"/>
            <a:chOff x="4411970" y="2726085"/>
            <a:chExt cx="643107" cy="193659"/>
          </a:xfrm>
        </p:grpSpPr>
        <p:sp>
          <p:nvSpPr>
            <p:cNvPr id="2123" name="Google Shape;2123;p70"/>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4" name="Google Shape;2124;p70"/>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5" name="Google Shape;2125;p70"/>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26" name="Google Shape;2126;p70"/>
          <p:cNvGrpSpPr/>
          <p:nvPr/>
        </p:nvGrpSpPr>
        <p:grpSpPr>
          <a:xfrm>
            <a:off x="958854" y="3201987"/>
            <a:ext cx="833173" cy="259209"/>
            <a:chOff x="4411970" y="4340222"/>
            <a:chExt cx="779467" cy="242683"/>
          </a:xfrm>
        </p:grpSpPr>
        <p:sp>
          <p:nvSpPr>
            <p:cNvPr id="2127" name="Google Shape;2127;p70"/>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8" name="Google Shape;2128;p70"/>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9" name="Google Shape;2129;p70"/>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30" name="Google Shape;2130;p70"/>
          <p:cNvGrpSpPr/>
          <p:nvPr/>
        </p:nvGrpSpPr>
        <p:grpSpPr>
          <a:xfrm>
            <a:off x="1955962" y="2597733"/>
            <a:ext cx="965160" cy="216230"/>
            <a:chOff x="4411970" y="2468674"/>
            <a:chExt cx="747317" cy="167425"/>
          </a:xfrm>
        </p:grpSpPr>
        <p:sp>
          <p:nvSpPr>
            <p:cNvPr id="2131" name="Google Shape;2131;p70"/>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2" name="Google Shape;2132;p70"/>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33" name="Google Shape;2133;p70"/>
          <p:cNvGrpSpPr/>
          <p:nvPr/>
        </p:nvGrpSpPr>
        <p:grpSpPr>
          <a:xfrm>
            <a:off x="954709" y="2502450"/>
            <a:ext cx="810451" cy="319148"/>
            <a:chOff x="4411970" y="3686602"/>
            <a:chExt cx="797845" cy="314215"/>
          </a:xfrm>
        </p:grpSpPr>
        <p:sp>
          <p:nvSpPr>
            <p:cNvPr id="2134" name="Google Shape;2134;p70"/>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5" name="Google Shape;2135;p70"/>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6" name="Google Shape;2136;p70"/>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7" name="Google Shape;2137;p70"/>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8" name="Google Shape;2138;p70"/>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139" name="Google Shape;2139;p70"/>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140" name="Google Shape;2140;p70"/>
          <p:cNvGrpSpPr/>
          <p:nvPr/>
        </p:nvGrpSpPr>
        <p:grpSpPr>
          <a:xfrm>
            <a:off x="954806" y="2256974"/>
            <a:ext cx="1970333" cy="208784"/>
            <a:chOff x="6336019" y="3733725"/>
            <a:chExt cx="2566206" cy="351310"/>
          </a:xfrm>
        </p:grpSpPr>
        <p:sp>
          <p:nvSpPr>
            <p:cNvPr id="2141" name="Google Shape;2141;p70"/>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2" name="Google Shape;2142;p70"/>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3" name="Google Shape;2143;p70"/>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4" name="Google Shape;2144;p70"/>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45" name="Google Shape;2145;p70"/>
          <p:cNvGrpSpPr/>
          <p:nvPr/>
        </p:nvGrpSpPr>
        <p:grpSpPr>
          <a:xfrm>
            <a:off x="1955962" y="3864529"/>
            <a:ext cx="946551" cy="153200"/>
            <a:chOff x="4404545" y="3301592"/>
            <a:chExt cx="782403" cy="129272"/>
          </a:xfrm>
        </p:grpSpPr>
        <p:sp>
          <p:nvSpPr>
            <p:cNvPr id="2146" name="Google Shape;2146;p70"/>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7" name="Google Shape;2147;p70"/>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48" name="Google Shape;2148;p70"/>
          <p:cNvGrpSpPr/>
          <p:nvPr/>
        </p:nvGrpSpPr>
        <p:grpSpPr>
          <a:xfrm>
            <a:off x="1955962" y="3603488"/>
            <a:ext cx="962257" cy="139127"/>
            <a:chOff x="4411970" y="3131459"/>
            <a:chExt cx="710520" cy="117397"/>
          </a:xfrm>
        </p:grpSpPr>
        <p:sp>
          <p:nvSpPr>
            <p:cNvPr id="2149" name="Google Shape;2149;p70"/>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50" name="Google Shape;2150;p70"/>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151" name="Google Shape;2151;p70"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152" name="Google Shape;2152;p70"/>
          <p:cNvGrpSpPr/>
          <p:nvPr/>
        </p:nvGrpSpPr>
        <p:grpSpPr>
          <a:xfrm>
            <a:off x="956107" y="3538282"/>
            <a:ext cx="823838" cy="458988"/>
            <a:chOff x="4411970" y="1801825"/>
            <a:chExt cx="734586" cy="409262"/>
          </a:xfrm>
        </p:grpSpPr>
        <p:sp>
          <p:nvSpPr>
            <p:cNvPr id="2153" name="Google Shape;2153;p70"/>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54" name="Google Shape;2154;p70"/>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55" name="Google Shape;2155;p70"/>
          <p:cNvGrpSpPr/>
          <p:nvPr/>
        </p:nvGrpSpPr>
        <p:grpSpPr>
          <a:xfrm>
            <a:off x="956107" y="4086708"/>
            <a:ext cx="856348" cy="212039"/>
            <a:chOff x="4411970" y="2233974"/>
            <a:chExt cx="763574" cy="189068"/>
          </a:xfrm>
        </p:grpSpPr>
        <p:sp>
          <p:nvSpPr>
            <p:cNvPr id="2156" name="Google Shape;2156;p70"/>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57" name="Google Shape;2157;p70"/>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58" name="Google Shape;2158;p70"/>
          <p:cNvGrpSpPr/>
          <p:nvPr/>
        </p:nvGrpSpPr>
        <p:grpSpPr>
          <a:xfrm>
            <a:off x="3066303" y="2262044"/>
            <a:ext cx="511602" cy="511602"/>
            <a:chOff x="5681300" y="2527788"/>
            <a:chExt cx="805800" cy="805800"/>
          </a:xfrm>
        </p:grpSpPr>
        <p:sp>
          <p:nvSpPr>
            <p:cNvPr id="2159" name="Google Shape;2159;p70"/>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0" name="Google Shape;2160;p70"/>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61" name="Google Shape;2161;p70"/>
          <p:cNvGrpSpPr/>
          <p:nvPr/>
        </p:nvGrpSpPr>
        <p:grpSpPr>
          <a:xfrm>
            <a:off x="3063497" y="3028627"/>
            <a:ext cx="513021" cy="512935"/>
            <a:chOff x="4049800" y="640400"/>
            <a:chExt cx="858900" cy="858900"/>
          </a:xfrm>
        </p:grpSpPr>
        <p:sp>
          <p:nvSpPr>
            <p:cNvPr id="2162" name="Google Shape;2162;p70"/>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3" name="Google Shape;2163;p70"/>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64" name="Google Shape;2164;p70"/>
          <p:cNvGrpSpPr/>
          <p:nvPr/>
        </p:nvGrpSpPr>
        <p:grpSpPr>
          <a:xfrm>
            <a:off x="2980696" y="3680519"/>
            <a:ext cx="686489" cy="686585"/>
            <a:chOff x="5080188" y="927900"/>
            <a:chExt cx="961200" cy="961200"/>
          </a:xfrm>
        </p:grpSpPr>
        <p:sp>
          <p:nvSpPr>
            <p:cNvPr id="2165" name="Google Shape;2165;p70"/>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6" name="Google Shape;2166;p70"/>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7" name="Google Shape;2167;p70"/>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8" name="Google Shape;2168;p70"/>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9" name="Google Shape;2169;p70"/>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0" name="Google Shape;2170;p70"/>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1" name="Google Shape;2171;p70"/>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2" name="Google Shape;2172;p70"/>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73" name="Google Shape;2173;p70"/>
          <p:cNvGrpSpPr/>
          <p:nvPr/>
        </p:nvGrpSpPr>
        <p:grpSpPr>
          <a:xfrm>
            <a:off x="3763848" y="3773248"/>
            <a:ext cx="510373" cy="510937"/>
            <a:chOff x="7508249" y="1522825"/>
            <a:chExt cx="1326332" cy="1322987"/>
          </a:xfrm>
        </p:grpSpPr>
        <p:sp>
          <p:nvSpPr>
            <p:cNvPr id="2174" name="Google Shape;2174;p70"/>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5" name="Google Shape;2175;p70"/>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6" name="Google Shape;2176;p70"/>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7" name="Google Shape;2177;p70"/>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8" name="Google Shape;2178;p70"/>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9" name="Google Shape;2179;p70"/>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0" name="Google Shape;2180;p70"/>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1" name="Google Shape;2181;p70"/>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2" name="Google Shape;2182;p70"/>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3" name="Google Shape;2183;p70"/>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84" name="Google Shape;2184;p70"/>
          <p:cNvGrpSpPr/>
          <p:nvPr/>
        </p:nvGrpSpPr>
        <p:grpSpPr>
          <a:xfrm>
            <a:off x="4455441" y="3774653"/>
            <a:ext cx="492652" cy="503348"/>
            <a:chOff x="6039282" y="1042577"/>
            <a:chExt cx="734315" cy="731929"/>
          </a:xfrm>
        </p:grpSpPr>
        <p:sp>
          <p:nvSpPr>
            <p:cNvPr id="2185" name="Google Shape;2185;p70"/>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6" name="Google Shape;2186;p70"/>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7" name="Google Shape;2187;p70"/>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8" name="Google Shape;2188;p70"/>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9" name="Google Shape;2189;p70"/>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0" name="Google Shape;2190;p70"/>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1" name="Google Shape;2191;p70"/>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2" name="Google Shape;2192;p70"/>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3" name="Google Shape;2193;p70"/>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4" name="Google Shape;2194;p70"/>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5" name="Google Shape;2195;p70"/>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6" name="Google Shape;2196;p70"/>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7" name="Google Shape;2197;p70"/>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8" name="Google Shape;2198;p70"/>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9" name="Google Shape;2199;p70"/>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0" name="Google Shape;2200;p70"/>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1" name="Google Shape;2201;p70"/>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2" name="Google Shape;2202;p70"/>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3" name="Google Shape;2203;p70"/>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4" name="Google Shape;2204;p70"/>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5" name="Google Shape;2205;p70"/>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06" name="Google Shape;2206;p70"/>
          <p:cNvGrpSpPr/>
          <p:nvPr/>
        </p:nvGrpSpPr>
        <p:grpSpPr>
          <a:xfrm>
            <a:off x="5095855" y="2270694"/>
            <a:ext cx="483304" cy="504902"/>
            <a:chOff x="1825800" y="1651625"/>
            <a:chExt cx="568125" cy="591775"/>
          </a:xfrm>
        </p:grpSpPr>
        <p:sp>
          <p:nvSpPr>
            <p:cNvPr id="2207" name="Google Shape;2207;p70"/>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8" name="Google Shape;2208;p70"/>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9" name="Google Shape;2209;p70"/>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0" name="Google Shape;2210;p70"/>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1" name="Google Shape;2211;p70"/>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2" name="Google Shape;2212;p70"/>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213" name="Google Shape;2213;p70"/>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4" name="Google Shape;2214;p70"/>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5" name="Google Shape;2215;p70"/>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6" name="Google Shape;2216;p70"/>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7" name="Google Shape;2217;p70"/>
          <p:cNvSpPr txBox="1"/>
          <p:nvPr/>
        </p:nvSpPr>
        <p:spPr>
          <a:xfrm>
            <a:off x="723350" y="1187975"/>
            <a:ext cx="7697100" cy="814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You can easily </a:t>
            </a:r>
            <a:r>
              <a:rPr lang="en-US" sz="1100" b="1" noProof="0" dirty="0">
                <a:solidFill>
                  <a:schemeClr val="dk2"/>
                </a:solidFill>
              </a:rPr>
              <a:t>resize </a:t>
            </a:r>
            <a:r>
              <a:rPr lang="en-US" sz="1100" noProof="0" dirty="0">
                <a:solidFill>
                  <a:schemeClr val="lt1"/>
                </a:solidFill>
              </a:rPr>
              <a:t>these resources without losing quality. To </a:t>
            </a:r>
            <a:r>
              <a:rPr lang="en-US" sz="1100" b="1" noProof="0" dirty="0">
                <a:solidFill>
                  <a:schemeClr val="dk2"/>
                </a:solidFill>
              </a:rPr>
              <a:t>change the color</a:t>
            </a:r>
            <a:r>
              <a:rPr lang="en-US" sz="1100" noProof="0" dirty="0">
                <a:solidFill>
                  <a:schemeClr val="lt1"/>
                </a:solidFill>
              </a:rPr>
              <a:t>, just ungroup the resource and click on the object you want to change. Then, click on the paint bucket and select the color you want. Group the resource again when you’re done. You can also look for more </a:t>
            </a:r>
            <a:r>
              <a:rPr lang="en-US" sz="1100" b="1" noProof="0" dirty="0">
                <a:solidFill>
                  <a:schemeClr val="dk2"/>
                </a:solidFill>
                <a:uFill>
                  <a:noFill/>
                </a:uFill>
                <a:hlinkClick r:id="rId3">
                  <a:extLst>
                    <a:ext uri="{A12FA001-AC4F-418D-AE19-62706E023703}">
                      <ahyp:hlinkClr xmlns:ahyp="http://schemas.microsoft.com/office/drawing/2018/hyperlinkcolor" val="tx"/>
                    </a:ext>
                  </a:extLst>
                </a:hlinkClick>
              </a:rPr>
              <a:t>infographics</a:t>
            </a:r>
            <a:r>
              <a:rPr lang="en-US" sz="1100" b="1" noProof="0" dirty="0">
                <a:solidFill>
                  <a:schemeClr val="dk2"/>
                </a:solidFill>
              </a:rPr>
              <a:t> </a:t>
            </a:r>
            <a:r>
              <a:rPr lang="en-US" sz="1100" noProof="0" dirty="0">
                <a:solidFill>
                  <a:schemeClr val="lt1"/>
                </a:solidFill>
              </a:rPr>
              <a:t>on </a:t>
            </a:r>
            <a:r>
              <a:rPr lang="en-US" sz="1100" noProof="0" dirty="0" err="1">
                <a:solidFill>
                  <a:schemeClr val="lt1"/>
                </a:solidFill>
              </a:rPr>
              <a:t>Slidesgo</a:t>
            </a:r>
            <a:r>
              <a:rPr lang="en-US" sz="1100" noProof="0" dirty="0">
                <a:solidFill>
                  <a:schemeClr val="lt1"/>
                </a:solidFill>
              </a:rPr>
              <a:t>.</a:t>
            </a:r>
          </a:p>
        </p:txBody>
      </p:sp>
      <p:sp>
        <p:nvSpPr>
          <p:cNvPr id="2218" name="Google Shape;2218;p70"/>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Use our editable graphic resources...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Shape 2222"/>
        <p:cNvGrpSpPr/>
        <p:nvPr/>
      </p:nvGrpSpPr>
      <p:grpSpPr>
        <a:xfrm>
          <a:off x="0" y="0"/>
          <a:ext cx="0" cy="0"/>
          <a:chOff x="0" y="0"/>
          <a:chExt cx="0" cy="0"/>
        </a:xfrm>
      </p:grpSpPr>
      <p:grpSp>
        <p:nvGrpSpPr>
          <p:cNvPr id="2223" name="Google Shape;2223;p71"/>
          <p:cNvGrpSpPr/>
          <p:nvPr/>
        </p:nvGrpSpPr>
        <p:grpSpPr>
          <a:xfrm>
            <a:off x="722059" y="955168"/>
            <a:ext cx="2492868" cy="1379876"/>
            <a:chOff x="2654821" y="2311071"/>
            <a:chExt cx="2279715" cy="1262120"/>
          </a:xfrm>
        </p:grpSpPr>
        <p:grpSp>
          <p:nvGrpSpPr>
            <p:cNvPr id="2224" name="Google Shape;2224;p71"/>
            <p:cNvGrpSpPr/>
            <p:nvPr/>
          </p:nvGrpSpPr>
          <p:grpSpPr>
            <a:xfrm>
              <a:off x="4034269" y="2840745"/>
              <a:ext cx="40212" cy="36437"/>
              <a:chOff x="4293400" y="2574725"/>
              <a:chExt cx="84425" cy="80100"/>
            </a:xfrm>
          </p:grpSpPr>
          <p:sp>
            <p:nvSpPr>
              <p:cNvPr id="2225" name="Google Shape;2225;p71"/>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US" noProof="0" dirty="0"/>
              </a:p>
            </p:txBody>
          </p:sp>
          <p:sp>
            <p:nvSpPr>
              <p:cNvPr id="2226" name="Google Shape;2226;p71"/>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27" name="Google Shape;2227;p71"/>
            <p:cNvGrpSpPr/>
            <p:nvPr/>
          </p:nvGrpSpPr>
          <p:grpSpPr>
            <a:xfrm>
              <a:off x="3894606" y="2334874"/>
              <a:ext cx="913198" cy="518984"/>
              <a:chOff x="4000175" y="1462675"/>
              <a:chExt cx="1917275" cy="1140875"/>
            </a:xfrm>
          </p:grpSpPr>
          <p:sp>
            <p:nvSpPr>
              <p:cNvPr id="2228" name="Google Shape;2228;p71"/>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US" noProof="0" dirty="0"/>
              </a:p>
            </p:txBody>
          </p:sp>
          <p:grpSp>
            <p:nvGrpSpPr>
              <p:cNvPr id="2229" name="Google Shape;2229;p71"/>
              <p:cNvGrpSpPr/>
              <p:nvPr/>
            </p:nvGrpSpPr>
            <p:grpSpPr>
              <a:xfrm>
                <a:off x="4000175" y="1462675"/>
                <a:ext cx="1917275" cy="1140875"/>
                <a:chOff x="4000175" y="1462675"/>
                <a:chExt cx="1917275" cy="1140875"/>
              </a:xfrm>
            </p:grpSpPr>
            <p:sp>
              <p:nvSpPr>
                <p:cNvPr id="2230" name="Google Shape;2230;p71"/>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US" noProof="0" dirty="0"/>
                </a:p>
              </p:txBody>
            </p:sp>
            <p:sp>
              <p:nvSpPr>
                <p:cNvPr id="2231" name="Google Shape;2231;p71"/>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32" name="Google Shape;2232;p71"/>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33" name="Google Shape;2233;p71"/>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34" name="Google Shape;2234;p71"/>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235" name="Google Shape;2235;p71"/>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2236" name="Google Shape;2236;p71"/>
            <p:cNvGrpSpPr/>
            <p:nvPr/>
          </p:nvGrpSpPr>
          <p:grpSpPr>
            <a:xfrm>
              <a:off x="3875768" y="2846704"/>
              <a:ext cx="44796" cy="47366"/>
              <a:chOff x="3960625" y="2587825"/>
              <a:chExt cx="94050" cy="104125"/>
            </a:xfrm>
          </p:grpSpPr>
          <p:sp>
            <p:nvSpPr>
              <p:cNvPr id="2237" name="Google Shape;2237;p71"/>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US" noProof="0" dirty="0"/>
              </a:p>
            </p:txBody>
          </p:sp>
          <p:sp>
            <p:nvSpPr>
              <p:cNvPr id="2238" name="Google Shape;2238;p71"/>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39" name="Google Shape;2239;p71"/>
            <p:cNvGrpSpPr/>
            <p:nvPr/>
          </p:nvGrpSpPr>
          <p:grpSpPr>
            <a:xfrm>
              <a:off x="3782759" y="2807162"/>
              <a:ext cx="82686" cy="85487"/>
              <a:chOff x="3765350" y="2500900"/>
              <a:chExt cx="173600" cy="187925"/>
            </a:xfrm>
          </p:grpSpPr>
          <p:sp>
            <p:nvSpPr>
              <p:cNvPr id="2240" name="Google Shape;2240;p71"/>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US" noProof="0" dirty="0"/>
              </a:p>
            </p:txBody>
          </p:sp>
          <p:sp>
            <p:nvSpPr>
              <p:cNvPr id="2241" name="Google Shape;2241;p71"/>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2" name="Google Shape;2242;p71"/>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3" name="Google Shape;2243;p71"/>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4" name="Google Shape;2244;p71"/>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5" name="Google Shape;2245;p71"/>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46" name="Google Shape;2246;p71"/>
            <p:cNvGrpSpPr/>
            <p:nvPr/>
          </p:nvGrpSpPr>
          <p:grpSpPr>
            <a:xfrm>
              <a:off x="3775674" y="2798496"/>
              <a:ext cx="40545" cy="23564"/>
              <a:chOff x="3750475" y="2481850"/>
              <a:chExt cx="85125" cy="51800"/>
            </a:xfrm>
          </p:grpSpPr>
          <p:sp>
            <p:nvSpPr>
              <p:cNvPr id="2247" name="Google Shape;2247;p71"/>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8" name="Google Shape;2248;p71"/>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US" noProof="0" dirty="0"/>
              </a:p>
            </p:txBody>
          </p:sp>
        </p:grpSp>
        <p:grpSp>
          <p:nvGrpSpPr>
            <p:cNvPr id="2249" name="Google Shape;2249;p71"/>
            <p:cNvGrpSpPr/>
            <p:nvPr/>
          </p:nvGrpSpPr>
          <p:grpSpPr>
            <a:xfrm>
              <a:off x="3716946" y="2776024"/>
              <a:ext cx="81971" cy="76912"/>
              <a:chOff x="3627175" y="2432450"/>
              <a:chExt cx="172100" cy="169075"/>
            </a:xfrm>
          </p:grpSpPr>
          <p:sp>
            <p:nvSpPr>
              <p:cNvPr id="2250" name="Google Shape;2250;p71"/>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51" name="Google Shape;2251;p71"/>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US" noProof="0" dirty="0"/>
              </a:p>
            </p:txBody>
          </p:sp>
          <p:sp>
            <p:nvSpPr>
              <p:cNvPr id="2252" name="Google Shape;2252;p71"/>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US" noProof="0" dirty="0"/>
              </a:p>
            </p:txBody>
          </p:sp>
        </p:grpSp>
        <p:grpSp>
          <p:nvGrpSpPr>
            <p:cNvPr id="2253" name="Google Shape;2253;p71"/>
            <p:cNvGrpSpPr/>
            <p:nvPr/>
          </p:nvGrpSpPr>
          <p:grpSpPr>
            <a:xfrm>
              <a:off x="3685682" y="2845624"/>
              <a:ext cx="29311" cy="45055"/>
              <a:chOff x="3561536" y="2585450"/>
              <a:chExt cx="61539" cy="99045"/>
            </a:xfrm>
          </p:grpSpPr>
          <p:sp>
            <p:nvSpPr>
              <p:cNvPr id="2254" name="Google Shape;2254;p71"/>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55" name="Google Shape;2255;p71"/>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US" noProof="0" dirty="0"/>
              </a:p>
            </p:txBody>
          </p:sp>
        </p:grpSp>
        <p:grpSp>
          <p:nvGrpSpPr>
            <p:cNvPr id="2256" name="Google Shape;2256;p71"/>
            <p:cNvGrpSpPr/>
            <p:nvPr/>
          </p:nvGrpSpPr>
          <p:grpSpPr>
            <a:xfrm>
              <a:off x="3849905" y="2572252"/>
              <a:ext cx="74339" cy="119559"/>
              <a:chOff x="3906325" y="1984500"/>
              <a:chExt cx="156075" cy="262825"/>
            </a:xfrm>
          </p:grpSpPr>
          <p:sp>
            <p:nvSpPr>
              <p:cNvPr id="2257" name="Google Shape;2257;p71"/>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US" noProof="0" dirty="0"/>
              </a:p>
            </p:txBody>
          </p:sp>
          <p:sp>
            <p:nvSpPr>
              <p:cNvPr id="2258" name="Google Shape;2258;p71"/>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59" name="Google Shape;2259;p71"/>
            <p:cNvGrpSpPr/>
            <p:nvPr/>
          </p:nvGrpSpPr>
          <p:grpSpPr>
            <a:xfrm>
              <a:off x="2654821" y="2414345"/>
              <a:ext cx="667570" cy="558731"/>
              <a:chOff x="1397225" y="1637375"/>
              <a:chExt cx="1401575" cy="1228250"/>
            </a:xfrm>
          </p:grpSpPr>
          <p:sp>
            <p:nvSpPr>
              <p:cNvPr id="2260" name="Google Shape;2260;p71"/>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US" noProof="0" dirty="0"/>
              </a:p>
            </p:txBody>
          </p:sp>
          <p:grpSp>
            <p:nvGrpSpPr>
              <p:cNvPr id="2261" name="Google Shape;2261;p71"/>
              <p:cNvGrpSpPr/>
              <p:nvPr/>
            </p:nvGrpSpPr>
            <p:grpSpPr>
              <a:xfrm>
                <a:off x="1397225" y="1637375"/>
                <a:ext cx="1398775" cy="1228250"/>
                <a:chOff x="1397225" y="1637375"/>
                <a:chExt cx="1398775" cy="1228250"/>
              </a:xfrm>
            </p:grpSpPr>
            <p:sp>
              <p:nvSpPr>
                <p:cNvPr id="2262" name="Google Shape;2262;p71"/>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63" name="Google Shape;2263;p71"/>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2264" name="Google Shape;2264;p71"/>
            <p:cNvGrpSpPr/>
            <p:nvPr/>
          </p:nvGrpSpPr>
          <p:grpSpPr>
            <a:xfrm>
              <a:off x="3230417" y="3103734"/>
              <a:ext cx="282982" cy="280332"/>
              <a:chOff x="2605700" y="3152850"/>
              <a:chExt cx="594125" cy="616250"/>
            </a:xfrm>
          </p:grpSpPr>
          <p:sp>
            <p:nvSpPr>
              <p:cNvPr id="2265" name="Google Shape;2265;p71"/>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US" noProof="0" dirty="0"/>
              </a:p>
            </p:txBody>
          </p:sp>
          <p:sp>
            <p:nvSpPr>
              <p:cNvPr id="2266" name="Google Shape;2266;p71"/>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grpSp>
        <p:grpSp>
          <p:nvGrpSpPr>
            <p:cNvPr id="2267" name="Google Shape;2267;p71"/>
            <p:cNvGrpSpPr/>
            <p:nvPr/>
          </p:nvGrpSpPr>
          <p:grpSpPr>
            <a:xfrm>
              <a:off x="3265985" y="3226989"/>
              <a:ext cx="87151" cy="346202"/>
              <a:chOff x="2680375" y="3423800"/>
              <a:chExt cx="182975" cy="761050"/>
            </a:xfrm>
          </p:grpSpPr>
          <p:sp>
            <p:nvSpPr>
              <p:cNvPr id="2268" name="Google Shape;2268;p71"/>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US" noProof="0" dirty="0"/>
              </a:p>
            </p:txBody>
          </p:sp>
          <p:sp>
            <p:nvSpPr>
              <p:cNvPr id="2269" name="Google Shape;2269;p71"/>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70" name="Google Shape;2270;p71"/>
            <p:cNvGrpSpPr/>
            <p:nvPr/>
          </p:nvGrpSpPr>
          <p:grpSpPr>
            <a:xfrm>
              <a:off x="3855466" y="3289811"/>
              <a:ext cx="112514" cy="94210"/>
              <a:chOff x="3918000" y="3561900"/>
              <a:chExt cx="236225" cy="207100"/>
            </a:xfrm>
          </p:grpSpPr>
          <p:sp>
            <p:nvSpPr>
              <p:cNvPr id="2271" name="Google Shape;2271;p71"/>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US" noProof="0" dirty="0"/>
              </a:p>
            </p:txBody>
          </p:sp>
          <p:sp>
            <p:nvSpPr>
              <p:cNvPr id="2272" name="Google Shape;2272;p71"/>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273" name="Google Shape;2273;p71"/>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4" name="Google Shape;2274;p71"/>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5" name="Google Shape;2275;p71"/>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grpSp>
          <p:nvGrpSpPr>
            <p:cNvPr id="2276" name="Google Shape;2276;p71"/>
            <p:cNvGrpSpPr/>
            <p:nvPr/>
          </p:nvGrpSpPr>
          <p:grpSpPr>
            <a:xfrm>
              <a:off x="2905224" y="2311071"/>
              <a:ext cx="596721" cy="528992"/>
              <a:chOff x="1922950" y="1410350"/>
              <a:chExt cx="1252825" cy="1162875"/>
            </a:xfrm>
          </p:grpSpPr>
          <p:sp>
            <p:nvSpPr>
              <p:cNvPr id="2277" name="Google Shape;2277;p71"/>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8" name="Google Shape;2278;p71"/>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9" name="Google Shape;2279;p71"/>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0" name="Google Shape;2280;p71"/>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1" name="Google Shape;2281;p71"/>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2" name="Google Shape;2282;p71"/>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3" name="Google Shape;2283;p71"/>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4" name="Google Shape;2284;p71"/>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5" name="Google Shape;2285;p71"/>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6" name="Google Shape;2286;p71"/>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7" name="Google Shape;2287;p71"/>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8" name="Google Shape;2288;p71"/>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9" name="Google Shape;2289;p71"/>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0" name="Google Shape;2290;p71"/>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1" name="Google Shape;2291;p71"/>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2" name="Google Shape;2292;p71"/>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grpSp>
        <p:sp>
          <p:nvSpPr>
            <p:cNvPr id="2293" name="Google Shape;2293;p71"/>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4" name="Google Shape;2294;p71"/>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5" name="Google Shape;2295;p71"/>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6" name="Google Shape;2296;p71"/>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7" name="Google Shape;2297;p71"/>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8" name="Google Shape;2298;p71"/>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9" name="Google Shape;2299;p71"/>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0" name="Google Shape;2300;p71"/>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1" name="Google Shape;2301;p71"/>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2" name="Google Shape;2302;p71"/>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3" name="Google Shape;2303;p71"/>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4" name="Google Shape;2304;p71"/>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5" name="Google Shape;2305;p71"/>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6" name="Google Shape;2306;p71"/>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7" name="Google Shape;2307;p71"/>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8" name="Google Shape;2308;p71"/>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9" name="Google Shape;2309;p71"/>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0" name="Google Shape;2310;p71"/>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1" name="Google Shape;2311;p71"/>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2" name="Google Shape;2312;p71"/>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313" name="Google Shape;2313;p71"/>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314" name="Google Shape;2314;p71"/>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15" name="Google Shape;2315;p71"/>
            <p:cNvGrpSpPr/>
            <p:nvPr/>
          </p:nvGrpSpPr>
          <p:grpSpPr>
            <a:xfrm>
              <a:off x="3280929" y="3294542"/>
              <a:ext cx="109894" cy="272224"/>
              <a:chOff x="2711750" y="3572300"/>
              <a:chExt cx="230725" cy="598425"/>
            </a:xfrm>
          </p:grpSpPr>
          <p:sp>
            <p:nvSpPr>
              <p:cNvPr id="2316" name="Google Shape;2316;p71"/>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7" name="Google Shape;2317;p71"/>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18" name="Google Shape;2318;p71"/>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19" name="Google Shape;2319;p71"/>
            <p:cNvGrpSpPr/>
            <p:nvPr/>
          </p:nvGrpSpPr>
          <p:grpSpPr>
            <a:xfrm>
              <a:off x="3790439" y="2408636"/>
              <a:ext cx="73017" cy="75684"/>
              <a:chOff x="3781475" y="1624825"/>
              <a:chExt cx="153300" cy="166375"/>
            </a:xfrm>
          </p:grpSpPr>
          <p:sp>
            <p:nvSpPr>
              <p:cNvPr id="2320" name="Google Shape;2320;p71"/>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1" name="Google Shape;2321;p71"/>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2" name="Google Shape;2322;p71"/>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3" name="Google Shape;2323;p71"/>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24" name="Google Shape;2324;p71"/>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5" name="Google Shape;2325;p71"/>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6" name="Google Shape;2326;p71"/>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7" name="Google Shape;2327;p71"/>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8" name="Google Shape;2328;p71"/>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9" name="Google Shape;2329;p71"/>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0" name="Google Shape;2330;p71"/>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31" name="Google Shape;2331;p71"/>
            <p:cNvGrpSpPr/>
            <p:nvPr/>
          </p:nvGrpSpPr>
          <p:grpSpPr>
            <a:xfrm>
              <a:off x="4403342" y="3107749"/>
              <a:ext cx="316680" cy="101374"/>
              <a:chOff x="5068275" y="3161675"/>
              <a:chExt cx="664875" cy="222850"/>
            </a:xfrm>
          </p:grpSpPr>
          <p:sp>
            <p:nvSpPr>
              <p:cNvPr id="2332" name="Google Shape;2332;p71"/>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3" name="Google Shape;2333;p71"/>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4" name="Google Shape;2334;p71"/>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5" name="Google Shape;2335;p71"/>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36" name="Google Shape;2336;p71"/>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7" name="Google Shape;2337;p71"/>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8" name="Google Shape;2338;p71"/>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9" name="Google Shape;2339;p71"/>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0" name="Google Shape;2340;p71"/>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1" name="Google Shape;2341;p71"/>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2" name="Google Shape;2342;p71"/>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3" name="Google Shape;2343;p71"/>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4" name="Google Shape;2344;p71"/>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5" name="Google Shape;2345;p71"/>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6" name="Google Shape;2346;p71"/>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7" name="Google Shape;2347;p71"/>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8" name="Google Shape;2348;p71"/>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9" name="Google Shape;2349;p71"/>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0" name="Google Shape;2350;p71"/>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1" name="Google Shape;2351;p71"/>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2" name="Google Shape;2352;p71"/>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3" name="Google Shape;2353;p71"/>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4" name="Google Shape;2354;p71"/>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5" name="Google Shape;2355;p71"/>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6" name="Google Shape;2356;p71"/>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7" name="Google Shape;2357;p71"/>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8" name="Google Shape;2358;p71"/>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9" name="Google Shape;2359;p71"/>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0" name="Google Shape;2360;p71"/>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1" name="Google Shape;2361;p71"/>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2" name="Google Shape;2362;p71"/>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3" name="Google Shape;2363;p71"/>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4" name="Google Shape;2364;p71"/>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65" name="Google Shape;2365;p71"/>
            <p:cNvGrpSpPr/>
            <p:nvPr/>
          </p:nvGrpSpPr>
          <p:grpSpPr>
            <a:xfrm>
              <a:off x="3697513" y="2707266"/>
              <a:ext cx="59549" cy="79733"/>
              <a:chOff x="3586375" y="2281300"/>
              <a:chExt cx="125025" cy="175275"/>
            </a:xfrm>
          </p:grpSpPr>
          <p:sp>
            <p:nvSpPr>
              <p:cNvPr id="2366" name="Google Shape;2366;p71"/>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7" name="Google Shape;2367;p71"/>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68" name="Google Shape;2368;p71"/>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69" name="Google Shape;2369;p71"/>
            <p:cNvGrpSpPr/>
            <p:nvPr/>
          </p:nvGrpSpPr>
          <p:grpSpPr>
            <a:xfrm>
              <a:off x="4513224" y="3221724"/>
              <a:ext cx="274563" cy="280321"/>
              <a:chOff x="5298975" y="3412225"/>
              <a:chExt cx="576450" cy="616225"/>
            </a:xfrm>
          </p:grpSpPr>
          <p:sp>
            <p:nvSpPr>
              <p:cNvPr id="2370" name="Google Shape;2370;p71"/>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371" name="Google Shape;2371;p71"/>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372" name="Google Shape;2372;p71"/>
            <p:cNvGrpSpPr/>
            <p:nvPr/>
          </p:nvGrpSpPr>
          <p:grpSpPr>
            <a:xfrm>
              <a:off x="4824403" y="3421846"/>
              <a:ext cx="110132" cy="130647"/>
              <a:chOff x="5952300" y="3852150"/>
              <a:chExt cx="231225" cy="287200"/>
            </a:xfrm>
          </p:grpSpPr>
          <p:sp>
            <p:nvSpPr>
              <p:cNvPr id="2373" name="Google Shape;2373;p71"/>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4" name="Google Shape;2374;p71"/>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75" name="Google Shape;2375;p71"/>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6" name="Google Shape;2376;p71"/>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7" name="Google Shape;2377;p71"/>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8" name="Google Shape;2378;p71"/>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9" name="Google Shape;2379;p71"/>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0" name="Google Shape;2380;p71"/>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1" name="Google Shape;2381;p71"/>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2" name="Google Shape;2382;p71"/>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83" name="Google Shape;2383;p71"/>
            <p:cNvGrpSpPr/>
            <p:nvPr/>
          </p:nvGrpSpPr>
          <p:grpSpPr>
            <a:xfrm>
              <a:off x="4295710" y="3079670"/>
              <a:ext cx="14968" cy="27135"/>
              <a:chOff x="4842300" y="3099950"/>
              <a:chExt cx="31425" cy="59650"/>
            </a:xfrm>
          </p:grpSpPr>
          <p:sp>
            <p:nvSpPr>
              <p:cNvPr id="2384" name="Google Shape;2384;p71"/>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5" name="Google Shape;2385;p71"/>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6" name="Google Shape;2386;p71"/>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7" name="Google Shape;2387;p71"/>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88" name="Google Shape;2388;p71"/>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9" name="Google Shape;2389;p71"/>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0" name="Google Shape;2390;p71"/>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1" name="Google Shape;2391;p71"/>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2" name="Google Shape;2392;p71"/>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3" name="Google Shape;2393;p71"/>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4" name="Google Shape;2394;p71"/>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5" name="Google Shape;2395;p71"/>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96" name="Google Shape;2396;p71"/>
            <p:cNvGrpSpPr/>
            <p:nvPr/>
          </p:nvGrpSpPr>
          <p:grpSpPr>
            <a:xfrm>
              <a:off x="3831056" y="2816010"/>
              <a:ext cx="37378" cy="27612"/>
              <a:chOff x="3866750" y="2520350"/>
              <a:chExt cx="78475" cy="60700"/>
            </a:xfrm>
          </p:grpSpPr>
          <p:sp>
            <p:nvSpPr>
              <p:cNvPr id="2397" name="Google Shape;2397;p71"/>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8" name="Google Shape;2398;p71"/>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9" name="Google Shape;2399;p71"/>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0" name="Google Shape;2400;p71"/>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401" name="Google Shape;2401;p71"/>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2" name="Google Shape;2402;p71"/>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3" name="Google Shape;2403;p71"/>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4" name="Google Shape;2404;p71"/>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5" name="Google Shape;2405;p71"/>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6" name="Google Shape;2406;p71"/>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7" name="Google Shape;2407;p71"/>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8" name="Google Shape;2408;p71"/>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9" name="Google Shape;2409;p71"/>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0" name="Google Shape;2410;p71"/>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1" name="Google Shape;2411;p71"/>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2" name="Google Shape;2412;p71"/>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3" name="Google Shape;2413;p71"/>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4" name="Google Shape;2414;p71"/>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5" name="Google Shape;2415;p71"/>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6" name="Google Shape;2416;p71"/>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7" name="Google Shape;2417;p71"/>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418" name="Google Shape;2418;p71"/>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9" name="Google Shape;2419;p71"/>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0" name="Google Shape;2420;p71"/>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1" name="Google Shape;2421;p71"/>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2" name="Google Shape;2422;p71"/>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3" name="Google Shape;2423;p71"/>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4" name="Google Shape;2424;p71"/>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5" name="Google Shape;2425;p71"/>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6" name="Google Shape;2426;p71"/>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7" name="Google Shape;2427;p71"/>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8" name="Google Shape;2428;p71"/>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9" name="Google Shape;2429;p71"/>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430" name="Google Shape;2430;p71"/>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1" name="Google Shape;2431;p71"/>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2" name="Google Shape;2432;p71"/>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3" name="Google Shape;2433;p71"/>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4" name="Google Shape;2434;p71"/>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5" name="Google Shape;2435;p71"/>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6" name="Google Shape;2436;p71"/>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7" name="Google Shape;2437;p71"/>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8" name="Google Shape;2438;p71"/>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9" name="Google Shape;2439;p71"/>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0" name="Google Shape;2440;p71"/>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1" name="Google Shape;2441;p71"/>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2" name="Google Shape;2442;p71"/>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443" name="Google Shape;2443;p71"/>
            <p:cNvGrpSpPr/>
            <p:nvPr/>
          </p:nvGrpSpPr>
          <p:grpSpPr>
            <a:xfrm>
              <a:off x="3632736" y="3051591"/>
              <a:ext cx="63288" cy="45217"/>
              <a:chOff x="3450375" y="3038225"/>
              <a:chExt cx="132875" cy="99400"/>
            </a:xfrm>
          </p:grpSpPr>
          <p:sp>
            <p:nvSpPr>
              <p:cNvPr id="2444" name="Google Shape;2444;p71"/>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5" name="Google Shape;2445;p71"/>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446" name="Google Shape;2446;p71"/>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7" name="Google Shape;2447;p71"/>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8" name="Google Shape;2448;p71"/>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9" name="Google Shape;2449;p71"/>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0" name="Google Shape;2450;p71"/>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1" name="Google Shape;2451;p71"/>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2" name="Google Shape;2452;p71"/>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3" name="Google Shape;2453;p71"/>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4" name="Google Shape;2454;p71"/>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455" name="Google Shape;2455;p71"/>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6" name="Google Shape;2456;p71"/>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7" name="Google Shape;2457;p71"/>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8" name="Google Shape;2458;p71"/>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9" name="Google Shape;2459;p71"/>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0" name="Google Shape;2460;p71"/>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1" name="Google Shape;2461;p71"/>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2" name="Google Shape;2462;p71"/>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3" name="Google Shape;2463;p71"/>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4" name="Google Shape;2464;p71"/>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465" name="Google Shape;2465;p71"/>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6" name="Google Shape;2466;p71"/>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7" name="Google Shape;2467;p71"/>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8" name="Google Shape;2468;p71"/>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9" name="Google Shape;2469;p71"/>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0" name="Google Shape;2470;p71"/>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471" name="Google Shape;2471;p71"/>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2" name="Google Shape;2472;p71"/>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3" name="Google Shape;2473;p71"/>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4" name="Google Shape;2474;p71"/>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5" name="Google Shape;2475;p71"/>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6" name="Google Shape;2476;p71"/>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7" name="Google Shape;2477;p71"/>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8" name="Google Shape;2478;p71"/>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9" name="Google Shape;2479;p71"/>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0" name="Google Shape;2480;p71"/>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481" name="Google Shape;2481;p71"/>
          <p:cNvGrpSpPr/>
          <p:nvPr/>
        </p:nvGrpSpPr>
        <p:grpSpPr>
          <a:xfrm>
            <a:off x="719116" y="2850945"/>
            <a:ext cx="2622876" cy="1333540"/>
            <a:chOff x="238125" y="1038125"/>
            <a:chExt cx="7146800" cy="3633625"/>
          </a:xfrm>
        </p:grpSpPr>
        <p:sp>
          <p:nvSpPr>
            <p:cNvPr id="2482" name="Google Shape;2482;p71"/>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3" name="Google Shape;2483;p71"/>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4" name="Google Shape;2484;p71"/>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5" name="Google Shape;2485;p71"/>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6" name="Google Shape;2486;p71"/>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7" name="Google Shape;2487;p71"/>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8" name="Google Shape;2488;p71"/>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9" name="Google Shape;2489;p71"/>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0" name="Google Shape;2490;p71"/>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1" name="Google Shape;2491;p71"/>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2" name="Google Shape;2492;p71"/>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3" name="Google Shape;2493;p71"/>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4" name="Google Shape;2494;p71"/>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5" name="Google Shape;2495;p71"/>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6" name="Google Shape;2496;p71"/>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7" name="Google Shape;2497;p71"/>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8" name="Google Shape;2498;p71"/>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9" name="Google Shape;2499;p71"/>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0" name="Google Shape;2500;p71"/>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1" name="Google Shape;2501;p71"/>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2" name="Google Shape;2502;p71"/>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3" name="Google Shape;2503;p71"/>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4" name="Google Shape;2504;p71"/>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5" name="Google Shape;2505;p71"/>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6" name="Google Shape;2506;p71"/>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7" name="Google Shape;2507;p71"/>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8" name="Google Shape;2508;p71"/>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9" name="Google Shape;2509;p71"/>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0" name="Google Shape;2510;p71"/>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1" name="Google Shape;2511;p71"/>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2" name="Google Shape;2512;p71"/>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3" name="Google Shape;2513;p71"/>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4" name="Google Shape;2514;p71"/>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5" name="Google Shape;2515;p71"/>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6" name="Google Shape;2516;p71"/>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7" name="Google Shape;2517;p71"/>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8" name="Google Shape;2518;p71"/>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9" name="Google Shape;2519;p71"/>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0" name="Google Shape;2520;p71"/>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1" name="Google Shape;2521;p71"/>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2" name="Google Shape;2522;p71"/>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3" name="Google Shape;2523;p71"/>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4" name="Google Shape;2524;p71"/>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5" name="Google Shape;2525;p71"/>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6" name="Google Shape;2526;p71"/>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7" name="Google Shape;2527;p71"/>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8" name="Google Shape;2528;p71"/>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9" name="Google Shape;2529;p71"/>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0" name="Google Shape;2530;p71"/>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1" name="Google Shape;2531;p71"/>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2" name="Google Shape;2532;p71"/>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3" name="Google Shape;2533;p71"/>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4" name="Google Shape;2534;p71"/>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5" name="Google Shape;2535;p71"/>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6" name="Google Shape;2536;p71"/>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7" name="Google Shape;2537;p71"/>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8" name="Google Shape;2538;p71"/>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9" name="Google Shape;2539;p71"/>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0" name="Google Shape;2540;p71"/>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1" name="Google Shape;2541;p71"/>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2" name="Google Shape;2542;p71"/>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3" name="Google Shape;2543;p71"/>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4" name="Google Shape;2544;p71"/>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5" name="Google Shape;2545;p71"/>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6" name="Google Shape;2546;p71"/>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7" name="Google Shape;2547;p71"/>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8" name="Google Shape;2548;p71"/>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9" name="Google Shape;2549;p71"/>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0" name="Google Shape;2550;p71"/>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1" name="Google Shape;2551;p71"/>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2" name="Google Shape;2552;p71"/>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3" name="Google Shape;2553;p71"/>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4" name="Google Shape;2554;p71"/>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5" name="Google Shape;2555;p71"/>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6" name="Google Shape;2556;p71"/>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7" name="Google Shape;2557;p71"/>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8" name="Google Shape;2558;p71"/>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9" name="Google Shape;2559;p71"/>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0" name="Google Shape;2560;p71"/>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1" name="Google Shape;2561;p71"/>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2" name="Google Shape;2562;p71"/>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3" name="Google Shape;2563;p71"/>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4" name="Google Shape;2564;p71"/>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5" name="Google Shape;2565;p71"/>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6" name="Google Shape;2566;p71"/>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7" name="Google Shape;2567;p71"/>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8" name="Google Shape;2568;p71"/>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9" name="Google Shape;2569;p71"/>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0" name="Google Shape;2570;p71"/>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1" name="Google Shape;2571;p71"/>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2" name="Google Shape;2572;p71"/>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3" name="Google Shape;2573;p71"/>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4" name="Google Shape;2574;p71"/>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5" name="Google Shape;2575;p71"/>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6" name="Google Shape;2576;p71"/>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7" name="Google Shape;2577;p71"/>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8" name="Google Shape;2578;p71"/>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9" name="Google Shape;2579;p71"/>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0" name="Google Shape;2580;p71"/>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1" name="Google Shape;2581;p71"/>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2" name="Google Shape;2582;p71"/>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3" name="Google Shape;2583;p71"/>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4" name="Google Shape;2584;p71"/>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5" name="Google Shape;2585;p71"/>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6" name="Google Shape;2586;p71"/>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7" name="Google Shape;2587;p71"/>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8" name="Google Shape;2588;p71"/>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9" name="Google Shape;2589;p71"/>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0" name="Google Shape;2590;p71"/>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1" name="Google Shape;2591;p71"/>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2" name="Google Shape;2592;p71"/>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3" name="Google Shape;2593;p71"/>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4" name="Google Shape;2594;p71"/>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5" name="Google Shape;2595;p71"/>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6" name="Google Shape;2596;p71"/>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7" name="Google Shape;2597;p71"/>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8" name="Google Shape;2598;p71"/>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9" name="Google Shape;2599;p71"/>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0" name="Google Shape;2600;p71"/>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1" name="Google Shape;2601;p71"/>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2" name="Google Shape;2602;p71"/>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3" name="Google Shape;2603;p71"/>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4" name="Google Shape;2604;p71"/>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5" name="Google Shape;2605;p71"/>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6" name="Google Shape;2606;p71"/>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7" name="Google Shape;2607;p71"/>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8" name="Google Shape;2608;p71"/>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9" name="Google Shape;2609;p71"/>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0" name="Google Shape;2610;p71"/>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1" name="Google Shape;2611;p71"/>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2" name="Google Shape;2612;p71"/>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3" name="Google Shape;2613;p71"/>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4" name="Google Shape;2614;p71"/>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5" name="Google Shape;2615;p71"/>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6" name="Google Shape;2616;p71"/>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7" name="Google Shape;2617;p71"/>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8" name="Google Shape;2618;p71"/>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9" name="Google Shape;2619;p71"/>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0" name="Google Shape;2620;p71"/>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1" name="Google Shape;2621;p71"/>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2" name="Google Shape;2622;p71"/>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3" name="Google Shape;2623;p71"/>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4" name="Google Shape;2624;p71"/>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5" name="Google Shape;2625;p71"/>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6" name="Google Shape;2626;p71"/>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7" name="Google Shape;2627;p71"/>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8" name="Google Shape;2628;p71"/>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9" name="Google Shape;2629;p71"/>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0" name="Google Shape;2630;p71"/>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1" name="Google Shape;2631;p71"/>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2" name="Google Shape;2632;p71"/>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3" name="Google Shape;2633;p71"/>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4" name="Google Shape;2634;p71"/>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5" name="Google Shape;2635;p71"/>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6" name="Google Shape;2636;p71"/>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7" name="Google Shape;2637;p71"/>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8" name="Google Shape;2638;p71"/>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9" name="Google Shape;2639;p71"/>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0" name="Google Shape;2640;p71"/>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1" name="Google Shape;2641;p71"/>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2" name="Google Shape;2642;p71"/>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3" name="Google Shape;2643;p71"/>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4" name="Google Shape;2644;p71"/>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5" name="Google Shape;2645;p71"/>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6" name="Google Shape;2646;p71"/>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7" name="Google Shape;2647;p71"/>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8" name="Google Shape;2648;p71"/>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9" name="Google Shape;2649;p71"/>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0" name="Google Shape;2650;p71"/>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1" name="Google Shape;2651;p71"/>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2" name="Google Shape;2652;p71"/>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3" name="Google Shape;2653;p71"/>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4" name="Google Shape;2654;p71"/>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5" name="Google Shape;2655;p71"/>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6" name="Google Shape;2656;p71"/>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7" name="Google Shape;2657;p71"/>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8" name="Google Shape;2658;p71"/>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9" name="Google Shape;2659;p71"/>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0" name="Google Shape;2660;p71"/>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1" name="Google Shape;2661;p71"/>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2" name="Google Shape;2662;p71"/>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3" name="Google Shape;2663;p71"/>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4" name="Google Shape;2664;p71"/>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5" name="Google Shape;2665;p71"/>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6" name="Google Shape;2666;p71"/>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7" name="Google Shape;2667;p71"/>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8" name="Google Shape;2668;p71"/>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9" name="Google Shape;2669;p71"/>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0" name="Google Shape;2670;p71"/>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1" name="Google Shape;2671;p71"/>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2" name="Google Shape;2672;p71"/>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3" name="Google Shape;2673;p71"/>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4" name="Google Shape;2674;p71"/>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5" name="Google Shape;2675;p71"/>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6" name="Google Shape;2676;p71"/>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7" name="Google Shape;2677;p71"/>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8" name="Google Shape;2678;p71"/>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9" name="Google Shape;2679;p71"/>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0" name="Google Shape;2680;p71"/>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1" name="Google Shape;2681;p71"/>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2" name="Google Shape;2682;p71"/>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3" name="Google Shape;2683;p71"/>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4" name="Google Shape;2684;p71"/>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5" name="Google Shape;2685;p71"/>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6" name="Google Shape;2686;p71"/>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7" name="Google Shape;2687;p71"/>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8" name="Google Shape;2688;p71"/>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9" name="Google Shape;2689;p71"/>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0" name="Google Shape;2690;p71"/>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1" name="Google Shape;2691;p71"/>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2" name="Google Shape;2692;p71"/>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3" name="Google Shape;2693;p71"/>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4" name="Google Shape;2694;p71"/>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5" name="Google Shape;2695;p71"/>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6" name="Google Shape;2696;p71"/>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7" name="Google Shape;2697;p71"/>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8" name="Google Shape;2698;p71"/>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9" name="Google Shape;2699;p71"/>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0" name="Google Shape;2700;p71"/>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1" name="Google Shape;2701;p71"/>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2" name="Google Shape;2702;p71"/>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3" name="Google Shape;2703;p71"/>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4" name="Google Shape;2704;p71"/>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5" name="Google Shape;2705;p71"/>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6" name="Google Shape;2706;p71"/>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7" name="Google Shape;2707;p71"/>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8" name="Google Shape;2708;p71"/>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9" name="Google Shape;2709;p71"/>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0" name="Google Shape;2710;p71"/>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1" name="Google Shape;2711;p71"/>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2" name="Google Shape;2712;p71"/>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3" name="Google Shape;2713;p71"/>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4" name="Google Shape;2714;p71"/>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5" name="Google Shape;2715;p71"/>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6" name="Google Shape;2716;p71"/>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7" name="Google Shape;2717;p71"/>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8" name="Google Shape;2718;p71"/>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9" name="Google Shape;2719;p71"/>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0" name="Google Shape;2720;p71"/>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1" name="Google Shape;2721;p71"/>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2" name="Google Shape;2722;p71"/>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3" name="Google Shape;2723;p71"/>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4" name="Google Shape;2724;p71"/>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5" name="Google Shape;2725;p71"/>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6" name="Google Shape;2726;p71"/>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7" name="Google Shape;2727;p71"/>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8" name="Google Shape;2728;p71"/>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9" name="Google Shape;2729;p71"/>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0" name="Google Shape;2730;p71"/>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1" name="Google Shape;2731;p71"/>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2" name="Google Shape;2732;p71"/>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3" name="Google Shape;2733;p71"/>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4" name="Google Shape;2734;p71"/>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5" name="Google Shape;2735;p71"/>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6" name="Google Shape;2736;p71"/>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7" name="Google Shape;2737;p71"/>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8" name="Google Shape;2738;p71"/>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9" name="Google Shape;2739;p71"/>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0" name="Google Shape;2740;p71"/>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1" name="Google Shape;2741;p71"/>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2" name="Google Shape;2742;p71"/>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3" name="Google Shape;2743;p71"/>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4" name="Google Shape;2744;p71"/>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5" name="Google Shape;2745;p71"/>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6" name="Google Shape;2746;p71"/>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7" name="Google Shape;2747;p71"/>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8" name="Google Shape;2748;p71"/>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9" name="Google Shape;2749;p71"/>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0" name="Google Shape;2750;p71"/>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1" name="Google Shape;2751;p71"/>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2" name="Google Shape;2752;p71"/>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3" name="Google Shape;2753;p71"/>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4" name="Google Shape;2754;p71"/>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5" name="Google Shape;2755;p71"/>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6" name="Google Shape;2756;p71"/>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7" name="Google Shape;2757;p71"/>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8" name="Google Shape;2758;p71"/>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9" name="Google Shape;2759;p71"/>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0" name="Google Shape;2760;p71"/>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1" name="Google Shape;2761;p71"/>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2" name="Google Shape;2762;p71"/>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3" name="Google Shape;2763;p71"/>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4" name="Google Shape;2764;p71"/>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5" name="Google Shape;2765;p71"/>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6" name="Google Shape;2766;p71"/>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7" name="Google Shape;2767;p71"/>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8" name="Google Shape;2768;p71"/>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9" name="Google Shape;2769;p71"/>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0" name="Google Shape;2770;p71"/>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1" name="Google Shape;2771;p71"/>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2" name="Google Shape;2772;p71"/>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3" name="Google Shape;2773;p71"/>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4" name="Google Shape;2774;p71"/>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5" name="Google Shape;2775;p71"/>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6" name="Google Shape;2776;p71"/>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7" name="Google Shape;2777;p71"/>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8" name="Google Shape;2778;p71"/>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9" name="Google Shape;2779;p71"/>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0" name="Google Shape;2780;p71"/>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1" name="Google Shape;2781;p71"/>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2" name="Google Shape;2782;p71"/>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3" name="Google Shape;2783;p71"/>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4" name="Google Shape;2784;p71"/>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5" name="Google Shape;2785;p71"/>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6" name="Google Shape;2786;p71"/>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7" name="Google Shape;2787;p71"/>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8" name="Google Shape;2788;p71"/>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9" name="Google Shape;2789;p71"/>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0" name="Google Shape;2790;p71"/>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1" name="Google Shape;2791;p71"/>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2" name="Google Shape;2792;p71"/>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3" name="Google Shape;2793;p71"/>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4" name="Google Shape;2794;p71"/>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5" name="Google Shape;2795;p71"/>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6" name="Google Shape;2796;p71"/>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7" name="Google Shape;2797;p71"/>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8" name="Google Shape;2798;p71"/>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9" name="Google Shape;2799;p71"/>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0" name="Google Shape;2800;p71"/>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1" name="Google Shape;2801;p71"/>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2" name="Google Shape;2802;p71"/>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3" name="Google Shape;2803;p71"/>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4" name="Google Shape;2804;p71"/>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5" name="Google Shape;2805;p71"/>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6" name="Google Shape;2806;p71"/>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7" name="Google Shape;2807;p71"/>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8" name="Google Shape;2808;p71"/>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9" name="Google Shape;2809;p71"/>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0" name="Google Shape;2810;p71"/>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1" name="Google Shape;2811;p71"/>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2" name="Google Shape;2812;p71"/>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3" name="Google Shape;2813;p71"/>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4" name="Google Shape;2814;p71"/>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5" name="Google Shape;2815;p71"/>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6" name="Google Shape;2816;p71"/>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7" name="Google Shape;2817;p71"/>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8" name="Google Shape;2818;p71"/>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9" name="Google Shape;2819;p71"/>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0" name="Google Shape;2820;p71"/>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1" name="Google Shape;2821;p71"/>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2" name="Google Shape;2822;p71"/>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3" name="Google Shape;2823;p71"/>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4" name="Google Shape;2824;p71"/>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5" name="Google Shape;2825;p71"/>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6" name="Google Shape;2826;p71"/>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7" name="Google Shape;2827;p71"/>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8" name="Google Shape;2828;p71"/>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9" name="Google Shape;2829;p71"/>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0" name="Google Shape;2830;p71"/>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1" name="Google Shape;2831;p71"/>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2" name="Google Shape;2832;p71"/>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3" name="Google Shape;2833;p71"/>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4" name="Google Shape;2834;p71"/>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5" name="Google Shape;2835;p71"/>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6" name="Google Shape;2836;p71"/>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7" name="Google Shape;2837;p71"/>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8" name="Google Shape;2838;p71"/>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9" name="Google Shape;2839;p71"/>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0" name="Google Shape;2840;p71"/>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1" name="Google Shape;2841;p71"/>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2" name="Google Shape;2842;p71"/>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3" name="Google Shape;2843;p71"/>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4" name="Google Shape;2844;p71"/>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5" name="Google Shape;2845;p71"/>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6" name="Google Shape;2846;p71"/>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7" name="Google Shape;2847;p71"/>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8" name="Google Shape;2848;p71"/>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9" name="Google Shape;2849;p71"/>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0" name="Google Shape;2850;p71"/>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1" name="Google Shape;2851;p71"/>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2" name="Google Shape;2852;p71"/>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3" name="Google Shape;2853;p71"/>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4" name="Google Shape;2854;p71"/>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5" name="Google Shape;2855;p71"/>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6" name="Google Shape;2856;p71"/>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7" name="Google Shape;2857;p71"/>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8" name="Google Shape;2858;p71"/>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9" name="Google Shape;2859;p71"/>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0" name="Google Shape;2860;p71"/>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1" name="Google Shape;2861;p71"/>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2" name="Google Shape;2862;p71"/>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3" name="Google Shape;2863;p71"/>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4" name="Google Shape;2864;p71"/>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5" name="Google Shape;2865;p71"/>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6" name="Google Shape;2866;p71"/>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7" name="Google Shape;2867;p71"/>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8" name="Google Shape;2868;p71"/>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9" name="Google Shape;2869;p71"/>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0" name="Google Shape;2870;p71"/>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1" name="Google Shape;2871;p71"/>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2" name="Google Shape;2872;p71"/>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3" name="Google Shape;2873;p71"/>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4" name="Google Shape;2874;p71"/>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5" name="Google Shape;2875;p71"/>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6" name="Google Shape;2876;p71"/>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7" name="Google Shape;2877;p71"/>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8" name="Google Shape;2878;p71"/>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9" name="Google Shape;2879;p71"/>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0" name="Google Shape;2880;p71"/>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1" name="Google Shape;2881;p71"/>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2" name="Google Shape;2882;p71"/>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3" name="Google Shape;2883;p71"/>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4" name="Google Shape;2884;p71"/>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5" name="Google Shape;2885;p71"/>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6" name="Google Shape;2886;p71"/>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7" name="Google Shape;2887;p71"/>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8" name="Google Shape;2888;p71"/>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9" name="Google Shape;2889;p71"/>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0" name="Google Shape;2890;p71"/>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1" name="Google Shape;2891;p71"/>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2" name="Google Shape;2892;p71"/>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3" name="Google Shape;2893;p71"/>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4" name="Google Shape;2894;p71"/>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5" name="Google Shape;2895;p71"/>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6" name="Google Shape;2896;p71"/>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7" name="Google Shape;2897;p71"/>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8" name="Google Shape;2898;p71"/>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9" name="Google Shape;2899;p71"/>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0" name="Google Shape;2900;p71"/>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1" name="Google Shape;2901;p71"/>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2" name="Google Shape;2902;p71"/>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3" name="Google Shape;2903;p71"/>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4" name="Google Shape;2904;p71"/>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5" name="Google Shape;2905;p71"/>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6" name="Google Shape;2906;p71"/>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7" name="Google Shape;2907;p71"/>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8" name="Google Shape;2908;p71"/>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9" name="Google Shape;2909;p71"/>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0" name="Google Shape;2910;p71"/>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1" name="Google Shape;2911;p71"/>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2" name="Google Shape;2912;p71"/>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3" name="Google Shape;2913;p71"/>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4" name="Google Shape;2914;p71"/>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5" name="Google Shape;2915;p71"/>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6" name="Google Shape;2916;p71"/>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7" name="Google Shape;2917;p71"/>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8" name="Google Shape;2918;p71"/>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9" name="Google Shape;2919;p71"/>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0" name="Google Shape;2920;p71"/>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1" name="Google Shape;2921;p71"/>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2" name="Google Shape;2922;p71"/>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3" name="Google Shape;2923;p71"/>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4" name="Google Shape;2924;p71"/>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5" name="Google Shape;2925;p71"/>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6" name="Google Shape;2926;p71"/>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7" name="Google Shape;2927;p71"/>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8" name="Google Shape;2928;p71"/>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9" name="Google Shape;2929;p71"/>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0" name="Google Shape;2930;p71"/>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1" name="Google Shape;2931;p71"/>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2" name="Google Shape;2932;p71"/>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3" name="Google Shape;2933;p71"/>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4" name="Google Shape;2934;p71"/>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5" name="Google Shape;2935;p71"/>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6" name="Google Shape;2936;p71"/>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7" name="Google Shape;2937;p71"/>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8" name="Google Shape;2938;p71"/>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9" name="Google Shape;2939;p71"/>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0" name="Google Shape;2940;p71"/>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1" name="Google Shape;2941;p71"/>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2" name="Google Shape;2942;p71"/>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3" name="Google Shape;2943;p71"/>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4" name="Google Shape;2944;p71"/>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5" name="Google Shape;2945;p71"/>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6" name="Google Shape;2946;p71"/>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7" name="Google Shape;2947;p71"/>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8" name="Google Shape;2948;p71"/>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9" name="Google Shape;2949;p71"/>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0" name="Google Shape;2950;p71"/>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1" name="Google Shape;2951;p71"/>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2" name="Google Shape;2952;p71"/>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3" name="Google Shape;2953;p71"/>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4" name="Google Shape;2954;p71"/>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5" name="Google Shape;2955;p71"/>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6" name="Google Shape;2956;p71"/>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7" name="Google Shape;2957;p71"/>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8" name="Google Shape;2958;p71"/>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9" name="Google Shape;2959;p71"/>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0" name="Google Shape;2960;p71"/>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1" name="Google Shape;2961;p71"/>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2" name="Google Shape;2962;p71"/>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3" name="Google Shape;2963;p71"/>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4" name="Google Shape;2964;p71"/>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5" name="Google Shape;2965;p71"/>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6" name="Google Shape;2966;p71"/>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7" name="Google Shape;2967;p71"/>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8" name="Google Shape;2968;p71"/>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9" name="Google Shape;2969;p71"/>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0" name="Google Shape;2970;p71"/>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1" name="Google Shape;2971;p71"/>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2" name="Google Shape;2972;p71"/>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3" name="Google Shape;2973;p71"/>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4" name="Google Shape;2974;p71"/>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5" name="Google Shape;2975;p71"/>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6" name="Google Shape;2976;p71"/>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7" name="Google Shape;2977;p71"/>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8" name="Google Shape;2978;p71"/>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9" name="Google Shape;2979;p71"/>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0" name="Google Shape;2980;p71"/>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1" name="Google Shape;2981;p71"/>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2" name="Google Shape;2982;p71"/>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3" name="Google Shape;2983;p71"/>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4" name="Google Shape;2984;p71"/>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5" name="Google Shape;2985;p71"/>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6" name="Google Shape;2986;p71"/>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7" name="Google Shape;2987;p71"/>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8" name="Google Shape;2988;p71"/>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9" name="Google Shape;2989;p71"/>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0" name="Google Shape;2990;p71"/>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1" name="Google Shape;2991;p71"/>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2" name="Google Shape;2992;p71"/>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3" name="Google Shape;2993;p71"/>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4" name="Google Shape;2994;p71"/>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5" name="Google Shape;2995;p71"/>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6" name="Google Shape;2996;p71"/>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7" name="Google Shape;2997;p71"/>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8" name="Google Shape;2998;p71"/>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9" name="Google Shape;2999;p71"/>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0" name="Google Shape;3000;p71"/>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1" name="Google Shape;3001;p71"/>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2" name="Google Shape;3002;p71"/>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3" name="Google Shape;3003;p71"/>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4" name="Google Shape;3004;p71"/>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5" name="Google Shape;3005;p71"/>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6" name="Google Shape;3006;p71"/>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7" name="Google Shape;3007;p71"/>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8" name="Google Shape;3008;p71"/>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9" name="Google Shape;3009;p71"/>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0" name="Google Shape;3010;p71"/>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1" name="Google Shape;3011;p71"/>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2" name="Google Shape;3012;p71"/>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3" name="Google Shape;3013;p71"/>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4" name="Google Shape;3014;p71"/>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5" name="Google Shape;3015;p71"/>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6" name="Google Shape;3016;p71"/>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7" name="Google Shape;3017;p71"/>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8" name="Google Shape;3018;p71"/>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9" name="Google Shape;3019;p71"/>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0" name="Google Shape;3020;p71"/>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1" name="Google Shape;3021;p71"/>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2" name="Google Shape;3022;p71"/>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3" name="Google Shape;3023;p71"/>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4" name="Google Shape;3024;p71"/>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5" name="Google Shape;3025;p71"/>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6" name="Google Shape;3026;p71"/>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7" name="Google Shape;3027;p71"/>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8" name="Google Shape;3028;p71"/>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9" name="Google Shape;3029;p71"/>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0" name="Google Shape;3030;p71"/>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1" name="Google Shape;3031;p71"/>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2" name="Google Shape;3032;p71"/>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3" name="Google Shape;3033;p71"/>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4" name="Google Shape;3034;p71"/>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5" name="Google Shape;3035;p71"/>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6" name="Google Shape;3036;p71"/>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7" name="Google Shape;3037;p71"/>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8" name="Google Shape;3038;p71"/>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9" name="Google Shape;3039;p71"/>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0" name="Google Shape;3040;p71"/>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1" name="Google Shape;3041;p71"/>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2" name="Google Shape;3042;p71"/>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3" name="Google Shape;3043;p71"/>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4" name="Google Shape;3044;p71"/>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5" name="Google Shape;3045;p71"/>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6" name="Google Shape;3046;p71"/>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7" name="Google Shape;3047;p71"/>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8" name="Google Shape;3048;p71"/>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9" name="Google Shape;3049;p71"/>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0" name="Google Shape;3050;p71"/>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1" name="Google Shape;3051;p71"/>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2" name="Google Shape;3052;p71"/>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3" name="Google Shape;3053;p71"/>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4" name="Google Shape;3054;p71"/>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5" name="Google Shape;3055;p71"/>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6" name="Google Shape;3056;p71"/>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7" name="Google Shape;3057;p71"/>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8" name="Google Shape;3058;p71"/>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9" name="Google Shape;3059;p71"/>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0" name="Google Shape;3060;p71"/>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1" name="Google Shape;3061;p71"/>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2" name="Google Shape;3062;p71"/>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3" name="Google Shape;3063;p71"/>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4" name="Google Shape;3064;p71"/>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5" name="Google Shape;3065;p71"/>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6" name="Google Shape;3066;p71"/>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7" name="Google Shape;3067;p71"/>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8" name="Google Shape;3068;p71"/>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9" name="Google Shape;3069;p71"/>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0" name="Google Shape;3070;p71"/>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1" name="Google Shape;3071;p71"/>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2" name="Google Shape;3072;p71"/>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3" name="Google Shape;3073;p71"/>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4" name="Google Shape;3074;p71"/>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5" name="Google Shape;3075;p71"/>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6" name="Google Shape;3076;p71"/>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7" name="Google Shape;3077;p71"/>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8" name="Google Shape;3078;p71"/>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9" name="Google Shape;3079;p71"/>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0" name="Google Shape;3080;p71"/>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1" name="Google Shape;3081;p71"/>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2" name="Google Shape;3082;p71"/>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3" name="Google Shape;3083;p71"/>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4" name="Google Shape;3084;p71"/>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5" name="Google Shape;3085;p71"/>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6" name="Google Shape;3086;p71"/>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7" name="Google Shape;3087;p71"/>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8" name="Google Shape;3088;p71"/>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9" name="Google Shape;3089;p71"/>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0" name="Google Shape;3090;p71"/>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1" name="Google Shape;3091;p71"/>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2" name="Google Shape;3092;p71"/>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3" name="Google Shape;3093;p71"/>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4" name="Google Shape;3094;p71"/>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5" name="Google Shape;3095;p71"/>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6" name="Google Shape;3096;p71"/>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7" name="Google Shape;3097;p71"/>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8" name="Google Shape;3098;p71"/>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9" name="Google Shape;3099;p71"/>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0" name="Google Shape;3100;p71"/>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1" name="Google Shape;3101;p71"/>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2" name="Google Shape;3102;p71"/>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3" name="Google Shape;3103;p71"/>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4" name="Google Shape;3104;p71"/>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5" name="Google Shape;3105;p71"/>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6" name="Google Shape;3106;p71"/>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7" name="Google Shape;3107;p71"/>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8" name="Google Shape;3108;p71"/>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9" name="Google Shape;3109;p71"/>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0" name="Google Shape;3110;p71"/>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1" name="Google Shape;3111;p71"/>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2" name="Google Shape;3112;p71"/>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3" name="Google Shape;3113;p71"/>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4" name="Google Shape;3114;p71"/>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5" name="Google Shape;3115;p71"/>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6" name="Google Shape;3116;p71"/>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7" name="Google Shape;3117;p71"/>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8" name="Google Shape;3118;p71"/>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9" name="Google Shape;3119;p71"/>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0" name="Google Shape;3120;p71"/>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1" name="Google Shape;3121;p71"/>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2" name="Google Shape;3122;p71"/>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3" name="Google Shape;3123;p71"/>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4" name="Google Shape;3124;p71"/>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5" name="Google Shape;3125;p71"/>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6" name="Google Shape;3126;p71"/>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7" name="Google Shape;3127;p71"/>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8" name="Google Shape;3128;p71"/>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9" name="Google Shape;3129;p71"/>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0" name="Google Shape;3130;p71"/>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1" name="Google Shape;3131;p71"/>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2" name="Google Shape;3132;p71"/>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3" name="Google Shape;3133;p71"/>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4" name="Google Shape;3134;p71"/>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5" name="Google Shape;3135;p71"/>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6" name="Google Shape;3136;p71"/>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7" name="Google Shape;3137;p71"/>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8" name="Google Shape;3138;p71"/>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9" name="Google Shape;3139;p71"/>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0" name="Google Shape;3140;p71"/>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1" name="Google Shape;3141;p71"/>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2" name="Google Shape;3142;p71"/>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3" name="Google Shape;3143;p71"/>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4" name="Google Shape;3144;p71"/>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5" name="Google Shape;3145;p71"/>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6" name="Google Shape;3146;p71"/>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7" name="Google Shape;3147;p71"/>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8" name="Google Shape;3148;p71"/>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9" name="Google Shape;3149;p71"/>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0" name="Google Shape;3150;p71"/>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1" name="Google Shape;3151;p71"/>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2" name="Google Shape;3152;p71"/>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3" name="Google Shape;3153;p71"/>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4" name="Google Shape;3154;p71"/>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5" name="Google Shape;3155;p71"/>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6" name="Google Shape;3156;p71"/>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7" name="Google Shape;3157;p71"/>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8" name="Google Shape;3158;p71"/>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9" name="Google Shape;3159;p71"/>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0" name="Google Shape;3160;p71"/>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1" name="Google Shape;3161;p71"/>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2" name="Google Shape;3162;p71"/>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3" name="Google Shape;3163;p71"/>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4" name="Google Shape;3164;p71"/>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5" name="Google Shape;3165;p71"/>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6" name="Google Shape;3166;p71"/>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7" name="Google Shape;3167;p71"/>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8" name="Google Shape;3168;p71"/>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9" name="Google Shape;3169;p71"/>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0" name="Google Shape;3170;p71"/>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1" name="Google Shape;3171;p71"/>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2" name="Google Shape;3172;p71"/>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3" name="Google Shape;3173;p71"/>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4" name="Google Shape;3174;p71"/>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5" name="Google Shape;3175;p71"/>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6" name="Google Shape;3176;p71"/>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7" name="Google Shape;3177;p71"/>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8" name="Google Shape;3178;p71"/>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9" name="Google Shape;3179;p71"/>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0" name="Google Shape;3180;p71"/>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1" name="Google Shape;3181;p71"/>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2" name="Google Shape;3182;p71"/>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3" name="Google Shape;3183;p71"/>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4" name="Google Shape;3184;p71"/>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5" name="Google Shape;3185;p71"/>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6" name="Google Shape;3186;p71"/>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7" name="Google Shape;3187;p71"/>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8" name="Google Shape;3188;p71"/>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9" name="Google Shape;3189;p71"/>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0" name="Google Shape;3190;p71"/>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1" name="Google Shape;3191;p71"/>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2" name="Google Shape;3192;p71"/>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3" name="Google Shape;3193;p71"/>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4" name="Google Shape;3194;p71"/>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5" name="Google Shape;3195;p71"/>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6" name="Google Shape;3196;p71"/>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7" name="Google Shape;3197;p71"/>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8" name="Google Shape;3198;p71"/>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9" name="Google Shape;3199;p71"/>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0" name="Google Shape;3200;p71"/>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1" name="Google Shape;3201;p71"/>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2" name="Google Shape;3202;p71"/>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3" name="Google Shape;3203;p71"/>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4" name="Google Shape;3204;p71"/>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5" name="Google Shape;3205;p71"/>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6" name="Google Shape;3206;p71"/>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7" name="Google Shape;3207;p71"/>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8" name="Google Shape;3208;p71"/>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9" name="Google Shape;3209;p71"/>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0" name="Google Shape;3210;p71"/>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1" name="Google Shape;3211;p71"/>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2" name="Google Shape;3212;p71"/>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3" name="Google Shape;3213;p71"/>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4" name="Google Shape;3214;p71"/>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5" name="Google Shape;3215;p71"/>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6" name="Google Shape;3216;p71"/>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7" name="Google Shape;3217;p71"/>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8" name="Google Shape;3218;p71"/>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9" name="Google Shape;3219;p71"/>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0" name="Google Shape;3220;p71"/>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1" name="Google Shape;3221;p71"/>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2" name="Google Shape;3222;p71"/>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3" name="Google Shape;3223;p71"/>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4" name="Google Shape;3224;p71"/>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5" name="Google Shape;3225;p71"/>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6" name="Google Shape;3226;p71"/>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7" name="Google Shape;3227;p71"/>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8" name="Google Shape;3228;p71"/>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9" name="Google Shape;3229;p71"/>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0" name="Google Shape;3230;p71"/>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1" name="Google Shape;3231;p71"/>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2" name="Google Shape;3232;p71"/>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3" name="Google Shape;3233;p71"/>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4" name="Google Shape;3234;p71"/>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5" name="Google Shape;3235;p71"/>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6" name="Google Shape;3236;p71"/>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7" name="Google Shape;3237;p71"/>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8" name="Google Shape;3238;p71"/>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9" name="Google Shape;3239;p71"/>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0" name="Google Shape;3240;p71"/>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1" name="Google Shape;3241;p71"/>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2" name="Google Shape;3242;p71"/>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3" name="Google Shape;3243;p71"/>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4" name="Google Shape;3244;p71"/>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5" name="Google Shape;3245;p71"/>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6" name="Google Shape;3246;p71"/>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7" name="Google Shape;3247;p71"/>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8" name="Google Shape;3248;p71"/>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9" name="Google Shape;3249;p71"/>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0" name="Google Shape;3250;p71"/>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1" name="Google Shape;3251;p71"/>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2" name="Google Shape;3252;p71"/>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3" name="Google Shape;3253;p71"/>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4" name="Google Shape;3254;p71"/>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5" name="Google Shape;3255;p71"/>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6" name="Google Shape;3256;p71"/>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7" name="Google Shape;3257;p71"/>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8" name="Google Shape;3258;p71"/>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9" name="Google Shape;3259;p71"/>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0" name="Google Shape;3260;p71"/>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1" name="Google Shape;3261;p71"/>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2" name="Google Shape;3262;p71"/>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3" name="Google Shape;3263;p71"/>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4" name="Google Shape;3264;p71"/>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5" name="Google Shape;3265;p71"/>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6" name="Google Shape;3266;p71"/>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7" name="Google Shape;3267;p71"/>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8" name="Google Shape;3268;p71"/>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9" name="Google Shape;3269;p71"/>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0" name="Google Shape;3270;p71"/>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1" name="Google Shape;3271;p71"/>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2" name="Google Shape;3272;p71"/>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3" name="Google Shape;3273;p71"/>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4" name="Google Shape;3274;p71"/>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5" name="Google Shape;3275;p71"/>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6" name="Google Shape;3276;p71"/>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7" name="Google Shape;3277;p71"/>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8" name="Google Shape;3278;p71"/>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9" name="Google Shape;3279;p71"/>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0" name="Google Shape;3280;p71"/>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1" name="Google Shape;3281;p71"/>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2" name="Google Shape;3282;p71"/>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3" name="Google Shape;3283;p71"/>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4" name="Google Shape;3284;p71"/>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5" name="Google Shape;3285;p71"/>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6" name="Google Shape;3286;p71"/>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7" name="Google Shape;3287;p71"/>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8" name="Google Shape;3288;p71"/>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9" name="Google Shape;3289;p71"/>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0" name="Google Shape;3290;p71"/>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1" name="Google Shape;3291;p71"/>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2" name="Google Shape;3292;p71"/>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3" name="Google Shape;3293;p71"/>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4" name="Google Shape;3294;p71"/>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5" name="Google Shape;3295;p71"/>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6" name="Google Shape;3296;p71"/>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7" name="Google Shape;3297;p71"/>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8" name="Google Shape;3298;p71"/>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9" name="Google Shape;3299;p71"/>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0" name="Google Shape;3300;p71"/>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1" name="Google Shape;3301;p71"/>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2" name="Google Shape;3302;p71"/>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3" name="Google Shape;3303;p71"/>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4" name="Google Shape;3304;p71"/>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5" name="Google Shape;3305;p71"/>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6" name="Google Shape;3306;p71"/>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7" name="Google Shape;3307;p71"/>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8" name="Google Shape;3308;p71"/>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9" name="Google Shape;3309;p71"/>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0" name="Google Shape;3310;p71"/>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1" name="Google Shape;3311;p71"/>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2" name="Google Shape;3312;p71"/>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3" name="Google Shape;3313;p71"/>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4" name="Google Shape;3314;p71"/>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5" name="Google Shape;3315;p71"/>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6" name="Google Shape;3316;p71"/>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7" name="Google Shape;3317;p71"/>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8" name="Google Shape;3318;p71"/>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9" name="Google Shape;3319;p71"/>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0" name="Google Shape;3320;p71"/>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1" name="Google Shape;3321;p71"/>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2" name="Google Shape;3322;p71"/>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3" name="Google Shape;3323;p71"/>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4" name="Google Shape;3324;p71"/>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5" name="Google Shape;3325;p71"/>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6" name="Google Shape;3326;p71"/>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7" name="Google Shape;3327;p71"/>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8" name="Google Shape;3328;p71"/>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9" name="Google Shape;3329;p71"/>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0" name="Google Shape;3330;p71"/>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1" name="Google Shape;3331;p71"/>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2" name="Google Shape;3332;p71"/>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3" name="Google Shape;3333;p71"/>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4" name="Google Shape;3334;p71"/>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5" name="Google Shape;3335;p71"/>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6" name="Google Shape;3336;p71"/>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7" name="Google Shape;3337;p71"/>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8" name="Google Shape;3338;p71"/>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9" name="Google Shape;3339;p71"/>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0" name="Google Shape;3340;p71"/>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1" name="Google Shape;3341;p71"/>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2" name="Google Shape;3342;p71"/>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3" name="Google Shape;3343;p71"/>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4" name="Google Shape;3344;p71"/>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5" name="Google Shape;3345;p71"/>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6" name="Google Shape;3346;p71"/>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7" name="Google Shape;3347;p71"/>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8" name="Google Shape;3348;p71"/>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9" name="Google Shape;3349;p71"/>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0" name="Google Shape;3350;p71"/>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1" name="Google Shape;3351;p71"/>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2" name="Google Shape;3352;p71"/>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3" name="Google Shape;3353;p71"/>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4" name="Google Shape;3354;p71"/>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5" name="Google Shape;3355;p71"/>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6" name="Google Shape;3356;p71"/>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7" name="Google Shape;3357;p71"/>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8" name="Google Shape;3358;p71"/>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9" name="Google Shape;3359;p71"/>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0" name="Google Shape;3360;p71"/>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1" name="Google Shape;3361;p71"/>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2" name="Google Shape;3362;p71"/>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3" name="Google Shape;3363;p71"/>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4" name="Google Shape;3364;p71"/>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5" name="Google Shape;3365;p71"/>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6" name="Google Shape;3366;p71"/>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7" name="Google Shape;3367;p71"/>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8" name="Google Shape;3368;p71"/>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9" name="Google Shape;3369;p71"/>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0" name="Google Shape;3370;p71"/>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1" name="Google Shape;3371;p71"/>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2" name="Google Shape;3372;p71"/>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3" name="Google Shape;3373;p71"/>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4" name="Google Shape;3374;p71"/>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5" name="Google Shape;3375;p71"/>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6" name="Google Shape;3376;p71"/>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7" name="Google Shape;3377;p71"/>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8" name="Google Shape;3378;p71"/>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9" name="Google Shape;3379;p71"/>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0" name="Google Shape;3380;p71"/>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1" name="Google Shape;3381;p71"/>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2" name="Google Shape;3382;p71"/>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3" name="Google Shape;3383;p71"/>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4" name="Google Shape;3384;p71"/>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5" name="Google Shape;3385;p71"/>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6" name="Google Shape;3386;p71"/>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7" name="Google Shape;3387;p71"/>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8" name="Google Shape;3388;p71"/>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9" name="Google Shape;3389;p71"/>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0" name="Google Shape;3390;p71"/>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1" name="Google Shape;3391;p71"/>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2" name="Google Shape;3392;p71"/>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3" name="Google Shape;3393;p71"/>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4" name="Google Shape;3394;p71"/>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5" name="Google Shape;3395;p71"/>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6" name="Google Shape;3396;p71"/>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7" name="Google Shape;3397;p71"/>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8" name="Google Shape;3398;p71"/>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9" name="Google Shape;3399;p71"/>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0" name="Google Shape;3400;p71"/>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1" name="Google Shape;3401;p71"/>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2" name="Google Shape;3402;p71"/>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3" name="Google Shape;3403;p71"/>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4" name="Google Shape;3404;p71"/>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5" name="Google Shape;3405;p71"/>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6" name="Google Shape;3406;p71"/>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7" name="Google Shape;3407;p71"/>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8" name="Google Shape;3408;p71"/>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9" name="Google Shape;3409;p71"/>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0" name="Google Shape;3410;p71"/>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1" name="Google Shape;3411;p71"/>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2" name="Google Shape;3412;p71"/>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3" name="Google Shape;3413;p71"/>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4" name="Google Shape;3414;p71"/>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5" name="Google Shape;3415;p71"/>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6" name="Google Shape;3416;p71"/>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7" name="Google Shape;3417;p71"/>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8" name="Google Shape;3418;p71"/>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9" name="Google Shape;3419;p71"/>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0" name="Google Shape;3420;p71"/>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1" name="Google Shape;3421;p71"/>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2" name="Google Shape;3422;p71"/>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3" name="Google Shape;3423;p71"/>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4" name="Google Shape;3424;p71"/>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5" name="Google Shape;3425;p71"/>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6" name="Google Shape;3426;p71"/>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7" name="Google Shape;3427;p71"/>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8" name="Google Shape;3428;p71"/>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9" name="Google Shape;3429;p71"/>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0" name="Google Shape;3430;p71"/>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1" name="Google Shape;3431;p71"/>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2" name="Google Shape;3432;p71"/>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3" name="Google Shape;3433;p71"/>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4" name="Google Shape;3434;p71"/>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5" name="Google Shape;3435;p71"/>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6" name="Google Shape;3436;p71"/>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7" name="Google Shape;3437;p71"/>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8" name="Google Shape;3438;p71"/>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9" name="Google Shape;3439;p71"/>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0" name="Google Shape;3440;p71"/>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1" name="Google Shape;3441;p71"/>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2" name="Google Shape;3442;p71"/>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3" name="Google Shape;3443;p71"/>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4" name="Google Shape;3444;p71"/>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5" name="Google Shape;3445;p71"/>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6" name="Google Shape;3446;p71"/>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7" name="Google Shape;3447;p71"/>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8" name="Google Shape;3448;p71"/>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9" name="Google Shape;3449;p71"/>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0" name="Google Shape;3450;p71"/>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1" name="Google Shape;3451;p71"/>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2" name="Google Shape;3452;p71"/>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3" name="Google Shape;3453;p71"/>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4" name="Google Shape;3454;p71"/>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5" name="Google Shape;3455;p71"/>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6" name="Google Shape;3456;p71"/>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7" name="Google Shape;3457;p71"/>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8" name="Google Shape;3458;p71"/>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9" name="Google Shape;3459;p71"/>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0" name="Google Shape;3460;p71"/>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1" name="Google Shape;3461;p71"/>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2" name="Google Shape;3462;p71"/>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3" name="Google Shape;3463;p71"/>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4" name="Google Shape;3464;p71"/>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5" name="Google Shape;3465;p71"/>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6" name="Google Shape;3466;p71"/>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7" name="Google Shape;3467;p71"/>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8" name="Google Shape;3468;p71"/>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9" name="Google Shape;3469;p71"/>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0" name="Google Shape;3470;p71"/>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1" name="Google Shape;3471;p71"/>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2" name="Google Shape;3472;p71"/>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3" name="Google Shape;3473;p71"/>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4" name="Google Shape;3474;p71"/>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5" name="Google Shape;3475;p71"/>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6" name="Google Shape;3476;p71"/>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7" name="Google Shape;3477;p71"/>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8" name="Google Shape;3478;p71"/>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9" name="Google Shape;3479;p71"/>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0" name="Google Shape;3480;p71"/>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1" name="Google Shape;3481;p71"/>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2" name="Google Shape;3482;p71"/>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3" name="Google Shape;3483;p71"/>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4" name="Google Shape;3484;p71"/>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5" name="Google Shape;3485;p71"/>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6" name="Google Shape;3486;p71"/>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7" name="Google Shape;3487;p71"/>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8" name="Google Shape;3488;p71"/>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9" name="Google Shape;3489;p71"/>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0" name="Google Shape;3490;p71"/>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1" name="Google Shape;3491;p71"/>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2" name="Google Shape;3492;p71"/>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3" name="Google Shape;3493;p71"/>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4" name="Google Shape;3494;p71"/>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5" name="Google Shape;3495;p71"/>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6" name="Google Shape;3496;p71"/>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7" name="Google Shape;3497;p71"/>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8" name="Google Shape;3498;p71"/>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9" name="Google Shape;3499;p71"/>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0" name="Google Shape;3500;p71"/>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1" name="Google Shape;3501;p71"/>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2" name="Google Shape;3502;p71"/>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3" name="Google Shape;3503;p71"/>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4" name="Google Shape;3504;p71"/>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5" name="Google Shape;3505;p71"/>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6" name="Google Shape;3506;p71"/>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7" name="Google Shape;3507;p71"/>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8" name="Google Shape;3508;p71"/>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9" name="Google Shape;3509;p71"/>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0" name="Google Shape;3510;p71"/>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1" name="Google Shape;3511;p71"/>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2" name="Google Shape;3512;p71"/>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3" name="Google Shape;3513;p71"/>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4" name="Google Shape;3514;p71"/>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5" name="Google Shape;3515;p71"/>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6" name="Google Shape;3516;p71"/>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7" name="Google Shape;3517;p71"/>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8" name="Google Shape;3518;p71"/>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9" name="Google Shape;3519;p71"/>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0" name="Google Shape;3520;p71"/>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1" name="Google Shape;3521;p71"/>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2" name="Google Shape;3522;p71"/>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3" name="Google Shape;3523;p71"/>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4" name="Google Shape;3524;p71"/>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5" name="Google Shape;3525;p71"/>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6" name="Google Shape;3526;p71"/>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7" name="Google Shape;3527;p71"/>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8" name="Google Shape;3528;p71"/>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9" name="Google Shape;3529;p71"/>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0" name="Google Shape;3530;p71"/>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1" name="Google Shape;3531;p71"/>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2" name="Google Shape;3532;p71"/>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3" name="Google Shape;3533;p71"/>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4" name="Google Shape;3534;p71"/>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5" name="Google Shape;3535;p71"/>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6" name="Google Shape;3536;p71"/>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7" name="Google Shape;3537;p71"/>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8" name="Google Shape;3538;p71"/>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9" name="Google Shape;3539;p71"/>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0" name="Google Shape;3540;p71"/>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1" name="Google Shape;3541;p71"/>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2" name="Google Shape;3542;p71"/>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3" name="Google Shape;3543;p71"/>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4" name="Google Shape;3544;p71"/>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5" name="Google Shape;3545;p71"/>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6" name="Google Shape;3546;p71"/>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7" name="Google Shape;3547;p71"/>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8" name="Google Shape;3548;p71"/>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9" name="Google Shape;3549;p71"/>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0" name="Google Shape;3550;p71"/>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1" name="Google Shape;3551;p71"/>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2" name="Google Shape;3552;p71"/>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3" name="Google Shape;3553;p71"/>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4" name="Google Shape;3554;p71"/>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5" name="Google Shape;3555;p71"/>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6" name="Google Shape;3556;p71"/>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7" name="Google Shape;3557;p71"/>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8" name="Google Shape;3558;p71"/>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9" name="Google Shape;3559;p71"/>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0" name="Google Shape;3560;p71"/>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1" name="Google Shape;3561;p71"/>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2" name="Google Shape;3562;p71"/>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3" name="Google Shape;3563;p71"/>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4" name="Google Shape;3564;p71"/>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5" name="Google Shape;3565;p71"/>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6" name="Google Shape;3566;p71"/>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7" name="Google Shape;3567;p71"/>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8" name="Google Shape;3568;p71"/>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9" name="Google Shape;3569;p71"/>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0" name="Google Shape;3570;p71"/>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1" name="Google Shape;3571;p71"/>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2" name="Google Shape;3572;p71"/>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3" name="Google Shape;3573;p71"/>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4" name="Google Shape;3574;p71"/>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5" name="Google Shape;3575;p71"/>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6" name="Google Shape;3576;p71"/>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7" name="Google Shape;3577;p71"/>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8" name="Google Shape;3578;p71"/>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9" name="Google Shape;3579;p71"/>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0" name="Google Shape;3580;p71"/>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1" name="Google Shape;3581;p71"/>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2" name="Google Shape;3582;p71"/>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3" name="Google Shape;3583;p71"/>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4" name="Google Shape;3584;p71"/>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5" name="Google Shape;3585;p71"/>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6" name="Google Shape;3586;p71"/>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7" name="Google Shape;3587;p71"/>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8" name="Google Shape;3588;p71"/>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9" name="Google Shape;3589;p71"/>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0" name="Google Shape;3590;p71"/>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1" name="Google Shape;3591;p71"/>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2" name="Google Shape;3592;p71"/>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3" name="Google Shape;3593;p71"/>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4" name="Google Shape;3594;p71"/>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5" name="Google Shape;3595;p71"/>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6" name="Google Shape;3596;p71"/>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7" name="Google Shape;3597;p71"/>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8" name="Google Shape;3598;p71"/>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9" name="Google Shape;3599;p71"/>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0" name="Google Shape;3600;p71"/>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1" name="Google Shape;3601;p71"/>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2" name="Google Shape;3602;p71"/>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3" name="Google Shape;3603;p71"/>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4" name="Google Shape;3604;p71"/>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5" name="Google Shape;3605;p71"/>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6" name="Google Shape;3606;p71"/>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7" name="Google Shape;3607;p71"/>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8" name="Google Shape;3608;p71"/>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9" name="Google Shape;3609;p71"/>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0" name="Google Shape;3610;p71"/>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1" name="Google Shape;3611;p71"/>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2" name="Google Shape;3612;p71"/>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3" name="Google Shape;3613;p71"/>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4" name="Google Shape;3614;p71"/>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5" name="Google Shape;3615;p71"/>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6" name="Google Shape;3616;p71"/>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7" name="Google Shape;3617;p71"/>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8" name="Google Shape;3618;p71"/>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9" name="Google Shape;3619;p71"/>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0" name="Google Shape;3620;p71"/>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1" name="Google Shape;3621;p71"/>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2" name="Google Shape;3622;p71"/>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3" name="Google Shape;3623;p71"/>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4" name="Google Shape;3624;p71"/>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5" name="Google Shape;3625;p71"/>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6" name="Google Shape;3626;p71"/>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7" name="Google Shape;3627;p71"/>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8" name="Google Shape;3628;p71"/>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9" name="Google Shape;3629;p71"/>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0" name="Google Shape;3630;p71"/>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1" name="Google Shape;3631;p71"/>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2" name="Google Shape;3632;p71"/>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3" name="Google Shape;3633;p71"/>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4" name="Google Shape;3634;p71"/>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5" name="Google Shape;3635;p71"/>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6" name="Google Shape;3636;p71"/>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7" name="Google Shape;3637;p71"/>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8" name="Google Shape;3638;p71"/>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9" name="Google Shape;3639;p71"/>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0" name="Google Shape;3640;p71"/>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1" name="Google Shape;3641;p71"/>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2" name="Google Shape;3642;p71"/>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3" name="Google Shape;3643;p71"/>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4" name="Google Shape;3644;p71"/>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5" name="Google Shape;3645;p71"/>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6" name="Google Shape;3646;p71"/>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7" name="Google Shape;3647;p71"/>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8" name="Google Shape;3648;p71"/>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9" name="Google Shape;3649;p71"/>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0" name="Google Shape;3650;p71"/>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1" name="Google Shape;3651;p71"/>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2" name="Google Shape;3652;p71"/>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3" name="Google Shape;3653;p71"/>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4" name="Google Shape;3654;p71"/>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5" name="Google Shape;3655;p71"/>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6" name="Google Shape;3656;p71"/>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7" name="Google Shape;3657;p71"/>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8" name="Google Shape;3658;p71"/>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9" name="Google Shape;3659;p71"/>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0" name="Google Shape;3660;p71"/>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1" name="Google Shape;3661;p71"/>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2" name="Google Shape;3662;p71"/>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3" name="Google Shape;3663;p71"/>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4" name="Google Shape;3664;p71"/>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5" name="Google Shape;3665;p71"/>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6" name="Google Shape;3666;p71"/>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7" name="Google Shape;3667;p71"/>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8" name="Google Shape;3668;p71"/>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9" name="Google Shape;3669;p71"/>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0" name="Google Shape;3670;p71"/>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1" name="Google Shape;3671;p71"/>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2" name="Google Shape;3672;p71"/>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3" name="Google Shape;3673;p71"/>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4" name="Google Shape;3674;p71"/>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5" name="Google Shape;3675;p71"/>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6" name="Google Shape;3676;p71"/>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7" name="Google Shape;3677;p71"/>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8" name="Google Shape;3678;p71"/>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9" name="Google Shape;3679;p71"/>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0" name="Google Shape;3680;p71"/>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1" name="Google Shape;3681;p71"/>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2" name="Google Shape;3682;p71"/>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3" name="Google Shape;3683;p71"/>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4" name="Google Shape;3684;p71"/>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5" name="Google Shape;3685;p71"/>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6" name="Google Shape;3686;p71"/>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7" name="Google Shape;3687;p71"/>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8" name="Google Shape;3688;p71"/>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9" name="Google Shape;3689;p71"/>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0" name="Google Shape;3690;p71"/>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1" name="Google Shape;3691;p71"/>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2" name="Google Shape;3692;p71"/>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3" name="Google Shape;3693;p71"/>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4" name="Google Shape;3694;p71"/>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5" name="Google Shape;3695;p71"/>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6" name="Google Shape;3696;p71"/>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7" name="Google Shape;3697;p71"/>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8" name="Google Shape;3698;p71"/>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9" name="Google Shape;3699;p71"/>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0" name="Google Shape;3700;p71"/>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1" name="Google Shape;3701;p71"/>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2" name="Google Shape;3702;p71"/>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3" name="Google Shape;3703;p71"/>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4" name="Google Shape;3704;p71"/>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5" name="Google Shape;3705;p71"/>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6" name="Google Shape;3706;p71"/>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7" name="Google Shape;3707;p71"/>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8" name="Google Shape;3708;p71"/>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9" name="Google Shape;3709;p71"/>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0" name="Google Shape;3710;p71"/>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1" name="Google Shape;3711;p71"/>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2" name="Google Shape;3712;p71"/>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3" name="Google Shape;3713;p71"/>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4" name="Google Shape;3714;p71"/>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5" name="Google Shape;3715;p71"/>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6" name="Google Shape;3716;p71"/>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7" name="Google Shape;3717;p71"/>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8" name="Google Shape;3718;p71"/>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9" name="Google Shape;3719;p71"/>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0" name="Google Shape;3720;p71"/>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1" name="Google Shape;3721;p71"/>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2" name="Google Shape;3722;p71"/>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3" name="Google Shape;3723;p71"/>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4" name="Google Shape;3724;p71"/>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5" name="Google Shape;3725;p71"/>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6" name="Google Shape;3726;p71"/>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7" name="Google Shape;3727;p71"/>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8" name="Google Shape;3728;p71"/>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9" name="Google Shape;3729;p71"/>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0" name="Google Shape;3730;p71"/>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1" name="Google Shape;3731;p71"/>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2" name="Google Shape;3732;p71"/>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3" name="Google Shape;3733;p71"/>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4" name="Google Shape;3734;p71"/>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5" name="Google Shape;3735;p71"/>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6" name="Google Shape;3736;p71"/>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7" name="Google Shape;3737;p71"/>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8" name="Google Shape;3738;p71"/>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9" name="Google Shape;3739;p71"/>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0" name="Google Shape;3740;p71"/>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1" name="Google Shape;3741;p71"/>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2" name="Google Shape;3742;p71"/>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3" name="Google Shape;3743;p71"/>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4" name="Google Shape;3744;p71"/>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5" name="Google Shape;3745;p71"/>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6" name="Google Shape;3746;p71"/>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7" name="Google Shape;3747;p71"/>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8" name="Google Shape;3748;p71"/>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9" name="Google Shape;3749;p71"/>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0" name="Google Shape;3750;p71"/>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1" name="Google Shape;3751;p71"/>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2" name="Google Shape;3752;p71"/>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3" name="Google Shape;3753;p71"/>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4" name="Google Shape;3754;p71"/>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5" name="Google Shape;3755;p71"/>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6" name="Google Shape;3756;p71"/>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7" name="Google Shape;3757;p71"/>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8" name="Google Shape;3758;p71"/>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9" name="Google Shape;3759;p71"/>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0" name="Google Shape;3760;p71"/>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1" name="Google Shape;3761;p71"/>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2" name="Google Shape;3762;p71"/>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3" name="Google Shape;3763;p71"/>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4" name="Google Shape;3764;p71"/>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5" name="Google Shape;3765;p71"/>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6" name="Google Shape;3766;p71"/>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7" name="Google Shape;3767;p71"/>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8" name="Google Shape;3768;p71"/>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9" name="Google Shape;3769;p71"/>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0" name="Google Shape;3770;p71"/>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1" name="Google Shape;3771;p71"/>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2" name="Google Shape;3772;p71"/>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3" name="Google Shape;3773;p71"/>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4" name="Google Shape;3774;p71"/>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5" name="Google Shape;3775;p71"/>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6" name="Google Shape;3776;p71"/>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7" name="Google Shape;3777;p71"/>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8" name="Google Shape;3778;p71"/>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9" name="Google Shape;3779;p71"/>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0" name="Google Shape;3780;p71"/>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1" name="Google Shape;3781;p71"/>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2" name="Google Shape;3782;p71"/>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3" name="Google Shape;3783;p71"/>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4" name="Google Shape;3784;p71"/>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5" name="Google Shape;3785;p71"/>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6" name="Google Shape;3786;p71"/>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7" name="Google Shape;3787;p71"/>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8" name="Google Shape;3788;p71"/>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9" name="Google Shape;3789;p71"/>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0" name="Google Shape;3790;p71"/>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1" name="Google Shape;3791;p71"/>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2" name="Google Shape;3792;p71"/>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3" name="Google Shape;3793;p71"/>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4" name="Google Shape;3794;p71"/>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5" name="Google Shape;3795;p71"/>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6" name="Google Shape;3796;p71"/>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7" name="Google Shape;3797;p71"/>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8" name="Google Shape;3798;p71"/>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9" name="Google Shape;3799;p71"/>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0" name="Google Shape;3800;p71"/>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1" name="Google Shape;3801;p71"/>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2" name="Google Shape;3802;p71"/>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3" name="Google Shape;3803;p71"/>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4" name="Google Shape;3804;p71"/>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5" name="Google Shape;3805;p71"/>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6" name="Google Shape;3806;p71"/>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7" name="Google Shape;3807;p71"/>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8" name="Google Shape;3808;p71"/>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9" name="Google Shape;3809;p71"/>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0" name="Google Shape;3810;p71"/>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1" name="Google Shape;3811;p71"/>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2" name="Google Shape;3812;p71"/>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3" name="Google Shape;3813;p71"/>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4" name="Google Shape;3814;p71"/>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5" name="Google Shape;3815;p71"/>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6" name="Google Shape;3816;p71"/>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7" name="Google Shape;3817;p71"/>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8" name="Google Shape;3818;p71"/>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9" name="Google Shape;3819;p71"/>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0" name="Google Shape;3820;p71"/>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1" name="Google Shape;3821;p71"/>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2" name="Google Shape;3822;p71"/>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3" name="Google Shape;3823;p71"/>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4" name="Google Shape;3824;p71"/>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5" name="Google Shape;3825;p71"/>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6" name="Google Shape;3826;p71"/>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7" name="Google Shape;3827;p71"/>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8" name="Google Shape;3828;p71"/>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9" name="Google Shape;3829;p71"/>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0" name="Google Shape;3830;p71"/>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1" name="Google Shape;3831;p71"/>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2" name="Google Shape;3832;p71"/>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3" name="Google Shape;3833;p71"/>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4" name="Google Shape;3834;p71"/>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5" name="Google Shape;3835;p71"/>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6" name="Google Shape;3836;p71"/>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7" name="Google Shape;3837;p71"/>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8" name="Google Shape;3838;p71"/>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9" name="Google Shape;3839;p71"/>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0" name="Google Shape;3840;p71"/>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1" name="Google Shape;3841;p71"/>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2" name="Google Shape;3842;p71"/>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3" name="Google Shape;3843;p71"/>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4" name="Google Shape;3844;p71"/>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5" name="Google Shape;3845;p71"/>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6" name="Google Shape;3846;p71"/>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7" name="Google Shape;3847;p71"/>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8" name="Google Shape;3848;p71"/>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9" name="Google Shape;3849;p71"/>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0" name="Google Shape;3850;p71"/>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1" name="Google Shape;3851;p71"/>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2" name="Google Shape;3852;p71"/>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3" name="Google Shape;3853;p71"/>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4" name="Google Shape;3854;p71"/>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5" name="Google Shape;3855;p71"/>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6" name="Google Shape;3856;p71"/>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7" name="Google Shape;3857;p71"/>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8" name="Google Shape;3858;p71"/>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9" name="Google Shape;3859;p71"/>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0" name="Google Shape;3860;p71"/>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1" name="Google Shape;3861;p71"/>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2" name="Google Shape;3862;p71"/>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3" name="Google Shape;3863;p71"/>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4" name="Google Shape;3864;p71"/>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5" name="Google Shape;3865;p71"/>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6" name="Google Shape;3866;p71"/>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7" name="Google Shape;3867;p71"/>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8" name="Google Shape;3868;p71"/>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9" name="Google Shape;3869;p71"/>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0" name="Google Shape;3870;p71"/>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1" name="Google Shape;3871;p71"/>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2" name="Google Shape;3872;p71"/>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3" name="Google Shape;3873;p71"/>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4" name="Google Shape;3874;p71"/>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5" name="Google Shape;3875;p71"/>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6" name="Google Shape;3876;p71"/>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7" name="Google Shape;3877;p71"/>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8" name="Google Shape;3878;p71"/>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9" name="Google Shape;3879;p71"/>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0" name="Google Shape;3880;p71"/>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1" name="Google Shape;3881;p71"/>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2" name="Google Shape;3882;p71"/>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3" name="Google Shape;3883;p71"/>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4" name="Google Shape;3884;p71"/>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5" name="Google Shape;3885;p71"/>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6" name="Google Shape;3886;p71"/>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7" name="Google Shape;3887;p71"/>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8" name="Google Shape;3888;p71"/>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9" name="Google Shape;3889;p71"/>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0" name="Google Shape;3890;p71"/>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1" name="Google Shape;3891;p71"/>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2" name="Google Shape;3892;p71"/>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3" name="Google Shape;3893;p71"/>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4" name="Google Shape;3894;p71"/>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5" name="Google Shape;3895;p71"/>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6" name="Google Shape;3896;p71"/>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7" name="Google Shape;3897;p71"/>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8" name="Google Shape;3898;p71"/>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9" name="Google Shape;3899;p71"/>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0" name="Google Shape;3900;p71"/>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1" name="Google Shape;3901;p71"/>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2" name="Google Shape;3902;p71"/>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3" name="Google Shape;3903;p71"/>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4" name="Google Shape;3904;p71"/>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5" name="Google Shape;3905;p71"/>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6" name="Google Shape;3906;p71"/>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7" name="Google Shape;3907;p71"/>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8" name="Google Shape;3908;p71"/>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9" name="Google Shape;3909;p71"/>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0" name="Google Shape;3910;p71"/>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1" name="Google Shape;3911;p71"/>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2" name="Google Shape;3912;p71"/>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3" name="Google Shape;3913;p71"/>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4" name="Google Shape;3914;p71"/>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5" name="Google Shape;3915;p71"/>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6" name="Google Shape;3916;p71"/>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7" name="Google Shape;3917;p71"/>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8" name="Google Shape;3918;p71"/>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9" name="Google Shape;3919;p71"/>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0" name="Google Shape;3920;p71"/>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1" name="Google Shape;3921;p71"/>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2" name="Google Shape;3922;p71"/>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3" name="Google Shape;3923;p71"/>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4" name="Google Shape;3924;p71"/>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5" name="Google Shape;3925;p71"/>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6" name="Google Shape;3926;p71"/>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7" name="Google Shape;3927;p71"/>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8" name="Google Shape;3928;p71"/>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9" name="Google Shape;3929;p71"/>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0" name="Google Shape;3930;p71"/>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1" name="Google Shape;3931;p71"/>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2" name="Google Shape;3932;p71"/>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3" name="Google Shape;3933;p71"/>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4" name="Google Shape;3934;p71"/>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5" name="Google Shape;3935;p71"/>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6" name="Google Shape;3936;p71"/>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7" name="Google Shape;3937;p71"/>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8" name="Google Shape;3938;p71"/>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9" name="Google Shape;3939;p71"/>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0" name="Google Shape;3940;p71"/>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1" name="Google Shape;3941;p71"/>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2" name="Google Shape;3942;p71"/>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3" name="Google Shape;3943;p71"/>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4" name="Google Shape;3944;p71"/>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5" name="Google Shape;3945;p71"/>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6" name="Google Shape;3946;p71"/>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7" name="Google Shape;3947;p71"/>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8" name="Google Shape;3948;p71"/>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9" name="Google Shape;3949;p71"/>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0" name="Google Shape;3950;p71"/>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1" name="Google Shape;3951;p71"/>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2" name="Google Shape;3952;p71"/>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3" name="Google Shape;3953;p71"/>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4" name="Google Shape;3954;p71"/>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5" name="Google Shape;3955;p71"/>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6" name="Google Shape;3956;p71"/>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7" name="Google Shape;3957;p71"/>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8" name="Google Shape;3958;p71"/>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9" name="Google Shape;3959;p71"/>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0" name="Google Shape;3960;p71"/>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1" name="Google Shape;3961;p71"/>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2" name="Google Shape;3962;p71"/>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3" name="Google Shape;3963;p71"/>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4" name="Google Shape;3964;p71"/>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5" name="Google Shape;3965;p71"/>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6" name="Google Shape;3966;p71"/>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7" name="Google Shape;3967;p71"/>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8" name="Google Shape;3968;p71"/>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9" name="Google Shape;3969;p71"/>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0" name="Google Shape;3970;p71"/>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1" name="Google Shape;3971;p71"/>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2" name="Google Shape;3972;p71"/>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3" name="Google Shape;3973;p71"/>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4" name="Google Shape;3974;p71"/>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5" name="Google Shape;3975;p71"/>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6" name="Google Shape;3976;p71"/>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7" name="Google Shape;3977;p71"/>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8" name="Google Shape;3978;p71"/>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9" name="Google Shape;3979;p71"/>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0" name="Google Shape;3980;p71"/>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1" name="Google Shape;3981;p71"/>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2" name="Google Shape;3982;p71"/>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3" name="Google Shape;3983;p71"/>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4" name="Google Shape;3984;p71"/>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5" name="Google Shape;3985;p71"/>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6" name="Google Shape;3986;p71"/>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7" name="Google Shape;3987;p71"/>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8" name="Google Shape;3988;p71"/>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9" name="Google Shape;3989;p71"/>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0" name="Google Shape;3990;p71"/>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1" name="Google Shape;3991;p71"/>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2" name="Google Shape;3992;p71"/>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3" name="Google Shape;3993;p71"/>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4" name="Google Shape;3994;p71"/>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5" name="Google Shape;3995;p71"/>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6" name="Google Shape;3996;p71"/>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7" name="Google Shape;3997;p71"/>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8" name="Google Shape;3998;p71"/>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9" name="Google Shape;3999;p71"/>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0" name="Google Shape;4000;p71"/>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1" name="Google Shape;4001;p71"/>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2" name="Google Shape;4002;p71"/>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3" name="Google Shape;4003;p71"/>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4" name="Google Shape;4004;p71"/>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5" name="Google Shape;4005;p71"/>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6" name="Google Shape;4006;p71"/>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7" name="Google Shape;4007;p71"/>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8" name="Google Shape;4008;p71"/>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9" name="Google Shape;4009;p71"/>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0" name="Google Shape;4010;p71"/>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1" name="Google Shape;4011;p71"/>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2" name="Google Shape;4012;p71"/>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3" name="Google Shape;4013;p71"/>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4" name="Google Shape;4014;p71"/>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5" name="Google Shape;4015;p71"/>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6" name="Google Shape;4016;p71"/>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7" name="Google Shape;4017;p71"/>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8" name="Google Shape;4018;p71"/>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9" name="Google Shape;4019;p71"/>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0" name="Google Shape;4020;p71"/>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1" name="Google Shape;4021;p71"/>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2" name="Google Shape;4022;p71"/>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3" name="Google Shape;4023;p71"/>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4" name="Google Shape;4024;p71"/>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5" name="Google Shape;4025;p71"/>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6" name="Google Shape;4026;p71"/>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7" name="Google Shape;4027;p71"/>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8" name="Google Shape;4028;p71"/>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9" name="Google Shape;4029;p71"/>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0" name="Google Shape;4030;p71"/>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1" name="Google Shape;4031;p71"/>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2" name="Google Shape;4032;p71"/>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3" name="Google Shape;4033;p71"/>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4" name="Google Shape;4034;p71"/>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5" name="Google Shape;4035;p71"/>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6" name="Google Shape;4036;p71"/>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7" name="Google Shape;4037;p71"/>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8" name="Google Shape;4038;p71"/>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9" name="Google Shape;4039;p71"/>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0" name="Google Shape;4040;p71"/>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1" name="Google Shape;4041;p71"/>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2" name="Google Shape;4042;p71"/>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3" name="Google Shape;4043;p71"/>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4" name="Google Shape;4044;p71"/>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5" name="Google Shape;4045;p71"/>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6" name="Google Shape;4046;p71"/>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7" name="Google Shape;4047;p71"/>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8" name="Google Shape;4048;p71"/>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9" name="Google Shape;4049;p71"/>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0" name="Google Shape;4050;p71"/>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1" name="Google Shape;4051;p71"/>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2" name="Google Shape;4052;p71"/>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3" name="Google Shape;4053;p71"/>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054" name="Google Shape;4054;p71"/>
          <p:cNvGrpSpPr/>
          <p:nvPr/>
        </p:nvGrpSpPr>
        <p:grpSpPr>
          <a:xfrm>
            <a:off x="5834044" y="993055"/>
            <a:ext cx="2590840" cy="1380235"/>
            <a:chOff x="233350" y="949250"/>
            <a:chExt cx="7137300" cy="3802300"/>
          </a:xfrm>
        </p:grpSpPr>
        <p:sp>
          <p:nvSpPr>
            <p:cNvPr id="4055" name="Google Shape;4055;p7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6" name="Google Shape;4056;p7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7" name="Google Shape;4057;p7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8" name="Google Shape;4058;p7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9" name="Google Shape;4059;p7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0" name="Google Shape;4060;p7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1" name="Google Shape;4061;p7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2" name="Google Shape;4062;p7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3" name="Google Shape;4063;p7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4" name="Google Shape;4064;p7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5" name="Google Shape;4065;p7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6" name="Google Shape;4066;p7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7" name="Google Shape;4067;p7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8" name="Google Shape;4068;p7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9" name="Google Shape;4069;p7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0" name="Google Shape;4070;p7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1" name="Google Shape;4071;p7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2" name="Google Shape;4072;p7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3" name="Google Shape;4073;p7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4" name="Google Shape;4074;p7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5" name="Google Shape;4075;p7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6" name="Google Shape;4076;p7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7" name="Google Shape;4077;p7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8" name="Google Shape;4078;p7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9" name="Google Shape;4079;p7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0" name="Google Shape;4080;p7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1" name="Google Shape;4081;p7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2" name="Google Shape;4082;p7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3" name="Google Shape;4083;p7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4" name="Google Shape;4084;p7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5" name="Google Shape;4085;p7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6" name="Google Shape;4086;p7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7" name="Google Shape;4087;p7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8" name="Google Shape;4088;p7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9" name="Google Shape;4089;p7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0" name="Google Shape;4090;p7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1" name="Google Shape;4091;p7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2" name="Google Shape;4092;p7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3" name="Google Shape;4093;p7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4" name="Google Shape;4094;p7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5" name="Google Shape;4095;p7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6" name="Google Shape;4096;p7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7" name="Google Shape;4097;p7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8" name="Google Shape;4098;p7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9" name="Google Shape;4099;p7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0" name="Google Shape;4100;p7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1" name="Google Shape;4101;p7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2" name="Google Shape;4102;p7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3" name="Google Shape;4103;p7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4" name="Google Shape;4104;p7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5" name="Google Shape;4105;p7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06" name="Google Shape;4106;p71"/>
          <p:cNvGrpSpPr/>
          <p:nvPr/>
        </p:nvGrpSpPr>
        <p:grpSpPr>
          <a:xfrm>
            <a:off x="7648473" y="3037828"/>
            <a:ext cx="104231" cy="320340"/>
            <a:chOff x="7564426" y="3224343"/>
            <a:chExt cx="119985" cy="368801"/>
          </a:xfrm>
        </p:grpSpPr>
        <p:sp>
          <p:nvSpPr>
            <p:cNvPr id="4107" name="Google Shape;4107;p71"/>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8" name="Google Shape;4108;p71"/>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09" name="Google Shape;4109;p71"/>
          <p:cNvGrpSpPr/>
          <p:nvPr/>
        </p:nvGrpSpPr>
        <p:grpSpPr>
          <a:xfrm>
            <a:off x="7347962" y="3031929"/>
            <a:ext cx="189489" cy="332132"/>
            <a:chOff x="8370831" y="3202002"/>
            <a:chExt cx="218129" cy="382376"/>
          </a:xfrm>
        </p:grpSpPr>
        <p:sp>
          <p:nvSpPr>
            <p:cNvPr id="4110" name="Google Shape;4110;p71"/>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1" name="Google Shape;4111;p71"/>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12" name="Google Shape;4112;p71"/>
          <p:cNvGrpSpPr/>
          <p:nvPr/>
        </p:nvGrpSpPr>
        <p:grpSpPr>
          <a:xfrm>
            <a:off x="8071351" y="3443061"/>
            <a:ext cx="309429" cy="267000"/>
            <a:chOff x="6742064" y="3750480"/>
            <a:chExt cx="399315" cy="344560"/>
          </a:xfrm>
        </p:grpSpPr>
        <p:sp>
          <p:nvSpPr>
            <p:cNvPr id="4113" name="Google Shape;4113;p71"/>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4" name="Google Shape;4114;p71"/>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15" name="Google Shape;4115;p71"/>
          <p:cNvGrpSpPr/>
          <p:nvPr/>
        </p:nvGrpSpPr>
        <p:grpSpPr>
          <a:xfrm>
            <a:off x="7610370" y="3794109"/>
            <a:ext cx="180437" cy="281608"/>
            <a:chOff x="7248525" y="3739696"/>
            <a:chExt cx="230531" cy="359790"/>
          </a:xfrm>
        </p:grpSpPr>
        <p:sp>
          <p:nvSpPr>
            <p:cNvPr id="4116" name="Google Shape;4116;p71"/>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7" name="Google Shape;4117;p71"/>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18" name="Google Shape;4118;p71"/>
          <p:cNvGrpSpPr/>
          <p:nvPr/>
        </p:nvGrpSpPr>
        <p:grpSpPr>
          <a:xfrm>
            <a:off x="7856289" y="3437333"/>
            <a:ext cx="162896" cy="278710"/>
            <a:chOff x="7601242" y="3729267"/>
            <a:chExt cx="222566" cy="380803"/>
          </a:xfrm>
        </p:grpSpPr>
        <p:sp>
          <p:nvSpPr>
            <p:cNvPr id="4119" name="Google Shape;4119;p71"/>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0" name="Google Shape;4120;p71"/>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21" name="Google Shape;4121;p71"/>
          <p:cNvSpPr/>
          <p:nvPr/>
        </p:nvSpPr>
        <p:spPr>
          <a:xfrm>
            <a:off x="7822315" y="304969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22" name="Google Shape;4122;p71"/>
          <p:cNvGrpSpPr/>
          <p:nvPr/>
        </p:nvGrpSpPr>
        <p:grpSpPr>
          <a:xfrm>
            <a:off x="7345935" y="3438473"/>
            <a:ext cx="193543" cy="275990"/>
            <a:chOff x="8304647" y="3738687"/>
            <a:chExt cx="225076" cy="320956"/>
          </a:xfrm>
        </p:grpSpPr>
        <p:sp>
          <p:nvSpPr>
            <p:cNvPr id="4123" name="Google Shape;4123;p71"/>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4" name="Google Shape;4124;p71"/>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5" name="Google Shape;4125;p71"/>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26" name="Google Shape;4126;p71"/>
          <p:cNvGrpSpPr/>
          <p:nvPr/>
        </p:nvGrpSpPr>
        <p:grpSpPr>
          <a:xfrm>
            <a:off x="7618427" y="3438473"/>
            <a:ext cx="178492" cy="275990"/>
            <a:chOff x="8615101" y="3738687"/>
            <a:chExt cx="207573" cy="320956"/>
          </a:xfrm>
        </p:grpSpPr>
        <p:sp>
          <p:nvSpPr>
            <p:cNvPr id="4127" name="Google Shape;4127;p71"/>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8" name="Google Shape;4128;p71"/>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9" name="Google Shape;4129;p71"/>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30" name="Google Shape;4130;p71"/>
          <p:cNvSpPr/>
          <p:nvPr/>
        </p:nvSpPr>
        <p:spPr>
          <a:xfrm>
            <a:off x="8114867" y="3028356"/>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31" name="Google Shape;4131;p71"/>
          <p:cNvGrpSpPr/>
          <p:nvPr/>
        </p:nvGrpSpPr>
        <p:grpSpPr>
          <a:xfrm>
            <a:off x="6013132" y="3559961"/>
            <a:ext cx="557671" cy="511283"/>
            <a:chOff x="6015419" y="3716859"/>
            <a:chExt cx="557671" cy="511283"/>
          </a:xfrm>
        </p:grpSpPr>
        <p:sp>
          <p:nvSpPr>
            <p:cNvPr id="4132" name="Google Shape;4132;p71"/>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33" name="Google Shape;4133;p71"/>
            <p:cNvGrpSpPr/>
            <p:nvPr/>
          </p:nvGrpSpPr>
          <p:grpSpPr>
            <a:xfrm>
              <a:off x="6036094" y="3716980"/>
              <a:ext cx="529860" cy="510468"/>
              <a:chOff x="6036094" y="3716980"/>
              <a:chExt cx="529860" cy="510468"/>
            </a:xfrm>
          </p:grpSpPr>
          <p:sp>
            <p:nvSpPr>
              <p:cNvPr id="4134" name="Google Shape;4134;p71"/>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5" name="Google Shape;4135;p71"/>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6" name="Google Shape;4136;p71"/>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7" name="Google Shape;4137;p71"/>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8" name="Google Shape;4138;p71"/>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9" name="Google Shape;4139;p71"/>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0" name="Google Shape;4140;p71"/>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1" name="Google Shape;4141;p71"/>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2" name="Google Shape;4142;p71"/>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3" name="Google Shape;4143;p71"/>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144" name="Google Shape;4144;p71"/>
          <p:cNvGrpSpPr/>
          <p:nvPr/>
        </p:nvGrpSpPr>
        <p:grpSpPr>
          <a:xfrm>
            <a:off x="6642017" y="2916730"/>
            <a:ext cx="576302" cy="511871"/>
            <a:chOff x="6644304" y="3073628"/>
            <a:chExt cx="576302" cy="511871"/>
          </a:xfrm>
        </p:grpSpPr>
        <p:sp>
          <p:nvSpPr>
            <p:cNvPr id="4145" name="Google Shape;4145;p71"/>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46" name="Google Shape;4146;p71"/>
            <p:cNvGrpSpPr/>
            <p:nvPr/>
          </p:nvGrpSpPr>
          <p:grpSpPr>
            <a:xfrm>
              <a:off x="6712169" y="3085440"/>
              <a:ext cx="481622" cy="494913"/>
              <a:chOff x="6712169" y="3085440"/>
              <a:chExt cx="481622" cy="494913"/>
            </a:xfrm>
          </p:grpSpPr>
          <p:sp>
            <p:nvSpPr>
              <p:cNvPr id="4147" name="Google Shape;4147;p71"/>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8" name="Google Shape;4148;p71"/>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9" name="Google Shape;4149;p71"/>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0" name="Google Shape;4150;p71"/>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1" name="Google Shape;4151;p71"/>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52" name="Google Shape;4152;p71"/>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3" name="Google Shape;4153;p71"/>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4" name="Google Shape;4154;p71"/>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55" name="Google Shape;4155;p71"/>
          <p:cNvSpPr/>
          <p:nvPr/>
        </p:nvSpPr>
        <p:spPr>
          <a:xfrm>
            <a:off x="6986052" y="2933359"/>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56" name="Google Shape;4156;p71"/>
          <p:cNvGrpSpPr/>
          <p:nvPr/>
        </p:nvGrpSpPr>
        <p:grpSpPr>
          <a:xfrm>
            <a:off x="6649868" y="3559725"/>
            <a:ext cx="560631" cy="511352"/>
            <a:chOff x="6652154" y="3716623"/>
            <a:chExt cx="560631" cy="511352"/>
          </a:xfrm>
        </p:grpSpPr>
        <p:sp>
          <p:nvSpPr>
            <p:cNvPr id="4157" name="Google Shape;4157;p71"/>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58" name="Google Shape;4158;p71"/>
            <p:cNvGrpSpPr/>
            <p:nvPr/>
          </p:nvGrpSpPr>
          <p:grpSpPr>
            <a:xfrm>
              <a:off x="6669657" y="3716715"/>
              <a:ext cx="466779" cy="464290"/>
              <a:chOff x="6669657" y="3716715"/>
              <a:chExt cx="466779" cy="464290"/>
            </a:xfrm>
          </p:grpSpPr>
          <p:sp>
            <p:nvSpPr>
              <p:cNvPr id="4159" name="Google Shape;4159;p71"/>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0" name="Google Shape;4160;p71"/>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1" name="Google Shape;4161;p71"/>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2" name="Google Shape;4162;p71"/>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3" name="Google Shape;4163;p71"/>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4" name="Google Shape;4164;p71"/>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5" name="Google Shape;4165;p71"/>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6" name="Google Shape;4166;p71"/>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7" name="Google Shape;4167;p71"/>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8" name="Google Shape;4168;p71"/>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9" name="Google Shape;4169;p71"/>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0" name="Google Shape;4170;p71"/>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1" name="Google Shape;4171;p71"/>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172" name="Google Shape;4172;p71"/>
          <p:cNvGrpSpPr/>
          <p:nvPr/>
        </p:nvGrpSpPr>
        <p:grpSpPr>
          <a:xfrm>
            <a:off x="7843959" y="3841134"/>
            <a:ext cx="187557" cy="187557"/>
            <a:chOff x="8565775" y="671075"/>
            <a:chExt cx="441000" cy="441000"/>
          </a:xfrm>
        </p:grpSpPr>
        <p:sp>
          <p:nvSpPr>
            <p:cNvPr id="4173" name="Google Shape;4173;p71"/>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4" name="Google Shape;4174;p71"/>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75" name="Google Shape;4175;p71"/>
          <p:cNvSpPr/>
          <p:nvPr/>
        </p:nvSpPr>
        <p:spPr>
          <a:xfrm>
            <a:off x="8145173" y="3837054"/>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6" name="Google Shape;4176;p71"/>
          <p:cNvSpPr/>
          <p:nvPr/>
        </p:nvSpPr>
        <p:spPr>
          <a:xfrm flipH="1">
            <a:off x="7353412" y="3803510"/>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77" name="Google Shape;4177;p71"/>
          <p:cNvGrpSpPr/>
          <p:nvPr/>
        </p:nvGrpSpPr>
        <p:grpSpPr>
          <a:xfrm>
            <a:off x="5997814" y="2919352"/>
            <a:ext cx="587871" cy="512373"/>
            <a:chOff x="6000100" y="3076250"/>
            <a:chExt cx="587871" cy="512373"/>
          </a:xfrm>
        </p:grpSpPr>
        <p:sp>
          <p:nvSpPr>
            <p:cNvPr id="4178" name="Google Shape;4178;p71"/>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79" name="Google Shape;4179;p71"/>
            <p:cNvGrpSpPr/>
            <p:nvPr/>
          </p:nvGrpSpPr>
          <p:grpSpPr>
            <a:xfrm>
              <a:off x="6031360" y="3076713"/>
              <a:ext cx="539107" cy="480965"/>
              <a:chOff x="6031360" y="3076713"/>
              <a:chExt cx="539107" cy="480965"/>
            </a:xfrm>
          </p:grpSpPr>
          <p:sp>
            <p:nvSpPr>
              <p:cNvPr id="4180" name="Google Shape;4180;p71"/>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1" name="Google Shape;4181;p71"/>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2" name="Google Shape;4182;p71"/>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3" name="Google Shape;4183;p71"/>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4" name="Google Shape;4184;p71"/>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5" name="Google Shape;4185;p71"/>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6" name="Google Shape;4186;p71"/>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187" name="Google Shape;4187;p71"/>
          <p:cNvGrpSpPr/>
          <p:nvPr/>
        </p:nvGrpSpPr>
        <p:grpSpPr>
          <a:xfrm>
            <a:off x="3369305" y="938716"/>
            <a:ext cx="2310381" cy="1488888"/>
            <a:chOff x="229225" y="549050"/>
            <a:chExt cx="7161750" cy="4615275"/>
          </a:xfrm>
        </p:grpSpPr>
        <p:sp>
          <p:nvSpPr>
            <p:cNvPr id="4188" name="Google Shape;4188;p71"/>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9" name="Google Shape;4189;p71"/>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0" name="Google Shape;4190;p71"/>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1" name="Google Shape;4191;p71"/>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2" name="Google Shape;4192;p71"/>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3" name="Google Shape;4193;p71"/>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4" name="Google Shape;4194;p71"/>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5" name="Google Shape;4195;p71"/>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6" name="Google Shape;4196;p71"/>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7" name="Google Shape;4197;p71"/>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8" name="Google Shape;4198;p71"/>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9" name="Google Shape;4199;p71"/>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0" name="Google Shape;4200;p71"/>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1" name="Google Shape;4201;p71"/>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2" name="Google Shape;4202;p71"/>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3" name="Google Shape;4203;p71"/>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4" name="Google Shape;4204;p71"/>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5" name="Google Shape;4205;p71"/>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6" name="Google Shape;4206;p71"/>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7" name="Google Shape;4207;p71"/>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8" name="Google Shape;4208;p71"/>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9" name="Google Shape;4209;p71"/>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0" name="Google Shape;4210;p71"/>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1" name="Google Shape;4211;p71"/>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2" name="Google Shape;4212;p71"/>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3" name="Google Shape;4213;p71"/>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4" name="Google Shape;4214;p71"/>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5" name="Google Shape;4215;p71"/>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6" name="Google Shape;4216;p71"/>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7" name="Google Shape;4217;p71"/>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8" name="Google Shape;4218;p71"/>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9" name="Google Shape;4219;p71"/>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0" name="Google Shape;4220;p71"/>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1" name="Google Shape;4221;p71"/>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2" name="Google Shape;4222;p71"/>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3" name="Google Shape;4223;p71"/>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4" name="Google Shape;4224;p71"/>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5" name="Google Shape;4225;p71"/>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6" name="Google Shape;4226;p71"/>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7" name="Google Shape;4227;p71"/>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8" name="Google Shape;4228;p71"/>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9" name="Google Shape;4229;p71"/>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0" name="Google Shape;4230;p71"/>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1" name="Google Shape;4231;p71"/>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2" name="Google Shape;4232;p71"/>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3" name="Google Shape;4233;p71"/>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4" name="Google Shape;4234;p71"/>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5" name="Google Shape;4235;p71"/>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6" name="Google Shape;4236;p71"/>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7" name="Google Shape;4237;p71"/>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8" name="Google Shape;4238;p71"/>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9" name="Google Shape;4239;p71"/>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0" name="Google Shape;4240;p71"/>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1" name="Google Shape;4241;p71"/>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2" name="Google Shape;4242;p71"/>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3" name="Google Shape;4243;p71"/>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4" name="Google Shape;4244;p71"/>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5" name="Google Shape;4245;p71"/>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6" name="Google Shape;4246;p71"/>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7" name="Google Shape;4247;p71"/>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8" name="Google Shape;4248;p71"/>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9" name="Google Shape;4249;p71"/>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0" name="Google Shape;4250;p71"/>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1" name="Google Shape;4251;p71"/>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2" name="Google Shape;4252;p71"/>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3" name="Google Shape;4253;p71"/>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4" name="Google Shape;4254;p71"/>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5" name="Google Shape;4255;p71"/>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6" name="Google Shape;4256;p71"/>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7" name="Google Shape;4257;p71"/>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8" name="Google Shape;4258;p71"/>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9" name="Google Shape;4259;p71"/>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0" name="Google Shape;4260;p71"/>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1" name="Google Shape;4261;p71"/>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2" name="Google Shape;4262;p71"/>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3" name="Google Shape;4263;p71"/>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4" name="Google Shape;4264;p71"/>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5" name="Google Shape;4265;p71"/>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6" name="Google Shape;4266;p71"/>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7" name="Google Shape;4267;p71"/>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8" name="Google Shape;4268;p71"/>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9" name="Google Shape;4269;p71"/>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0" name="Google Shape;4270;p71"/>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1" name="Google Shape;4271;p71"/>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2" name="Google Shape;4272;p71"/>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3" name="Google Shape;4273;p71"/>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4" name="Google Shape;4274;p71"/>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5" name="Google Shape;4275;p71"/>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6" name="Google Shape;4276;p71"/>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7" name="Google Shape;4277;p71"/>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8" name="Google Shape;4278;p71"/>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9" name="Google Shape;4279;p71"/>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0" name="Google Shape;4280;p71"/>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1" name="Google Shape;4281;p71"/>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2" name="Google Shape;4282;p71"/>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3" name="Google Shape;4283;p71"/>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4" name="Google Shape;4284;p71"/>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5" name="Google Shape;4285;p71"/>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6" name="Google Shape;4286;p71"/>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7" name="Google Shape;4287;p71"/>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8" name="Google Shape;4288;p71"/>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9" name="Google Shape;4289;p71"/>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0" name="Google Shape;4290;p71"/>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1" name="Google Shape;4291;p71"/>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2" name="Google Shape;4292;p71"/>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3" name="Google Shape;4293;p71"/>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4" name="Google Shape;4294;p71"/>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5" name="Google Shape;4295;p71"/>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6" name="Google Shape;4296;p71"/>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7" name="Google Shape;4297;p71"/>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8" name="Google Shape;4298;p71"/>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9" name="Google Shape;4299;p71"/>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0" name="Google Shape;4300;p71"/>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1" name="Google Shape;4301;p71"/>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2" name="Google Shape;4302;p71"/>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3" name="Google Shape;4303;p71"/>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4" name="Google Shape;4304;p71"/>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305" name="Google Shape;4305;p71"/>
          <p:cNvGrpSpPr/>
          <p:nvPr/>
        </p:nvGrpSpPr>
        <p:grpSpPr>
          <a:xfrm>
            <a:off x="3514723" y="2830563"/>
            <a:ext cx="2310282" cy="1374222"/>
            <a:chOff x="238125" y="732525"/>
            <a:chExt cx="7130500" cy="4241425"/>
          </a:xfrm>
        </p:grpSpPr>
        <p:sp>
          <p:nvSpPr>
            <p:cNvPr id="4306" name="Google Shape;4306;p71"/>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7" name="Google Shape;4307;p71"/>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8" name="Google Shape;4308;p71"/>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9" name="Google Shape;4309;p71"/>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0" name="Google Shape;4310;p71"/>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1" name="Google Shape;4311;p71"/>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2" name="Google Shape;4312;p71"/>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3" name="Google Shape;4313;p71"/>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4" name="Google Shape;4314;p71"/>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5" name="Google Shape;4315;p71"/>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6" name="Google Shape;4316;p71"/>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7" name="Google Shape;4317;p71"/>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8" name="Google Shape;4318;p71"/>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9" name="Google Shape;4319;p71"/>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0" name="Google Shape;4320;p71"/>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1" name="Google Shape;4321;p71"/>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2" name="Google Shape;4322;p71"/>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3" name="Google Shape;4323;p71"/>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4" name="Google Shape;4324;p71"/>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5" name="Google Shape;4325;p71"/>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6" name="Google Shape;4326;p71"/>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7" name="Google Shape;4327;p71"/>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8" name="Google Shape;4328;p71"/>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9" name="Google Shape;4329;p71"/>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0" name="Google Shape;4330;p71"/>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1" name="Google Shape;4331;p71"/>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2" name="Google Shape;4332;p71"/>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3" name="Google Shape;4333;p71"/>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4" name="Google Shape;4334;p71"/>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5" name="Google Shape;4335;p71"/>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6" name="Google Shape;4336;p71"/>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7" name="Google Shape;4337;p71"/>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8" name="Google Shape;4338;p71"/>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9" name="Google Shape;4339;p71"/>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0" name="Google Shape;4340;p71"/>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1" name="Google Shape;4341;p71"/>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2" name="Google Shape;4342;p71"/>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3" name="Google Shape;4343;p71"/>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4" name="Google Shape;4344;p71"/>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5" name="Google Shape;4345;p71"/>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6" name="Google Shape;4346;p71"/>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7" name="Google Shape;4347;p71"/>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8" name="Google Shape;4348;p71"/>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9" name="Google Shape;4349;p71"/>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0" name="Google Shape;4350;p71"/>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1" name="Google Shape;4351;p71"/>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2" name="Google Shape;4352;p71"/>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3" name="Google Shape;4353;p71"/>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4" name="Google Shape;4354;p71"/>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5" name="Google Shape;4355;p71"/>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6" name="Google Shape;4356;p71"/>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7" name="Google Shape;4357;p71"/>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8" name="Google Shape;4358;p71"/>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9" name="Google Shape;4359;p71"/>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0" name="Google Shape;4360;p71"/>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1" name="Google Shape;4361;p71"/>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2" name="Google Shape;4362;p71"/>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3" name="Google Shape;4363;p71"/>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4" name="Google Shape;4364;p71"/>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5" name="Google Shape;4365;p71"/>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6" name="Google Shape;4366;p71"/>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7" name="Google Shape;4367;p71"/>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8" name="Google Shape;4368;p71"/>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9" name="Google Shape;4369;p71"/>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0" name="Google Shape;4370;p71"/>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1" name="Google Shape;4371;p71"/>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2" name="Google Shape;4372;p71"/>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3" name="Google Shape;4373;p71"/>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4" name="Google Shape;4374;p71"/>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5" name="Google Shape;4375;p71"/>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6" name="Google Shape;4376;p71"/>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7" name="Google Shape;4377;p71"/>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8" name="Google Shape;4378;p71"/>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9" name="Google Shape;4379;p71"/>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0" name="Google Shape;4380;p71"/>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1" name="Google Shape;4381;p71"/>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2" name="Google Shape;4382;p71"/>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3" name="Google Shape;4383;p71"/>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4" name="Google Shape;4384;p71"/>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5" name="Google Shape;4385;p71"/>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6" name="Google Shape;4386;p71"/>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7" name="Google Shape;4387;p71"/>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8" name="Google Shape;4388;p71"/>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9" name="Google Shape;4389;p71"/>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0" name="Google Shape;4390;p71"/>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1" name="Google Shape;4391;p71"/>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2" name="Google Shape;4392;p71"/>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3" name="Google Shape;4393;p71"/>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4" name="Google Shape;4394;p71"/>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5" name="Google Shape;4395;p71"/>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6" name="Google Shape;4396;p71"/>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7" name="Google Shape;4397;p71"/>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8" name="Google Shape;4398;p71"/>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9" name="Google Shape;4399;p71"/>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0" name="Google Shape;4400;p71"/>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1" name="Google Shape;4401;p71"/>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2" name="Google Shape;4402;p71"/>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3" name="Google Shape;4403;p71"/>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4" name="Google Shape;4404;p71"/>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5" name="Google Shape;4405;p71"/>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6" name="Google Shape;4406;p71"/>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7" name="Google Shape;4407;p71"/>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8" name="Google Shape;4408;p71"/>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9" name="Google Shape;4409;p71"/>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0" name="Google Shape;4410;p71"/>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1" name="Google Shape;4411;p71"/>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2" name="Google Shape;4412;p71"/>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3" name="Google Shape;4413;p71"/>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4" name="Google Shape;4414;p71"/>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5" name="Google Shape;4415;p71"/>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6" name="Google Shape;4416;p71"/>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7" name="Google Shape;4417;p71"/>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8" name="Google Shape;4418;p71"/>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9" name="Google Shape;4419;p71"/>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Shape 4423"/>
        <p:cNvGrpSpPr/>
        <p:nvPr/>
      </p:nvGrpSpPr>
      <p:grpSpPr>
        <a:xfrm>
          <a:off x="0" y="0"/>
          <a:ext cx="0" cy="0"/>
          <a:chOff x="0" y="0"/>
          <a:chExt cx="0" cy="0"/>
        </a:xfrm>
      </p:grpSpPr>
      <p:grpSp>
        <p:nvGrpSpPr>
          <p:cNvPr id="4424" name="Google Shape;4424;p72"/>
          <p:cNvGrpSpPr/>
          <p:nvPr/>
        </p:nvGrpSpPr>
        <p:grpSpPr>
          <a:xfrm>
            <a:off x="725414" y="969763"/>
            <a:ext cx="2507799" cy="206239"/>
            <a:chOff x="106648" y="895722"/>
            <a:chExt cx="4481413" cy="374300"/>
          </a:xfrm>
        </p:grpSpPr>
        <p:grpSp>
          <p:nvGrpSpPr>
            <p:cNvPr id="4425" name="Google Shape;4425;p72"/>
            <p:cNvGrpSpPr/>
            <p:nvPr/>
          </p:nvGrpSpPr>
          <p:grpSpPr>
            <a:xfrm>
              <a:off x="2233276" y="895722"/>
              <a:ext cx="1082667" cy="223591"/>
              <a:chOff x="4808316" y="2800065"/>
              <a:chExt cx="1999386" cy="412910"/>
            </a:xfrm>
          </p:grpSpPr>
          <p:sp>
            <p:nvSpPr>
              <p:cNvPr id="4426" name="Google Shape;4426;p72"/>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27" name="Google Shape;4427;p72"/>
              <p:cNvGrpSpPr/>
              <p:nvPr/>
            </p:nvGrpSpPr>
            <p:grpSpPr>
              <a:xfrm>
                <a:off x="4808316" y="2800065"/>
                <a:ext cx="92400" cy="411825"/>
                <a:chOff x="845575" y="2563700"/>
                <a:chExt cx="92400" cy="411825"/>
              </a:xfrm>
            </p:grpSpPr>
            <p:cxnSp>
              <p:nvCxnSpPr>
                <p:cNvPr id="4428" name="Google Shape;4428;p72"/>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29" name="Google Shape;4429;p72"/>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30" name="Google Shape;4430;p72"/>
            <p:cNvGrpSpPr/>
            <p:nvPr/>
          </p:nvGrpSpPr>
          <p:grpSpPr>
            <a:xfrm>
              <a:off x="106648" y="895722"/>
              <a:ext cx="1088401" cy="223591"/>
              <a:chOff x="881025" y="2800065"/>
              <a:chExt cx="2009975" cy="412910"/>
            </a:xfrm>
          </p:grpSpPr>
          <p:sp>
            <p:nvSpPr>
              <p:cNvPr id="4431" name="Google Shape;4431;p72"/>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32" name="Google Shape;4432;p72"/>
              <p:cNvGrpSpPr/>
              <p:nvPr/>
            </p:nvGrpSpPr>
            <p:grpSpPr>
              <a:xfrm>
                <a:off x="881025" y="2800065"/>
                <a:ext cx="92400" cy="411825"/>
                <a:chOff x="845575" y="2563700"/>
                <a:chExt cx="92400" cy="411825"/>
              </a:xfrm>
            </p:grpSpPr>
            <p:cxnSp>
              <p:nvCxnSpPr>
                <p:cNvPr id="4433" name="Google Shape;4433;p72"/>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34" name="Google Shape;4434;p72"/>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35" name="Google Shape;4435;p72"/>
            <p:cNvGrpSpPr/>
            <p:nvPr/>
          </p:nvGrpSpPr>
          <p:grpSpPr>
            <a:xfrm>
              <a:off x="1172346" y="1047018"/>
              <a:ext cx="1083151" cy="223003"/>
              <a:chOff x="2849073" y="3079467"/>
              <a:chExt cx="2000279" cy="411825"/>
            </a:xfrm>
          </p:grpSpPr>
          <p:sp>
            <p:nvSpPr>
              <p:cNvPr id="4436" name="Google Shape;4436;p72"/>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37" name="Google Shape;4437;p72"/>
              <p:cNvGrpSpPr/>
              <p:nvPr/>
            </p:nvGrpSpPr>
            <p:grpSpPr>
              <a:xfrm rot="10800000">
                <a:off x="2849073" y="3079467"/>
                <a:ext cx="92400" cy="411825"/>
                <a:chOff x="2070100" y="2563700"/>
                <a:chExt cx="92400" cy="411825"/>
              </a:xfrm>
            </p:grpSpPr>
            <p:cxnSp>
              <p:nvCxnSpPr>
                <p:cNvPr id="4438" name="Google Shape;4438;p72"/>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39" name="Google Shape;4439;p72"/>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40" name="Google Shape;4440;p72"/>
            <p:cNvGrpSpPr/>
            <p:nvPr/>
          </p:nvGrpSpPr>
          <p:grpSpPr>
            <a:xfrm>
              <a:off x="3290132" y="1047018"/>
              <a:ext cx="1297929" cy="223003"/>
              <a:chOff x="6760035" y="3079467"/>
              <a:chExt cx="2396914" cy="411825"/>
            </a:xfrm>
          </p:grpSpPr>
          <p:sp>
            <p:nvSpPr>
              <p:cNvPr id="4441" name="Google Shape;4441;p72"/>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42" name="Google Shape;4442;p72"/>
              <p:cNvGrpSpPr/>
              <p:nvPr/>
            </p:nvGrpSpPr>
            <p:grpSpPr>
              <a:xfrm rot="10800000">
                <a:off x="6760035" y="3079467"/>
                <a:ext cx="92400" cy="411825"/>
                <a:chOff x="2070100" y="2563700"/>
                <a:chExt cx="92400" cy="411825"/>
              </a:xfrm>
            </p:grpSpPr>
            <p:cxnSp>
              <p:nvCxnSpPr>
                <p:cNvPr id="4443" name="Google Shape;4443;p72"/>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44" name="Google Shape;4444;p72"/>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445" name="Google Shape;4445;p72"/>
          <p:cNvGrpSpPr/>
          <p:nvPr/>
        </p:nvGrpSpPr>
        <p:grpSpPr>
          <a:xfrm>
            <a:off x="2143176" y="3369134"/>
            <a:ext cx="1086701" cy="799429"/>
            <a:chOff x="2183288" y="3555572"/>
            <a:chExt cx="1136241" cy="835873"/>
          </a:xfrm>
        </p:grpSpPr>
        <p:sp>
          <p:nvSpPr>
            <p:cNvPr id="4446" name="Google Shape;4446;p72"/>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47" name="Google Shape;4447;p72"/>
            <p:cNvGrpSpPr/>
            <p:nvPr/>
          </p:nvGrpSpPr>
          <p:grpSpPr>
            <a:xfrm>
              <a:off x="2205895" y="3637269"/>
              <a:ext cx="1089848" cy="724993"/>
              <a:chOff x="2205895" y="3637269"/>
              <a:chExt cx="1089848" cy="724993"/>
            </a:xfrm>
          </p:grpSpPr>
          <p:sp>
            <p:nvSpPr>
              <p:cNvPr id="4448" name="Google Shape;4448;p72"/>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49" name="Google Shape;4449;p72"/>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0" name="Google Shape;4450;p72"/>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1" name="Google Shape;4451;p72"/>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2" name="Google Shape;4452;p72"/>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3" name="Google Shape;4453;p72"/>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54" name="Google Shape;4454;p72"/>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455" name="Google Shape;4455;p72"/>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456" name="Google Shape;4456;p72"/>
            <p:cNvGrpSpPr/>
            <p:nvPr/>
          </p:nvGrpSpPr>
          <p:grpSpPr>
            <a:xfrm>
              <a:off x="3173850" y="3779426"/>
              <a:ext cx="145679" cy="70048"/>
              <a:chOff x="3173850" y="3779426"/>
              <a:chExt cx="145679" cy="70048"/>
            </a:xfrm>
          </p:grpSpPr>
          <p:cxnSp>
            <p:nvCxnSpPr>
              <p:cNvPr id="4457" name="Google Shape;4457;p72"/>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458" name="Google Shape;4458;p72"/>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59" name="Google Shape;4459;p72"/>
            <p:cNvGrpSpPr/>
            <p:nvPr/>
          </p:nvGrpSpPr>
          <p:grpSpPr>
            <a:xfrm>
              <a:off x="2183288" y="4139483"/>
              <a:ext cx="145133" cy="70048"/>
              <a:chOff x="2183288" y="4139483"/>
              <a:chExt cx="145133" cy="70048"/>
            </a:xfrm>
          </p:grpSpPr>
          <p:cxnSp>
            <p:nvCxnSpPr>
              <p:cNvPr id="4460" name="Google Shape;4460;p72"/>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461" name="Google Shape;4461;p72"/>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62" name="Google Shape;4462;p72"/>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463" name="Google Shape;4463;p72"/>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464" name="Google Shape;4464;p72"/>
            <p:cNvGrpSpPr/>
            <p:nvPr/>
          </p:nvGrpSpPr>
          <p:grpSpPr>
            <a:xfrm>
              <a:off x="2943836" y="4268886"/>
              <a:ext cx="60717" cy="122559"/>
              <a:chOff x="2943836" y="4268886"/>
              <a:chExt cx="60717" cy="122559"/>
            </a:xfrm>
          </p:grpSpPr>
          <p:sp>
            <p:nvSpPr>
              <p:cNvPr id="4465" name="Google Shape;4465;p72"/>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466" name="Google Shape;4466;p72"/>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467" name="Google Shape;4467;p72"/>
          <p:cNvGrpSpPr/>
          <p:nvPr/>
        </p:nvGrpSpPr>
        <p:grpSpPr>
          <a:xfrm>
            <a:off x="3406121" y="1290134"/>
            <a:ext cx="1675870" cy="758251"/>
            <a:chOff x="3530532" y="1496185"/>
            <a:chExt cx="1562000" cy="706730"/>
          </a:xfrm>
        </p:grpSpPr>
        <p:cxnSp>
          <p:nvCxnSpPr>
            <p:cNvPr id="4468" name="Google Shape;4468;p72"/>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469" name="Google Shape;4469;p72"/>
            <p:cNvGrpSpPr/>
            <p:nvPr/>
          </p:nvGrpSpPr>
          <p:grpSpPr>
            <a:xfrm>
              <a:off x="3530532" y="1496185"/>
              <a:ext cx="323430" cy="463587"/>
              <a:chOff x="3530532" y="1496185"/>
              <a:chExt cx="323430" cy="463587"/>
            </a:xfrm>
          </p:grpSpPr>
          <p:grpSp>
            <p:nvGrpSpPr>
              <p:cNvPr id="4470" name="Google Shape;4470;p72"/>
              <p:cNvGrpSpPr/>
              <p:nvPr/>
            </p:nvGrpSpPr>
            <p:grpSpPr>
              <a:xfrm>
                <a:off x="3567462" y="1496185"/>
                <a:ext cx="286500" cy="361376"/>
                <a:chOff x="3567462" y="1496185"/>
                <a:chExt cx="286500" cy="361376"/>
              </a:xfrm>
            </p:grpSpPr>
            <p:cxnSp>
              <p:nvCxnSpPr>
                <p:cNvPr id="4471" name="Google Shape;4471;p72"/>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472" name="Google Shape;4472;p72"/>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73" name="Google Shape;4473;p72"/>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74" name="Google Shape;4474;p72"/>
            <p:cNvGrpSpPr/>
            <p:nvPr/>
          </p:nvGrpSpPr>
          <p:grpSpPr>
            <a:xfrm>
              <a:off x="3891569" y="1779209"/>
              <a:ext cx="323945" cy="423706"/>
              <a:chOff x="3891569" y="1779209"/>
              <a:chExt cx="323945" cy="423706"/>
            </a:xfrm>
          </p:grpSpPr>
          <p:grpSp>
            <p:nvGrpSpPr>
              <p:cNvPr id="4475" name="Google Shape;4475;p72"/>
              <p:cNvGrpSpPr/>
              <p:nvPr/>
            </p:nvGrpSpPr>
            <p:grpSpPr>
              <a:xfrm>
                <a:off x="3929014" y="1881638"/>
                <a:ext cx="286500" cy="321278"/>
                <a:chOff x="3929014" y="1881638"/>
                <a:chExt cx="286500" cy="321278"/>
              </a:xfrm>
            </p:grpSpPr>
            <p:cxnSp>
              <p:nvCxnSpPr>
                <p:cNvPr id="4476" name="Google Shape;4476;p72"/>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477" name="Google Shape;4477;p72"/>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78" name="Google Shape;4478;p72"/>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79" name="Google Shape;4479;p72"/>
            <p:cNvGrpSpPr/>
            <p:nvPr/>
          </p:nvGrpSpPr>
          <p:grpSpPr>
            <a:xfrm>
              <a:off x="4252606" y="1496185"/>
              <a:ext cx="324721" cy="463587"/>
              <a:chOff x="4252606" y="1496185"/>
              <a:chExt cx="324721" cy="463587"/>
            </a:xfrm>
          </p:grpSpPr>
          <p:grpSp>
            <p:nvGrpSpPr>
              <p:cNvPr id="4480" name="Google Shape;4480;p72"/>
              <p:cNvGrpSpPr/>
              <p:nvPr/>
            </p:nvGrpSpPr>
            <p:grpSpPr>
              <a:xfrm>
                <a:off x="4290828" y="1496185"/>
                <a:ext cx="286500" cy="361376"/>
                <a:chOff x="4290828" y="1496185"/>
                <a:chExt cx="286500" cy="361376"/>
              </a:xfrm>
            </p:grpSpPr>
            <p:cxnSp>
              <p:nvCxnSpPr>
                <p:cNvPr id="4481" name="Google Shape;4481;p72"/>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482" name="Google Shape;4482;p72"/>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83" name="Google Shape;4483;p72"/>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84" name="Google Shape;4484;p72"/>
            <p:cNvGrpSpPr/>
            <p:nvPr/>
          </p:nvGrpSpPr>
          <p:grpSpPr>
            <a:xfrm>
              <a:off x="4613643" y="1763716"/>
              <a:ext cx="325308" cy="439200"/>
              <a:chOff x="4613643" y="1763716"/>
              <a:chExt cx="325308" cy="439200"/>
            </a:xfrm>
          </p:grpSpPr>
          <p:grpSp>
            <p:nvGrpSpPr>
              <p:cNvPr id="4485" name="Google Shape;4485;p72"/>
              <p:cNvGrpSpPr/>
              <p:nvPr/>
            </p:nvGrpSpPr>
            <p:grpSpPr>
              <a:xfrm>
                <a:off x="4652451" y="1879538"/>
                <a:ext cx="286500" cy="323378"/>
                <a:chOff x="4652451" y="1879538"/>
                <a:chExt cx="286500" cy="323378"/>
              </a:xfrm>
            </p:grpSpPr>
            <p:cxnSp>
              <p:nvCxnSpPr>
                <p:cNvPr id="4486" name="Google Shape;4486;p72"/>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487" name="Google Shape;4487;p72"/>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88" name="Google Shape;4488;p72"/>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89" name="Google Shape;4489;p72"/>
          <p:cNvGrpSpPr/>
          <p:nvPr/>
        </p:nvGrpSpPr>
        <p:grpSpPr>
          <a:xfrm>
            <a:off x="3417981" y="2143759"/>
            <a:ext cx="1652173" cy="391517"/>
            <a:chOff x="3512551" y="2358270"/>
            <a:chExt cx="1597383" cy="378533"/>
          </a:xfrm>
        </p:grpSpPr>
        <p:cxnSp>
          <p:nvCxnSpPr>
            <p:cNvPr id="4490" name="Google Shape;4490;p72"/>
            <p:cNvCxnSpPr>
              <a:stCxn id="4491" idx="6"/>
              <a:endCxn id="4492"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493" name="Google Shape;4493;p72"/>
            <p:cNvGrpSpPr/>
            <p:nvPr/>
          </p:nvGrpSpPr>
          <p:grpSpPr>
            <a:xfrm>
              <a:off x="3512551" y="2358270"/>
              <a:ext cx="225647" cy="307714"/>
              <a:chOff x="2182679" y="2004714"/>
              <a:chExt cx="792300" cy="1080458"/>
            </a:xfrm>
          </p:grpSpPr>
          <p:cxnSp>
            <p:nvCxnSpPr>
              <p:cNvPr id="4494" name="Google Shape;4494;p72"/>
              <p:cNvCxnSpPr>
                <a:stCxn id="4495"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491" name="Google Shape;4491;p72"/>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95" name="Google Shape;4495;p72"/>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96" name="Google Shape;4496;p72"/>
            <p:cNvGrpSpPr/>
            <p:nvPr/>
          </p:nvGrpSpPr>
          <p:grpSpPr>
            <a:xfrm>
              <a:off x="3969644" y="2440153"/>
              <a:ext cx="225853" cy="296651"/>
              <a:chOff x="3775710" y="1729289"/>
              <a:chExt cx="136500" cy="179289"/>
            </a:xfrm>
          </p:grpSpPr>
          <p:cxnSp>
            <p:nvCxnSpPr>
              <p:cNvPr id="4497" name="Google Shape;4497;p72"/>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498" name="Google Shape;4498;p72"/>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99" name="Google Shape;4499;p72"/>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00" name="Google Shape;4500;p72"/>
            <p:cNvGrpSpPr/>
            <p:nvPr/>
          </p:nvGrpSpPr>
          <p:grpSpPr>
            <a:xfrm>
              <a:off x="4427051" y="2358270"/>
              <a:ext cx="225647" cy="307714"/>
              <a:chOff x="5393704" y="2004714"/>
              <a:chExt cx="792300" cy="1080458"/>
            </a:xfrm>
          </p:grpSpPr>
          <p:cxnSp>
            <p:nvCxnSpPr>
              <p:cNvPr id="4501" name="Google Shape;4501;p72"/>
              <p:cNvCxnSpPr>
                <a:stCxn id="4502"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503" name="Google Shape;4503;p72"/>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02" name="Google Shape;4502;p72"/>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04" name="Google Shape;4504;p72"/>
            <p:cNvGrpSpPr/>
            <p:nvPr/>
          </p:nvGrpSpPr>
          <p:grpSpPr>
            <a:xfrm>
              <a:off x="4884287" y="2440252"/>
              <a:ext cx="225647" cy="296532"/>
              <a:chOff x="6999166" y="2292572"/>
              <a:chExt cx="792300" cy="1041192"/>
            </a:xfrm>
          </p:grpSpPr>
          <p:cxnSp>
            <p:nvCxnSpPr>
              <p:cNvPr id="4505" name="Google Shape;4505;p72"/>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492" name="Google Shape;4492;p72"/>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06" name="Google Shape;4506;p72"/>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507" name="Google Shape;4507;p72"/>
          <p:cNvGrpSpPr/>
          <p:nvPr/>
        </p:nvGrpSpPr>
        <p:grpSpPr>
          <a:xfrm>
            <a:off x="6838789" y="979959"/>
            <a:ext cx="1581844" cy="732818"/>
            <a:chOff x="634175" y="2986275"/>
            <a:chExt cx="3147949" cy="1458344"/>
          </a:xfrm>
        </p:grpSpPr>
        <p:cxnSp>
          <p:nvCxnSpPr>
            <p:cNvPr id="4508" name="Google Shape;4508;p72"/>
            <p:cNvCxnSpPr>
              <a:stCxn id="4509" idx="4"/>
              <a:endCxn id="4510"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4511" name="Google Shape;4511;p72"/>
            <p:cNvCxnSpPr>
              <a:stCxn id="4510" idx="0"/>
              <a:endCxn id="4512"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513" name="Google Shape;4513;p72"/>
            <p:cNvCxnSpPr>
              <a:stCxn id="4512" idx="4"/>
              <a:endCxn id="4514"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515" name="Google Shape;4515;p72"/>
            <p:cNvCxnSpPr>
              <a:stCxn id="4514" idx="0"/>
              <a:endCxn id="4516"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4516" name="Google Shape;4516;p72"/>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12" name="Google Shape;4512;p72"/>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09" name="Google Shape;4509;p72"/>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14" name="Google Shape;4514;p72"/>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10" name="Google Shape;4510;p72"/>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FFFFFF"/>
                </a:solidFill>
                <a:latin typeface="Calibri"/>
                <a:ea typeface="Calibri"/>
                <a:cs typeface="Calibri"/>
                <a:sym typeface="Calibri"/>
              </a:endParaRPr>
            </a:p>
          </p:txBody>
        </p:sp>
      </p:grpSp>
      <p:grpSp>
        <p:nvGrpSpPr>
          <p:cNvPr id="4517" name="Google Shape;4517;p72"/>
          <p:cNvGrpSpPr/>
          <p:nvPr/>
        </p:nvGrpSpPr>
        <p:grpSpPr>
          <a:xfrm>
            <a:off x="3406504" y="2674269"/>
            <a:ext cx="1675128" cy="313674"/>
            <a:chOff x="998425" y="1182125"/>
            <a:chExt cx="1065400" cy="199500"/>
          </a:xfrm>
        </p:grpSpPr>
        <p:sp>
          <p:nvSpPr>
            <p:cNvPr id="4518" name="Google Shape;4518;p72"/>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19" name="Google Shape;4519;p72"/>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0" name="Google Shape;4520;p72"/>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1" name="Google Shape;4521;p72"/>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2" name="Google Shape;4522;p72"/>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23" name="Google Shape;4523;p72"/>
          <p:cNvGrpSpPr/>
          <p:nvPr/>
        </p:nvGrpSpPr>
        <p:grpSpPr>
          <a:xfrm>
            <a:off x="3406503" y="3630235"/>
            <a:ext cx="1675129" cy="525345"/>
            <a:chOff x="5194708" y="3484366"/>
            <a:chExt cx="3148148" cy="987304"/>
          </a:xfrm>
        </p:grpSpPr>
        <p:grpSp>
          <p:nvGrpSpPr>
            <p:cNvPr id="4524" name="Google Shape;4524;p72"/>
            <p:cNvGrpSpPr/>
            <p:nvPr/>
          </p:nvGrpSpPr>
          <p:grpSpPr>
            <a:xfrm>
              <a:off x="7531521" y="3484366"/>
              <a:ext cx="811335" cy="987304"/>
              <a:chOff x="3379425" y="1617275"/>
              <a:chExt cx="1090650" cy="1327200"/>
            </a:xfrm>
          </p:grpSpPr>
          <p:sp>
            <p:nvSpPr>
              <p:cNvPr id="4525" name="Google Shape;4525;p72"/>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6" name="Google Shape;4526;p72"/>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7" name="Google Shape;4527;p72"/>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28" name="Google Shape;4528;p72"/>
            <p:cNvGrpSpPr/>
            <p:nvPr/>
          </p:nvGrpSpPr>
          <p:grpSpPr>
            <a:xfrm>
              <a:off x="6752546" y="3484366"/>
              <a:ext cx="811428" cy="987304"/>
              <a:chOff x="2332275" y="1617275"/>
              <a:chExt cx="1090775" cy="1327200"/>
            </a:xfrm>
          </p:grpSpPr>
          <p:sp>
            <p:nvSpPr>
              <p:cNvPr id="4529" name="Google Shape;4529;p72"/>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0" name="Google Shape;4530;p72"/>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1" name="Google Shape;4531;p72"/>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32" name="Google Shape;4532;p72"/>
            <p:cNvGrpSpPr/>
            <p:nvPr/>
          </p:nvGrpSpPr>
          <p:grpSpPr>
            <a:xfrm>
              <a:off x="5973664" y="3484366"/>
              <a:ext cx="811335" cy="987304"/>
              <a:chOff x="1285250" y="1617275"/>
              <a:chExt cx="1090650" cy="1327200"/>
            </a:xfrm>
          </p:grpSpPr>
          <p:sp>
            <p:nvSpPr>
              <p:cNvPr id="4533" name="Google Shape;4533;p72"/>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4" name="Google Shape;4534;p72"/>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5" name="Google Shape;4535;p72"/>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36" name="Google Shape;4536;p72"/>
            <p:cNvGrpSpPr/>
            <p:nvPr/>
          </p:nvGrpSpPr>
          <p:grpSpPr>
            <a:xfrm>
              <a:off x="5194708" y="3484366"/>
              <a:ext cx="811409" cy="987304"/>
              <a:chOff x="238125" y="1617275"/>
              <a:chExt cx="1090750" cy="1327200"/>
            </a:xfrm>
          </p:grpSpPr>
          <p:sp>
            <p:nvSpPr>
              <p:cNvPr id="4537" name="Google Shape;4537;p72"/>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8" name="Google Shape;4538;p72"/>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9" name="Google Shape;4539;p72"/>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540" name="Google Shape;4540;p72"/>
          <p:cNvGrpSpPr/>
          <p:nvPr/>
        </p:nvGrpSpPr>
        <p:grpSpPr>
          <a:xfrm>
            <a:off x="6840188" y="2276124"/>
            <a:ext cx="1579046" cy="522230"/>
            <a:chOff x="6853641" y="2534077"/>
            <a:chExt cx="1515545" cy="501229"/>
          </a:xfrm>
        </p:grpSpPr>
        <p:grpSp>
          <p:nvGrpSpPr>
            <p:cNvPr id="4541" name="Google Shape;4541;p72"/>
            <p:cNvGrpSpPr/>
            <p:nvPr/>
          </p:nvGrpSpPr>
          <p:grpSpPr>
            <a:xfrm>
              <a:off x="6853641" y="2618923"/>
              <a:ext cx="1515545" cy="324556"/>
              <a:chOff x="6853641" y="2618923"/>
              <a:chExt cx="1515545" cy="324556"/>
            </a:xfrm>
          </p:grpSpPr>
          <p:sp>
            <p:nvSpPr>
              <p:cNvPr id="4542" name="Google Shape;4542;p72"/>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3" name="Google Shape;4543;p72"/>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4" name="Google Shape;4544;p72"/>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5" name="Google Shape;4545;p72"/>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6" name="Google Shape;4546;p72"/>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547" name="Google Shape;4547;p72"/>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8" name="Google Shape;4548;p72"/>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9" name="Google Shape;4549;p72"/>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0" name="Google Shape;4550;p72"/>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1" name="Google Shape;4551;p72"/>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52" name="Google Shape;4552;p72"/>
          <p:cNvGrpSpPr/>
          <p:nvPr/>
        </p:nvGrpSpPr>
        <p:grpSpPr>
          <a:xfrm>
            <a:off x="3435080" y="3151165"/>
            <a:ext cx="1617976" cy="346616"/>
            <a:chOff x="1808063" y="4294338"/>
            <a:chExt cx="3370782" cy="721817"/>
          </a:xfrm>
        </p:grpSpPr>
        <p:sp>
          <p:nvSpPr>
            <p:cNvPr id="4553" name="Google Shape;4553;p72"/>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4" name="Google Shape;4554;p72"/>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5" name="Google Shape;4555;p72"/>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6" name="Google Shape;4556;p72"/>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7" name="Google Shape;4557;p72"/>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8" name="Google Shape;4558;p72"/>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9" name="Google Shape;4559;p72"/>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0" name="Google Shape;4560;p72"/>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1" name="Google Shape;4561;p72"/>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2" name="Google Shape;4562;p72"/>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63" name="Google Shape;4563;p72"/>
          <p:cNvGrpSpPr/>
          <p:nvPr/>
        </p:nvGrpSpPr>
        <p:grpSpPr>
          <a:xfrm>
            <a:off x="5261076" y="3817915"/>
            <a:ext cx="1417067" cy="350605"/>
            <a:chOff x="4234950" y="2101012"/>
            <a:chExt cx="4219974" cy="1044090"/>
          </a:xfrm>
        </p:grpSpPr>
        <p:sp>
          <p:nvSpPr>
            <p:cNvPr id="4564" name="Google Shape;4564;p72"/>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5" name="Google Shape;4565;p72"/>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6" name="Google Shape;4566;p72"/>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7" name="Google Shape;4567;p72"/>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8" name="Google Shape;4568;p72"/>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9" name="Google Shape;4569;p72"/>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0" name="Google Shape;4570;p72"/>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1" name="Google Shape;4571;p72"/>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2" name="Google Shape;4572;p72"/>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3" name="Google Shape;4573;p72"/>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4" name="Google Shape;4574;p72"/>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5" name="Google Shape;4575;p72"/>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6" name="Google Shape;4576;p72"/>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7" name="Google Shape;4577;p72"/>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8" name="Google Shape;4578;p72"/>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9" name="Google Shape;4579;p72"/>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80" name="Google Shape;4580;p72"/>
          <p:cNvGrpSpPr/>
          <p:nvPr/>
        </p:nvGrpSpPr>
        <p:grpSpPr>
          <a:xfrm>
            <a:off x="6836548" y="1808672"/>
            <a:ext cx="1586327" cy="371557"/>
            <a:chOff x="1247650" y="2075423"/>
            <a:chExt cx="6648477" cy="1557238"/>
          </a:xfrm>
        </p:grpSpPr>
        <p:sp>
          <p:nvSpPr>
            <p:cNvPr id="4581" name="Google Shape;4581;p72"/>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2" name="Google Shape;4582;p72"/>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3" name="Google Shape;4583;p72"/>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4" name="Google Shape;4584;p72"/>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5" name="Google Shape;4585;p72"/>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6" name="Google Shape;4586;p72"/>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87" name="Google Shape;4587;p72"/>
          <p:cNvGrpSpPr/>
          <p:nvPr/>
        </p:nvGrpSpPr>
        <p:grpSpPr>
          <a:xfrm>
            <a:off x="5267818" y="961862"/>
            <a:ext cx="1415601" cy="1648533"/>
            <a:chOff x="1839112" y="2209163"/>
            <a:chExt cx="1918159" cy="2233784"/>
          </a:xfrm>
        </p:grpSpPr>
        <p:sp>
          <p:nvSpPr>
            <p:cNvPr id="4588" name="Google Shape;4588;p72"/>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9" name="Google Shape;4589;p72"/>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90" name="Google Shape;4590;p72"/>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591" name="Google Shape;4591;p72"/>
            <p:cNvCxnSpPr>
              <a:stCxn id="4588" idx="6"/>
              <a:endCxn id="4589"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592" name="Google Shape;4592;p72"/>
            <p:cNvCxnSpPr>
              <a:stCxn id="4589" idx="4"/>
              <a:endCxn id="4593"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4594" name="Google Shape;4594;p72"/>
            <p:cNvCxnSpPr>
              <a:stCxn id="4593" idx="6"/>
              <a:endCxn id="4590"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595" name="Google Shape;4595;p72"/>
            <p:cNvCxnSpPr>
              <a:stCxn id="4590" idx="4"/>
              <a:endCxn id="4596"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4593" name="Google Shape;4593;p72"/>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96" name="Google Shape;4596;p72"/>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97" name="Google Shape;4597;p72"/>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598" name="Google Shape;4598;p72"/>
            <p:cNvCxnSpPr>
              <a:endCxn id="4597"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4599" name="Google Shape;4599;p72"/>
          <p:cNvGrpSpPr/>
          <p:nvPr/>
        </p:nvGrpSpPr>
        <p:grpSpPr>
          <a:xfrm>
            <a:off x="3425084" y="979946"/>
            <a:ext cx="1637968" cy="154942"/>
            <a:chOff x="238125" y="2506075"/>
            <a:chExt cx="7115411" cy="673075"/>
          </a:xfrm>
        </p:grpSpPr>
        <p:sp>
          <p:nvSpPr>
            <p:cNvPr id="4600" name="Google Shape;4600;p72"/>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1" name="Google Shape;4601;p72"/>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2" name="Google Shape;4602;p72"/>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3" name="Google Shape;4603;p72"/>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4" name="Google Shape;4604;p72"/>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05" name="Google Shape;4605;p72"/>
          <p:cNvGrpSpPr/>
          <p:nvPr/>
        </p:nvGrpSpPr>
        <p:grpSpPr>
          <a:xfrm>
            <a:off x="1965820" y="1294664"/>
            <a:ext cx="1262932" cy="785408"/>
            <a:chOff x="548861" y="389676"/>
            <a:chExt cx="3843371" cy="2390163"/>
          </a:xfrm>
        </p:grpSpPr>
        <p:cxnSp>
          <p:nvCxnSpPr>
            <p:cNvPr id="4606" name="Google Shape;4606;p72"/>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07" name="Google Shape;4607;p72"/>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08" name="Google Shape;4608;p72"/>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09" name="Google Shape;4609;p72"/>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4610" name="Google Shape;4610;p72"/>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4611" name="Google Shape;4611;p72"/>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612" name="Google Shape;4612;p72"/>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4613" name="Google Shape;4613;p72"/>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4" name="Google Shape;4614;p72"/>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5" name="Google Shape;4615;p72"/>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6" name="Google Shape;4616;p72"/>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7" name="Google Shape;4617;p72"/>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8" name="Google Shape;4618;p72"/>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19" name="Google Shape;4619;p72"/>
          <p:cNvGrpSpPr/>
          <p:nvPr/>
        </p:nvGrpSpPr>
        <p:grpSpPr>
          <a:xfrm>
            <a:off x="753952" y="2401541"/>
            <a:ext cx="1412054" cy="633562"/>
            <a:chOff x="1187400" y="2529299"/>
            <a:chExt cx="6769193" cy="2241903"/>
          </a:xfrm>
        </p:grpSpPr>
        <p:sp>
          <p:nvSpPr>
            <p:cNvPr id="4620" name="Google Shape;4620;p72"/>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FFFF"/>
                </a:solidFill>
              </a:endParaRPr>
            </a:p>
          </p:txBody>
        </p:sp>
        <p:sp>
          <p:nvSpPr>
            <p:cNvPr id="4621" name="Google Shape;4621;p72"/>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2" name="Google Shape;4622;p72"/>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3" name="Google Shape;4623;p72"/>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4" name="Google Shape;4624;p72"/>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5" name="Google Shape;4625;p72"/>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6" name="Google Shape;4626;p72"/>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cxnSp>
          <p:nvCxnSpPr>
            <p:cNvPr id="4627" name="Google Shape;4627;p72"/>
            <p:cNvCxnSpPr>
              <a:stCxn id="4620" idx="2"/>
              <a:endCxn id="4621"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28" name="Google Shape;4628;p72"/>
            <p:cNvCxnSpPr>
              <a:stCxn id="4622" idx="0"/>
              <a:endCxn id="4620"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29" name="Google Shape;4629;p72"/>
            <p:cNvCxnSpPr>
              <a:stCxn id="4622" idx="2"/>
              <a:endCxn id="4624"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30" name="Google Shape;4630;p72"/>
            <p:cNvCxnSpPr>
              <a:stCxn id="4623" idx="0"/>
              <a:endCxn id="4622"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31" name="Google Shape;4631;p72"/>
            <p:cNvCxnSpPr>
              <a:stCxn id="4621" idx="2"/>
              <a:endCxn id="4626"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32" name="Google Shape;4632;p72"/>
            <p:cNvCxnSpPr>
              <a:stCxn id="4625" idx="0"/>
              <a:endCxn id="4621"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4633" name="Google Shape;4633;p72"/>
          <p:cNvGrpSpPr/>
          <p:nvPr/>
        </p:nvGrpSpPr>
        <p:grpSpPr>
          <a:xfrm>
            <a:off x="6840198" y="2894250"/>
            <a:ext cx="1579035" cy="540873"/>
            <a:chOff x="6895650" y="3126697"/>
            <a:chExt cx="1436662" cy="492105"/>
          </a:xfrm>
        </p:grpSpPr>
        <p:sp>
          <p:nvSpPr>
            <p:cNvPr id="4634" name="Google Shape;4634;p72"/>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5" name="Google Shape;4635;p72"/>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6" name="Google Shape;4636;p72"/>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7" name="Google Shape;4637;p72"/>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8" name="Google Shape;4638;p72"/>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39" name="Google Shape;4639;p72"/>
            <p:cNvGrpSpPr/>
            <p:nvPr/>
          </p:nvGrpSpPr>
          <p:grpSpPr>
            <a:xfrm>
              <a:off x="6995957" y="3335810"/>
              <a:ext cx="1230393" cy="71754"/>
              <a:chOff x="6995957" y="3287964"/>
              <a:chExt cx="1230393" cy="71754"/>
            </a:xfrm>
          </p:grpSpPr>
          <p:sp>
            <p:nvSpPr>
              <p:cNvPr id="4640" name="Google Shape;4640;p72"/>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1" name="Google Shape;4641;p72"/>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2" name="Google Shape;4642;p72"/>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3" name="Google Shape;4643;p72"/>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4" name="Google Shape;4644;p72"/>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645" name="Google Shape;4645;p72"/>
          <p:cNvGrpSpPr/>
          <p:nvPr/>
        </p:nvGrpSpPr>
        <p:grpSpPr>
          <a:xfrm>
            <a:off x="6838780" y="3531013"/>
            <a:ext cx="1581862" cy="650625"/>
            <a:chOff x="6777990" y="3710194"/>
            <a:chExt cx="1646915" cy="677382"/>
          </a:xfrm>
        </p:grpSpPr>
        <p:grpSp>
          <p:nvGrpSpPr>
            <p:cNvPr id="4646" name="Google Shape;4646;p72"/>
            <p:cNvGrpSpPr/>
            <p:nvPr/>
          </p:nvGrpSpPr>
          <p:grpSpPr>
            <a:xfrm>
              <a:off x="6777990" y="3874492"/>
              <a:ext cx="411129" cy="513083"/>
              <a:chOff x="6777990" y="3874492"/>
              <a:chExt cx="411129" cy="513083"/>
            </a:xfrm>
          </p:grpSpPr>
          <p:cxnSp>
            <p:nvCxnSpPr>
              <p:cNvPr id="4647" name="Google Shape;4647;p72"/>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648" name="Google Shape;4648;p72"/>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49" name="Google Shape;4649;p72"/>
            <p:cNvGrpSpPr/>
            <p:nvPr/>
          </p:nvGrpSpPr>
          <p:grpSpPr>
            <a:xfrm>
              <a:off x="7188425" y="3710194"/>
              <a:ext cx="411123" cy="520535"/>
              <a:chOff x="7188425" y="3710194"/>
              <a:chExt cx="411123" cy="520535"/>
            </a:xfrm>
          </p:grpSpPr>
          <p:cxnSp>
            <p:nvCxnSpPr>
              <p:cNvPr id="4650" name="Google Shape;4650;p72"/>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4651" name="Google Shape;4651;p72"/>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52" name="Google Shape;4652;p72"/>
            <p:cNvGrpSpPr/>
            <p:nvPr/>
          </p:nvGrpSpPr>
          <p:grpSpPr>
            <a:xfrm>
              <a:off x="7603341" y="3874492"/>
              <a:ext cx="411474" cy="513083"/>
              <a:chOff x="7603341" y="3874492"/>
              <a:chExt cx="411474" cy="513083"/>
            </a:xfrm>
          </p:grpSpPr>
          <p:cxnSp>
            <p:nvCxnSpPr>
              <p:cNvPr id="4653" name="Google Shape;4653;p72"/>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654" name="Google Shape;4654;p72"/>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55" name="Google Shape;4655;p72"/>
            <p:cNvGrpSpPr/>
            <p:nvPr/>
          </p:nvGrpSpPr>
          <p:grpSpPr>
            <a:xfrm>
              <a:off x="8013776" y="3722847"/>
              <a:ext cx="411129" cy="507881"/>
              <a:chOff x="8013776" y="3722847"/>
              <a:chExt cx="411129" cy="507881"/>
            </a:xfrm>
          </p:grpSpPr>
          <p:cxnSp>
            <p:nvCxnSpPr>
              <p:cNvPr id="4656" name="Google Shape;4656;p72"/>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4657" name="Google Shape;4657;p72"/>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658" name="Google Shape;4658;p72"/>
          <p:cNvGrpSpPr/>
          <p:nvPr/>
        </p:nvGrpSpPr>
        <p:grpSpPr>
          <a:xfrm>
            <a:off x="5258295" y="2703853"/>
            <a:ext cx="1421889" cy="1020603"/>
            <a:chOff x="5190863" y="2824811"/>
            <a:chExt cx="1544860" cy="1108869"/>
          </a:xfrm>
        </p:grpSpPr>
        <p:grpSp>
          <p:nvGrpSpPr>
            <p:cNvPr id="4659" name="Google Shape;4659;p72"/>
            <p:cNvGrpSpPr/>
            <p:nvPr/>
          </p:nvGrpSpPr>
          <p:grpSpPr>
            <a:xfrm>
              <a:off x="5938695" y="3176919"/>
              <a:ext cx="685761" cy="404739"/>
              <a:chOff x="5938695" y="3176919"/>
              <a:chExt cx="685761" cy="404739"/>
            </a:xfrm>
          </p:grpSpPr>
          <p:grpSp>
            <p:nvGrpSpPr>
              <p:cNvPr id="4660" name="Google Shape;4660;p72"/>
              <p:cNvGrpSpPr/>
              <p:nvPr/>
            </p:nvGrpSpPr>
            <p:grpSpPr>
              <a:xfrm>
                <a:off x="5938695" y="3176919"/>
                <a:ext cx="685761" cy="404739"/>
                <a:chOff x="5938695" y="3176919"/>
                <a:chExt cx="685761" cy="404739"/>
              </a:xfrm>
            </p:grpSpPr>
            <p:sp>
              <p:nvSpPr>
                <p:cNvPr id="4661" name="Google Shape;4661;p72"/>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62" name="Google Shape;4662;p72"/>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63" name="Google Shape;4663;p72"/>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64" name="Google Shape;4664;p72"/>
            <p:cNvGrpSpPr/>
            <p:nvPr/>
          </p:nvGrpSpPr>
          <p:grpSpPr>
            <a:xfrm>
              <a:off x="5305233" y="3176835"/>
              <a:ext cx="685971" cy="404655"/>
              <a:chOff x="5305233" y="3176835"/>
              <a:chExt cx="685971" cy="404655"/>
            </a:xfrm>
          </p:grpSpPr>
          <p:grpSp>
            <p:nvGrpSpPr>
              <p:cNvPr id="4665" name="Google Shape;4665;p72"/>
              <p:cNvGrpSpPr/>
              <p:nvPr/>
            </p:nvGrpSpPr>
            <p:grpSpPr>
              <a:xfrm>
                <a:off x="5305233" y="3176835"/>
                <a:ext cx="685971" cy="404655"/>
                <a:chOff x="5305233" y="3176835"/>
                <a:chExt cx="685971" cy="404655"/>
              </a:xfrm>
            </p:grpSpPr>
            <p:sp>
              <p:nvSpPr>
                <p:cNvPr id="4666" name="Google Shape;4666;p72"/>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67" name="Google Shape;4667;p72"/>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68" name="Google Shape;4668;p72"/>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69" name="Google Shape;4669;p72"/>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70" name="Google Shape;4670;p72"/>
            <p:cNvGrpSpPr/>
            <p:nvPr/>
          </p:nvGrpSpPr>
          <p:grpSpPr>
            <a:xfrm>
              <a:off x="5657361" y="2824811"/>
              <a:ext cx="1078361" cy="404655"/>
              <a:chOff x="5657361" y="2824811"/>
              <a:chExt cx="1078361" cy="404655"/>
            </a:xfrm>
          </p:grpSpPr>
          <p:grpSp>
            <p:nvGrpSpPr>
              <p:cNvPr id="4671" name="Google Shape;4671;p72"/>
              <p:cNvGrpSpPr/>
              <p:nvPr/>
            </p:nvGrpSpPr>
            <p:grpSpPr>
              <a:xfrm>
                <a:off x="5657361" y="2824811"/>
                <a:ext cx="1078361" cy="404655"/>
                <a:chOff x="5657361" y="2824811"/>
                <a:chExt cx="1078361" cy="404655"/>
              </a:xfrm>
            </p:grpSpPr>
            <p:grpSp>
              <p:nvGrpSpPr>
                <p:cNvPr id="4672" name="Google Shape;4672;p72"/>
                <p:cNvGrpSpPr/>
                <p:nvPr/>
              </p:nvGrpSpPr>
              <p:grpSpPr>
                <a:xfrm>
                  <a:off x="5938485" y="2824811"/>
                  <a:ext cx="797237" cy="404655"/>
                  <a:chOff x="5938485" y="2824811"/>
                  <a:chExt cx="797237" cy="404655"/>
                </a:xfrm>
              </p:grpSpPr>
              <p:sp>
                <p:nvSpPr>
                  <p:cNvPr id="4673" name="Google Shape;4673;p72"/>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74" name="Google Shape;4674;p72"/>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75" name="Google Shape;4675;p72"/>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76" name="Google Shape;4676;p72"/>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77" name="Google Shape;4677;p72"/>
            <p:cNvGrpSpPr/>
            <p:nvPr/>
          </p:nvGrpSpPr>
          <p:grpSpPr>
            <a:xfrm>
              <a:off x="5190863" y="3528942"/>
              <a:ext cx="1078026" cy="404739"/>
              <a:chOff x="5190863" y="3528942"/>
              <a:chExt cx="1078026" cy="404739"/>
            </a:xfrm>
          </p:grpSpPr>
          <p:sp>
            <p:nvSpPr>
              <p:cNvPr id="4678" name="Google Shape;4678;p72"/>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79" name="Google Shape;4679;p72"/>
              <p:cNvGrpSpPr/>
              <p:nvPr/>
            </p:nvGrpSpPr>
            <p:grpSpPr>
              <a:xfrm>
                <a:off x="5190863" y="3528942"/>
                <a:ext cx="1078026" cy="404739"/>
                <a:chOff x="5190863" y="3528942"/>
                <a:chExt cx="1078026" cy="404739"/>
              </a:xfrm>
            </p:grpSpPr>
            <p:sp>
              <p:nvSpPr>
                <p:cNvPr id="4680" name="Google Shape;4680;p72"/>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1" name="Google Shape;4681;p72"/>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682" name="Google Shape;4682;p72"/>
          <p:cNvGrpSpPr/>
          <p:nvPr/>
        </p:nvGrpSpPr>
        <p:grpSpPr>
          <a:xfrm>
            <a:off x="724302" y="1268321"/>
            <a:ext cx="1086719" cy="879487"/>
            <a:chOff x="803162" y="1474292"/>
            <a:chExt cx="1086719" cy="879487"/>
          </a:xfrm>
        </p:grpSpPr>
        <p:grpSp>
          <p:nvGrpSpPr>
            <p:cNvPr id="4683" name="Google Shape;4683;p72"/>
            <p:cNvGrpSpPr/>
            <p:nvPr/>
          </p:nvGrpSpPr>
          <p:grpSpPr>
            <a:xfrm>
              <a:off x="803162" y="1625948"/>
              <a:ext cx="445856" cy="576579"/>
              <a:chOff x="803162" y="1625948"/>
              <a:chExt cx="445856" cy="576579"/>
            </a:xfrm>
          </p:grpSpPr>
          <p:sp>
            <p:nvSpPr>
              <p:cNvPr id="4684" name="Google Shape;4684;p72"/>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85" name="Google Shape;4685;p72"/>
              <p:cNvGrpSpPr/>
              <p:nvPr/>
            </p:nvGrpSpPr>
            <p:grpSpPr>
              <a:xfrm>
                <a:off x="1056023" y="1625948"/>
                <a:ext cx="192995" cy="576579"/>
                <a:chOff x="1056023" y="1625948"/>
                <a:chExt cx="192995" cy="576579"/>
              </a:xfrm>
            </p:grpSpPr>
            <p:sp>
              <p:nvSpPr>
                <p:cNvPr id="4686" name="Google Shape;4686;p72"/>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7" name="Google Shape;4687;p72"/>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8" name="Google Shape;4688;p72"/>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9" name="Google Shape;4689;p72"/>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0" name="Google Shape;4690;p72"/>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691" name="Google Shape;4691;p72"/>
            <p:cNvGrpSpPr/>
            <p:nvPr/>
          </p:nvGrpSpPr>
          <p:grpSpPr>
            <a:xfrm>
              <a:off x="1371406" y="1474292"/>
              <a:ext cx="518475" cy="879487"/>
              <a:chOff x="1398231" y="1474292"/>
              <a:chExt cx="518475" cy="879487"/>
            </a:xfrm>
          </p:grpSpPr>
          <p:grpSp>
            <p:nvGrpSpPr>
              <p:cNvPr id="4692" name="Google Shape;4692;p72"/>
              <p:cNvGrpSpPr/>
              <p:nvPr/>
            </p:nvGrpSpPr>
            <p:grpSpPr>
              <a:xfrm>
                <a:off x="1398231" y="1474292"/>
                <a:ext cx="518475" cy="341643"/>
                <a:chOff x="1398231" y="1474292"/>
                <a:chExt cx="518475" cy="341643"/>
              </a:xfrm>
            </p:grpSpPr>
            <p:sp>
              <p:nvSpPr>
                <p:cNvPr id="4693" name="Google Shape;4693;p72"/>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94" name="Google Shape;4694;p72"/>
                <p:cNvGrpSpPr/>
                <p:nvPr/>
              </p:nvGrpSpPr>
              <p:grpSpPr>
                <a:xfrm>
                  <a:off x="1616453" y="1474292"/>
                  <a:ext cx="300253" cy="341643"/>
                  <a:chOff x="1616453" y="1475379"/>
                  <a:chExt cx="300253" cy="341643"/>
                </a:xfrm>
              </p:grpSpPr>
              <p:sp>
                <p:nvSpPr>
                  <p:cNvPr id="4695" name="Google Shape;4695;p72"/>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6" name="Google Shape;4696;p72"/>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7" name="Google Shape;4697;p72"/>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8" name="Google Shape;4698;p72"/>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9" name="Google Shape;4699;p72"/>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0" name="Google Shape;4700;p72"/>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1" name="Google Shape;4701;p72"/>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02" name="Google Shape;4702;p72"/>
                  <p:cNvGrpSpPr/>
                  <p:nvPr/>
                </p:nvGrpSpPr>
                <p:grpSpPr>
                  <a:xfrm>
                    <a:off x="1839639" y="1475379"/>
                    <a:ext cx="77067" cy="341643"/>
                    <a:chOff x="1839639" y="1475379"/>
                    <a:chExt cx="77067" cy="341643"/>
                  </a:xfrm>
                </p:grpSpPr>
                <p:sp>
                  <p:nvSpPr>
                    <p:cNvPr id="4703" name="Google Shape;4703;p72"/>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4" name="Google Shape;4704;p72"/>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705" name="Google Shape;4705;p72"/>
              <p:cNvGrpSpPr/>
              <p:nvPr/>
            </p:nvGrpSpPr>
            <p:grpSpPr>
              <a:xfrm>
                <a:off x="1398451" y="2012951"/>
                <a:ext cx="518255" cy="340828"/>
                <a:chOff x="1398451" y="2012951"/>
                <a:chExt cx="518255" cy="340828"/>
              </a:xfrm>
            </p:grpSpPr>
            <p:sp>
              <p:nvSpPr>
                <p:cNvPr id="4706" name="Google Shape;4706;p72"/>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07" name="Google Shape;4707;p72"/>
                <p:cNvGrpSpPr/>
                <p:nvPr/>
              </p:nvGrpSpPr>
              <p:grpSpPr>
                <a:xfrm>
                  <a:off x="1616453" y="2012951"/>
                  <a:ext cx="300253" cy="340828"/>
                  <a:chOff x="1616453" y="2013538"/>
                  <a:chExt cx="300253" cy="340828"/>
                </a:xfrm>
              </p:grpSpPr>
              <p:sp>
                <p:nvSpPr>
                  <p:cNvPr id="4708" name="Google Shape;4708;p72"/>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9" name="Google Shape;4709;p72"/>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0" name="Google Shape;4710;p72"/>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1" name="Google Shape;4711;p72"/>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2" name="Google Shape;4712;p72"/>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3" name="Google Shape;4713;p72"/>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4" name="Google Shape;4714;p72"/>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15" name="Google Shape;4715;p72"/>
                  <p:cNvGrpSpPr/>
                  <p:nvPr/>
                </p:nvGrpSpPr>
                <p:grpSpPr>
                  <a:xfrm>
                    <a:off x="1839639" y="2013538"/>
                    <a:ext cx="77067" cy="340828"/>
                    <a:chOff x="1839639" y="2013538"/>
                    <a:chExt cx="77067" cy="340828"/>
                  </a:xfrm>
                </p:grpSpPr>
                <p:sp>
                  <p:nvSpPr>
                    <p:cNvPr id="4716" name="Google Shape;4716;p72"/>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7" name="Google Shape;4717;p72"/>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grpSp>
      <p:grpSp>
        <p:nvGrpSpPr>
          <p:cNvPr id="4718" name="Google Shape;4718;p72"/>
          <p:cNvGrpSpPr/>
          <p:nvPr/>
        </p:nvGrpSpPr>
        <p:grpSpPr>
          <a:xfrm>
            <a:off x="721126" y="3399508"/>
            <a:ext cx="1368681" cy="682918"/>
            <a:chOff x="724986" y="3605478"/>
            <a:chExt cx="1368681" cy="682918"/>
          </a:xfrm>
        </p:grpSpPr>
        <p:grpSp>
          <p:nvGrpSpPr>
            <p:cNvPr id="4719" name="Google Shape;4719;p72"/>
            <p:cNvGrpSpPr/>
            <p:nvPr/>
          </p:nvGrpSpPr>
          <p:grpSpPr>
            <a:xfrm>
              <a:off x="1289102" y="3823629"/>
              <a:ext cx="240442" cy="250435"/>
              <a:chOff x="-165066" y="3843615"/>
              <a:chExt cx="221259" cy="230455"/>
            </a:xfrm>
          </p:grpSpPr>
          <p:sp>
            <p:nvSpPr>
              <p:cNvPr id="4720" name="Google Shape;4720;p72"/>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1" name="Google Shape;4721;p72"/>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2" name="Google Shape;4722;p72"/>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3" name="Google Shape;4723;p72"/>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4" name="Google Shape;4724;p72"/>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5" name="Google Shape;4725;p72"/>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6" name="Google Shape;4726;p72"/>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7" name="Google Shape;4727;p72"/>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8" name="Google Shape;4728;p72"/>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9" name="Google Shape;4729;p72"/>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0" name="Google Shape;4730;p72"/>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1" name="Google Shape;4731;p72"/>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2" name="Google Shape;4732;p72"/>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3" name="Google Shape;4733;p72"/>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4" name="Google Shape;4734;p72"/>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5" name="Google Shape;4735;p72"/>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6" name="Google Shape;4736;p72"/>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7" name="Google Shape;4737;p72"/>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8" name="Google Shape;4738;p72"/>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9" name="Google Shape;4739;p72"/>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40" name="Google Shape;4740;p72"/>
            <p:cNvGrpSpPr/>
            <p:nvPr/>
          </p:nvGrpSpPr>
          <p:grpSpPr>
            <a:xfrm>
              <a:off x="724986" y="3605478"/>
              <a:ext cx="1368681" cy="682918"/>
              <a:chOff x="724986" y="3605478"/>
              <a:chExt cx="1368681" cy="682918"/>
            </a:xfrm>
          </p:grpSpPr>
          <p:grpSp>
            <p:nvGrpSpPr>
              <p:cNvPr id="4741" name="Google Shape;4741;p72"/>
              <p:cNvGrpSpPr/>
              <p:nvPr/>
            </p:nvGrpSpPr>
            <p:grpSpPr>
              <a:xfrm>
                <a:off x="1498221" y="4047614"/>
                <a:ext cx="529172" cy="240783"/>
                <a:chOff x="1498221" y="4047614"/>
                <a:chExt cx="529172" cy="240783"/>
              </a:xfrm>
            </p:grpSpPr>
            <p:grpSp>
              <p:nvGrpSpPr>
                <p:cNvPr id="4742" name="Google Shape;4742;p72"/>
                <p:cNvGrpSpPr/>
                <p:nvPr/>
              </p:nvGrpSpPr>
              <p:grpSpPr>
                <a:xfrm>
                  <a:off x="1826655" y="4224370"/>
                  <a:ext cx="200738" cy="25631"/>
                  <a:chOff x="1826655" y="4224370"/>
                  <a:chExt cx="200738" cy="25631"/>
                </a:xfrm>
              </p:grpSpPr>
              <p:sp>
                <p:nvSpPr>
                  <p:cNvPr id="4743" name="Google Shape;4743;p72"/>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4" name="Google Shape;4744;p72"/>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45" name="Google Shape;4745;p72"/>
                <p:cNvGrpSpPr/>
                <p:nvPr/>
              </p:nvGrpSpPr>
              <p:grpSpPr>
                <a:xfrm>
                  <a:off x="1498221" y="4047614"/>
                  <a:ext cx="328444" cy="240783"/>
                  <a:chOff x="1498221" y="4047614"/>
                  <a:chExt cx="328444" cy="240783"/>
                </a:xfrm>
              </p:grpSpPr>
              <p:sp>
                <p:nvSpPr>
                  <p:cNvPr id="4746" name="Google Shape;4746;p72"/>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47" name="Google Shape;4747;p72"/>
                  <p:cNvGrpSpPr/>
                  <p:nvPr/>
                </p:nvGrpSpPr>
                <p:grpSpPr>
                  <a:xfrm>
                    <a:off x="1498221" y="4047614"/>
                    <a:ext cx="150566" cy="190416"/>
                    <a:chOff x="1498221" y="4047614"/>
                    <a:chExt cx="150566" cy="190416"/>
                  </a:xfrm>
                </p:grpSpPr>
                <p:sp>
                  <p:nvSpPr>
                    <p:cNvPr id="4748" name="Google Shape;4748;p72"/>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9" name="Google Shape;4749;p72"/>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750" name="Google Shape;4750;p72"/>
              <p:cNvGrpSpPr/>
              <p:nvPr/>
            </p:nvGrpSpPr>
            <p:grpSpPr>
              <a:xfrm>
                <a:off x="1560718" y="3800594"/>
                <a:ext cx="532948" cy="302090"/>
                <a:chOff x="1560718" y="3800594"/>
                <a:chExt cx="532948" cy="302090"/>
              </a:xfrm>
            </p:grpSpPr>
            <p:grpSp>
              <p:nvGrpSpPr>
                <p:cNvPr id="4751" name="Google Shape;4751;p72"/>
                <p:cNvGrpSpPr/>
                <p:nvPr/>
              </p:nvGrpSpPr>
              <p:grpSpPr>
                <a:xfrm>
                  <a:off x="1912179" y="3827344"/>
                  <a:ext cx="181487" cy="25631"/>
                  <a:chOff x="1912179" y="3827344"/>
                  <a:chExt cx="181487" cy="25631"/>
                </a:xfrm>
              </p:grpSpPr>
              <p:sp>
                <p:nvSpPr>
                  <p:cNvPr id="4752" name="Google Shape;4752;p72"/>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3" name="Google Shape;4753;p72"/>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54" name="Google Shape;4754;p72"/>
                <p:cNvGrpSpPr/>
                <p:nvPr/>
              </p:nvGrpSpPr>
              <p:grpSpPr>
                <a:xfrm>
                  <a:off x="1912179" y="4044505"/>
                  <a:ext cx="181487" cy="25622"/>
                  <a:chOff x="1912179" y="4044506"/>
                  <a:chExt cx="181487" cy="25622"/>
                </a:xfrm>
              </p:grpSpPr>
              <p:sp>
                <p:nvSpPr>
                  <p:cNvPr id="4755" name="Google Shape;4755;p72"/>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6" name="Google Shape;4756;p72"/>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57" name="Google Shape;4757;p72"/>
                <p:cNvGrpSpPr/>
                <p:nvPr/>
              </p:nvGrpSpPr>
              <p:grpSpPr>
                <a:xfrm>
                  <a:off x="1560718" y="3800594"/>
                  <a:ext cx="351472" cy="302090"/>
                  <a:chOff x="1560718" y="3800594"/>
                  <a:chExt cx="351472" cy="302090"/>
                </a:xfrm>
              </p:grpSpPr>
              <p:grpSp>
                <p:nvGrpSpPr>
                  <p:cNvPr id="4758" name="Google Shape;4758;p72"/>
                  <p:cNvGrpSpPr/>
                  <p:nvPr/>
                </p:nvGrpSpPr>
                <p:grpSpPr>
                  <a:xfrm>
                    <a:off x="1560718" y="3842857"/>
                    <a:ext cx="173586" cy="217131"/>
                    <a:chOff x="1560718" y="3842857"/>
                    <a:chExt cx="173586" cy="217131"/>
                  </a:xfrm>
                </p:grpSpPr>
                <p:sp>
                  <p:nvSpPr>
                    <p:cNvPr id="4759" name="Google Shape;4759;p72"/>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0" name="Google Shape;4760;p72"/>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1" name="Google Shape;4761;p72"/>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762" name="Google Shape;4762;p72"/>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3" name="Google Shape;4763;p72"/>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
            <p:nvSpPr>
              <p:cNvPr id="4764" name="Google Shape;4764;p72"/>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65" name="Google Shape;4765;p72"/>
              <p:cNvGrpSpPr/>
              <p:nvPr/>
            </p:nvGrpSpPr>
            <p:grpSpPr>
              <a:xfrm>
                <a:off x="785350" y="3605478"/>
                <a:ext cx="535311" cy="249245"/>
                <a:chOff x="785350" y="3605478"/>
                <a:chExt cx="535311" cy="249245"/>
              </a:xfrm>
            </p:grpSpPr>
            <p:grpSp>
              <p:nvGrpSpPr>
                <p:cNvPr id="4766" name="Google Shape;4766;p72"/>
                <p:cNvGrpSpPr/>
                <p:nvPr/>
              </p:nvGrpSpPr>
              <p:grpSpPr>
                <a:xfrm>
                  <a:off x="785350" y="3605478"/>
                  <a:ext cx="376191" cy="102736"/>
                  <a:chOff x="785350" y="3605478"/>
                  <a:chExt cx="376191" cy="102736"/>
                </a:xfrm>
              </p:grpSpPr>
              <p:sp>
                <p:nvSpPr>
                  <p:cNvPr id="4767" name="Google Shape;4767;p72"/>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8" name="Google Shape;4768;p72"/>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9" name="Google Shape;4769;p72"/>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70" name="Google Shape;4770;p72"/>
                <p:cNvGrpSpPr/>
                <p:nvPr/>
              </p:nvGrpSpPr>
              <p:grpSpPr>
                <a:xfrm>
                  <a:off x="1161530" y="3655851"/>
                  <a:ext cx="159131" cy="198872"/>
                  <a:chOff x="1161530" y="3655851"/>
                  <a:chExt cx="159131" cy="198872"/>
                </a:xfrm>
              </p:grpSpPr>
              <p:sp>
                <p:nvSpPr>
                  <p:cNvPr id="4771" name="Google Shape;4771;p72"/>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2" name="Google Shape;4772;p72"/>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773" name="Google Shape;4773;p72"/>
              <p:cNvGrpSpPr/>
              <p:nvPr/>
            </p:nvGrpSpPr>
            <p:grpSpPr>
              <a:xfrm>
                <a:off x="785350" y="4047614"/>
                <a:ext cx="535311" cy="240783"/>
                <a:chOff x="785350" y="4047614"/>
                <a:chExt cx="535311" cy="240783"/>
              </a:xfrm>
            </p:grpSpPr>
            <p:grpSp>
              <p:nvGrpSpPr>
                <p:cNvPr id="4774" name="Google Shape;4774;p72"/>
                <p:cNvGrpSpPr/>
                <p:nvPr/>
              </p:nvGrpSpPr>
              <p:grpSpPr>
                <a:xfrm>
                  <a:off x="1161636" y="4047614"/>
                  <a:ext cx="159025" cy="190415"/>
                  <a:chOff x="1161636" y="4047614"/>
                  <a:chExt cx="159025" cy="190415"/>
                </a:xfrm>
              </p:grpSpPr>
              <p:sp>
                <p:nvSpPr>
                  <p:cNvPr id="4775" name="Google Shape;4775;p72"/>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6" name="Google Shape;4776;p72"/>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77" name="Google Shape;4777;p72"/>
                <p:cNvGrpSpPr/>
                <p:nvPr/>
              </p:nvGrpSpPr>
              <p:grpSpPr>
                <a:xfrm>
                  <a:off x="785350" y="4185661"/>
                  <a:ext cx="376191" cy="102736"/>
                  <a:chOff x="785350" y="4185661"/>
                  <a:chExt cx="376191" cy="102736"/>
                </a:xfrm>
              </p:grpSpPr>
              <p:sp>
                <p:nvSpPr>
                  <p:cNvPr id="4778" name="Google Shape;4778;p72"/>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9" name="Google Shape;4779;p72"/>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80" name="Google Shape;4780;p72"/>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781" name="Google Shape;4781;p72"/>
              <p:cNvGrpSpPr/>
              <p:nvPr/>
            </p:nvGrpSpPr>
            <p:grpSpPr>
              <a:xfrm>
                <a:off x="1501054" y="3605478"/>
                <a:ext cx="526340" cy="249240"/>
                <a:chOff x="1501054" y="3605478"/>
                <a:chExt cx="526340" cy="249240"/>
              </a:xfrm>
            </p:grpSpPr>
            <p:grpSp>
              <p:nvGrpSpPr>
                <p:cNvPr id="4782" name="Google Shape;4782;p72"/>
                <p:cNvGrpSpPr/>
                <p:nvPr/>
              </p:nvGrpSpPr>
              <p:grpSpPr>
                <a:xfrm>
                  <a:off x="1834208" y="3643867"/>
                  <a:ext cx="193185" cy="25622"/>
                  <a:chOff x="1834208" y="3643867"/>
                  <a:chExt cx="193185" cy="25622"/>
                </a:xfrm>
              </p:grpSpPr>
              <p:sp>
                <p:nvSpPr>
                  <p:cNvPr id="4783" name="Google Shape;4783;p72"/>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84" name="Google Shape;4784;p72"/>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5" name="Google Shape;4785;p72"/>
                <p:cNvGrpSpPr/>
                <p:nvPr/>
              </p:nvGrpSpPr>
              <p:grpSpPr>
                <a:xfrm>
                  <a:off x="1501054" y="3605478"/>
                  <a:ext cx="333165" cy="249240"/>
                  <a:chOff x="1501054" y="3605478"/>
                  <a:chExt cx="333165" cy="249240"/>
                </a:xfrm>
              </p:grpSpPr>
              <p:sp>
                <p:nvSpPr>
                  <p:cNvPr id="4786" name="Google Shape;4786;p72"/>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87" name="Google Shape;4787;p72"/>
                  <p:cNvGrpSpPr/>
                  <p:nvPr/>
                </p:nvGrpSpPr>
                <p:grpSpPr>
                  <a:xfrm>
                    <a:off x="1501054" y="3655851"/>
                    <a:ext cx="155286" cy="198867"/>
                    <a:chOff x="1501054" y="3655851"/>
                    <a:chExt cx="155286" cy="198867"/>
                  </a:xfrm>
                </p:grpSpPr>
                <p:sp>
                  <p:nvSpPr>
                    <p:cNvPr id="4788" name="Google Shape;4788;p72"/>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89" name="Google Shape;4789;p72"/>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790" name="Google Shape;4790;p72"/>
              <p:cNvGrpSpPr/>
              <p:nvPr/>
            </p:nvGrpSpPr>
            <p:grpSpPr>
              <a:xfrm>
                <a:off x="724986" y="3800594"/>
                <a:ext cx="532950" cy="302090"/>
                <a:chOff x="724986" y="3800594"/>
                <a:chExt cx="532950" cy="302090"/>
              </a:xfrm>
            </p:grpSpPr>
            <p:grpSp>
              <p:nvGrpSpPr>
                <p:cNvPr id="4791" name="Google Shape;4791;p72"/>
                <p:cNvGrpSpPr/>
                <p:nvPr/>
              </p:nvGrpSpPr>
              <p:grpSpPr>
                <a:xfrm>
                  <a:off x="724986" y="4044367"/>
                  <a:ext cx="181314" cy="25626"/>
                  <a:chOff x="724986" y="4044367"/>
                  <a:chExt cx="181314" cy="25626"/>
                </a:xfrm>
              </p:grpSpPr>
              <p:sp>
                <p:nvSpPr>
                  <p:cNvPr id="4792" name="Google Shape;4792;p72"/>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93" name="Google Shape;4793;p72"/>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94" name="Google Shape;4794;p72"/>
                <p:cNvGrpSpPr/>
                <p:nvPr/>
              </p:nvGrpSpPr>
              <p:grpSpPr>
                <a:xfrm>
                  <a:off x="906290" y="3800594"/>
                  <a:ext cx="351646" cy="302090"/>
                  <a:chOff x="906290" y="3800594"/>
                  <a:chExt cx="351646" cy="302090"/>
                </a:xfrm>
              </p:grpSpPr>
              <p:grpSp>
                <p:nvGrpSpPr>
                  <p:cNvPr id="4795" name="Google Shape;4795;p72"/>
                  <p:cNvGrpSpPr/>
                  <p:nvPr/>
                </p:nvGrpSpPr>
                <p:grpSpPr>
                  <a:xfrm>
                    <a:off x="1084172" y="3842857"/>
                    <a:ext cx="173764" cy="217131"/>
                    <a:chOff x="1084172" y="3842857"/>
                    <a:chExt cx="173764" cy="217131"/>
                  </a:xfrm>
                </p:grpSpPr>
                <p:grpSp>
                  <p:nvGrpSpPr>
                    <p:cNvPr id="4796" name="Google Shape;4796;p72"/>
                    <p:cNvGrpSpPr/>
                    <p:nvPr/>
                  </p:nvGrpSpPr>
                  <p:grpSpPr>
                    <a:xfrm>
                      <a:off x="1156862" y="3936509"/>
                      <a:ext cx="101073" cy="25622"/>
                      <a:chOff x="1156862" y="3936509"/>
                      <a:chExt cx="101073" cy="25622"/>
                    </a:xfrm>
                  </p:grpSpPr>
                  <p:sp>
                    <p:nvSpPr>
                      <p:cNvPr id="4797" name="Google Shape;4797;p72"/>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98" name="Google Shape;4798;p72"/>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799" name="Google Shape;4799;p72"/>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00" name="Google Shape;4800;p72"/>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1" name="Google Shape;4801;p72"/>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02" name="Google Shape;4802;p72"/>
                <p:cNvGrpSpPr/>
                <p:nvPr/>
              </p:nvGrpSpPr>
              <p:grpSpPr>
                <a:xfrm>
                  <a:off x="724986" y="3830189"/>
                  <a:ext cx="189533" cy="25626"/>
                  <a:chOff x="724986" y="3830189"/>
                  <a:chExt cx="189533" cy="25626"/>
                </a:xfrm>
              </p:grpSpPr>
              <p:sp>
                <p:nvSpPr>
                  <p:cNvPr id="4803" name="Google Shape;4803;p72"/>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4" name="Google Shape;4804;p72"/>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grpSp>
        <p:nvGrpSpPr>
          <p:cNvPr id="4805" name="Google Shape;4805;p72"/>
          <p:cNvGrpSpPr/>
          <p:nvPr/>
        </p:nvGrpSpPr>
        <p:grpSpPr>
          <a:xfrm>
            <a:off x="2249438" y="2249669"/>
            <a:ext cx="948701" cy="935378"/>
            <a:chOff x="2253298" y="2428317"/>
            <a:chExt cx="948701" cy="935378"/>
          </a:xfrm>
        </p:grpSpPr>
        <p:sp>
          <p:nvSpPr>
            <p:cNvPr id="4806" name="Google Shape;4806;p72"/>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7" name="Google Shape;4807;p72"/>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8" name="Google Shape;4808;p72"/>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9" name="Google Shape;4809;p72"/>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0" name="Google Shape;4810;p72"/>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1" name="Google Shape;4811;p72"/>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2" name="Google Shape;4812;p72"/>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3" name="Google Shape;4813;p72"/>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4" name="Google Shape;4814;p72"/>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5" name="Google Shape;4815;p72"/>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6" name="Google Shape;4816;p72"/>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7" name="Google Shape;4817;p72"/>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8" name="Google Shape;4818;p72"/>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9" name="Google Shape;4819;p72"/>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0" name="Google Shape;4820;p72"/>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1" name="Google Shape;4821;p72"/>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2" name="Google Shape;4822;p72"/>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3" name="Google Shape;4823;p72"/>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4" name="Google Shape;4824;p72"/>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5" name="Google Shape;4825;p72"/>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6" name="Google Shape;4826;p72"/>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7" name="Google Shape;4827;p72"/>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8" name="Google Shape;4828;p72"/>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9" name="Google Shape;4829;p72"/>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0" name="Google Shape;4830;p72"/>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1" name="Google Shape;4831;p72"/>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2" name="Google Shape;4832;p72"/>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3" name="Google Shape;4833;p72"/>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4" name="Google Shape;4834;p72"/>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5" name="Google Shape;4835;p72"/>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6" name="Google Shape;4836;p72"/>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7" name="Google Shape;4837;p72"/>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8" name="Google Shape;4838;p72"/>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Shape 4842"/>
        <p:cNvGrpSpPr/>
        <p:nvPr/>
      </p:nvGrpSpPr>
      <p:grpSpPr>
        <a:xfrm>
          <a:off x="0" y="0"/>
          <a:ext cx="0" cy="0"/>
          <a:chOff x="0" y="0"/>
          <a:chExt cx="0" cy="0"/>
        </a:xfrm>
      </p:grpSpPr>
      <p:grpSp>
        <p:nvGrpSpPr>
          <p:cNvPr id="4843" name="Google Shape;4843;p73"/>
          <p:cNvGrpSpPr/>
          <p:nvPr/>
        </p:nvGrpSpPr>
        <p:grpSpPr>
          <a:xfrm>
            <a:off x="3339745" y="952988"/>
            <a:ext cx="2363393" cy="1017867"/>
            <a:chOff x="3292400" y="1219146"/>
            <a:chExt cx="2615240" cy="1110239"/>
          </a:xfrm>
        </p:grpSpPr>
        <p:sp>
          <p:nvSpPr>
            <p:cNvPr id="4844" name="Google Shape;4844;p73"/>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45" name="Google Shape;4845;p73"/>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46" name="Google Shape;4846;p73"/>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JANUARY</a:t>
              </a:r>
            </a:p>
          </p:txBody>
        </p:sp>
        <p:sp>
          <p:nvSpPr>
            <p:cNvPr id="4847" name="Google Shape;4847;p73"/>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FEBRUARY</a:t>
              </a:r>
            </a:p>
          </p:txBody>
        </p:sp>
        <p:sp>
          <p:nvSpPr>
            <p:cNvPr id="4848" name="Google Shape;4848;p73"/>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MARCH</a:t>
              </a:r>
            </a:p>
          </p:txBody>
        </p:sp>
        <p:sp>
          <p:nvSpPr>
            <p:cNvPr id="4849" name="Google Shape;4849;p73"/>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APRIL</a:t>
              </a:r>
            </a:p>
          </p:txBody>
        </p:sp>
        <p:sp>
          <p:nvSpPr>
            <p:cNvPr id="4850" name="Google Shape;4850;p73"/>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MAY</a:t>
              </a:r>
            </a:p>
          </p:txBody>
        </p:sp>
        <p:sp>
          <p:nvSpPr>
            <p:cNvPr id="4851" name="Google Shape;4851;p73"/>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JUNE</a:t>
              </a:r>
            </a:p>
          </p:txBody>
        </p:sp>
        <p:sp>
          <p:nvSpPr>
            <p:cNvPr id="4852" name="Google Shape;4852;p73"/>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US" sz="400" noProof="0" dirty="0">
                  <a:solidFill>
                    <a:srgbClr val="FFFFFF"/>
                  </a:solidFill>
                </a:rPr>
                <a:t>PHASE 1</a:t>
              </a:r>
            </a:p>
          </p:txBody>
        </p:sp>
        <p:sp>
          <p:nvSpPr>
            <p:cNvPr id="4853" name="Google Shape;4853;p73"/>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US" sz="400" noProof="0" dirty="0">
                  <a:solidFill>
                    <a:srgbClr val="FFFFFF"/>
                  </a:solidFill>
                </a:rPr>
                <a:t>PHASE 2</a:t>
              </a:r>
            </a:p>
          </p:txBody>
        </p:sp>
        <p:sp>
          <p:nvSpPr>
            <p:cNvPr id="4854" name="Google Shape;4854;p73"/>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1</a:t>
              </a:r>
            </a:p>
          </p:txBody>
        </p:sp>
        <p:sp>
          <p:nvSpPr>
            <p:cNvPr id="4855" name="Google Shape;4855;p73"/>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2</a:t>
              </a:r>
            </a:p>
          </p:txBody>
        </p:sp>
        <p:sp>
          <p:nvSpPr>
            <p:cNvPr id="4856" name="Google Shape;4856;p73"/>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1</a:t>
              </a:r>
            </a:p>
          </p:txBody>
        </p:sp>
        <p:sp>
          <p:nvSpPr>
            <p:cNvPr id="4857" name="Google Shape;4857;p73"/>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2</a:t>
              </a:r>
            </a:p>
          </p:txBody>
        </p:sp>
        <p:grpSp>
          <p:nvGrpSpPr>
            <p:cNvPr id="4858" name="Google Shape;4858;p73"/>
            <p:cNvGrpSpPr/>
            <p:nvPr/>
          </p:nvGrpSpPr>
          <p:grpSpPr>
            <a:xfrm>
              <a:off x="3748438" y="1378608"/>
              <a:ext cx="2159202" cy="903971"/>
              <a:chOff x="1683525" y="2179850"/>
              <a:chExt cx="4519050" cy="2134525"/>
            </a:xfrm>
          </p:grpSpPr>
          <p:sp>
            <p:nvSpPr>
              <p:cNvPr id="4859" name="Google Shape;4859;p73"/>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0" name="Google Shape;4860;p73"/>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1" name="Google Shape;4861;p73"/>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2" name="Google Shape;4862;p73"/>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3" name="Google Shape;4863;p73"/>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4" name="Google Shape;4864;p73"/>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5" name="Google Shape;4865;p73"/>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6" name="Google Shape;4866;p73"/>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7" name="Google Shape;4867;p73"/>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8" name="Google Shape;4868;p73"/>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9" name="Google Shape;4869;p73"/>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70" name="Google Shape;4870;p73"/>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grpSp>
      </p:grpSp>
      <p:graphicFrame>
        <p:nvGraphicFramePr>
          <p:cNvPr id="4871" name="Google Shape;4871;p73"/>
          <p:cNvGraphicFramePr/>
          <p:nvPr>
            <p:extLst>
              <p:ext uri="{D42A27DB-BD31-4B8C-83A1-F6EECF244321}">
                <p14:modId xmlns:p14="http://schemas.microsoft.com/office/powerpoint/2010/main" val="4161140495"/>
              </p:ext>
            </p:extLst>
          </p:nvPr>
        </p:nvGraphicFramePr>
        <p:xfrm>
          <a:off x="5935838" y="2130461"/>
          <a:ext cx="2491300" cy="868600"/>
        </p:xfrm>
        <a:graphic>
          <a:graphicData uri="http://schemas.openxmlformats.org/drawingml/2006/table">
            <a:tbl>
              <a:tblPr>
                <a:noFill/>
                <a:tableStyleId>{567CD55D-D7E3-497B-A4DD-779DD35D2360}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4872" name="Google Shape;4872;p73"/>
          <p:cNvGrpSpPr/>
          <p:nvPr/>
        </p:nvGrpSpPr>
        <p:grpSpPr>
          <a:xfrm>
            <a:off x="5935948" y="3189058"/>
            <a:ext cx="2496964" cy="1001454"/>
            <a:chOff x="1919611" y="789980"/>
            <a:chExt cx="1474179" cy="606868"/>
          </a:xfrm>
        </p:grpSpPr>
        <p:cxnSp>
          <p:nvCxnSpPr>
            <p:cNvPr id="4873" name="Google Shape;4873;p73"/>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874" name="Google Shape;4874;p73"/>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875" name="Google Shape;4875;p73"/>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4876" name="Google Shape;4876;p73"/>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JANUARY</a:t>
              </a:r>
            </a:p>
          </p:txBody>
        </p:sp>
        <p:sp>
          <p:nvSpPr>
            <p:cNvPr id="4877" name="Google Shape;4877;p73"/>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FEBRUARY</a:t>
              </a:r>
            </a:p>
          </p:txBody>
        </p:sp>
        <p:sp>
          <p:nvSpPr>
            <p:cNvPr id="4878" name="Google Shape;4878;p73"/>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MARCH</a:t>
              </a:r>
            </a:p>
          </p:txBody>
        </p:sp>
        <p:sp>
          <p:nvSpPr>
            <p:cNvPr id="4879" name="Google Shape;4879;p73"/>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APRIL</a:t>
              </a:r>
            </a:p>
          </p:txBody>
        </p:sp>
        <p:sp>
          <p:nvSpPr>
            <p:cNvPr id="4880" name="Google Shape;4880;p73"/>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1" name="Google Shape;4881;p73"/>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2" name="Google Shape;4882;p73"/>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3" name="Google Shape;4883;p73"/>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4" name="Google Shape;4884;p73"/>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5" name="Google Shape;4885;p73"/>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6" name="Google Shape;4886;p73"/>
            <p:cNvSpPr txBox="1"/>
            <p:nvPr/>
          </p:nvSpPr>
          <p:spPr>
            <a:xfrm flipH="1">
              <a:off x="1921107" y="918157"/>
              <a:ext cx="188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US" sz="400" noProof="0" dirty="0">
                  <a:solidFill>
                    <a:srgbClr val="E3E9ED"/>
                  </a:solidFill>
                </a:rPr>
                <a:t>PHASE 1</a:t>
              </a:r>
            </a:p>
          </p:txBody>
        </p:sp>
        <p:sp>
          <p:nvSpPr>
            <p:cNvPr id="4887" name="Google Shape;4887;p73"/>
            <p:cNvSpPr txBox="1"/>
            <p:nvPr/>
          </p:nvSpPr>
          <p:spPr>
            <a:xfrm flipH="1">
              <a:off x="1919611" y="1113383"/>
              <a:ext cx="1899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US" sz="400" noProof="0" dirty="0">
                  <a:solidFill>
                    <a:srgbClr val="E3E9ED"/>
                  </a:solidFill>
                </a:rPr>
                <a:t>Task 1</a:t>
              </a:r>
            </a:p>
          </p:txBody>
        </p:sp>
        <p:sp>
          <p:nvSpPr>
            <p:cNvPr id="4888" name="Google Shape;4888;p73"/>
            <p:cNvSpPr txBox="1"/>
            <p:nvPr/>
          </p:nvSpPr>
          <p:spPr>
            <a:xfrm flipH="1">
              <a:off x="1921111" y="1304520"/>
              <a:ext cx="188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US" sz="400" noProof="0" dirty="0">
                  <a:solidFill>
                    <a:srgbClr val="E3E9ED"/>
                  </a:solidFill>
                </a:rPr>
                <a:t>Task 2</a:t>
              </a:r>
            </a:p>
          </p:txBody>
        </p:sp>
        <p:sp>
          <p:nvSpPr>
            <p:cNvPr id="4889" name="Google Shape;4889;p73"/>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90" name="Google Shape;4890;p73"/>
          <p:cNvGrpSpPr/>
          <p:nvPr/>
        </p:nvGrpSpPr>
        <p:grpSpPr>
          <a:xfrm>
            <a:off x="712562" y="998017"/>
            <a:ext cx="2394370" cy="976502"/>
            <a:chOff x="749309" y="1112739"/>
            <a:chExt cx="2371603" cy="976502"/>
          </a:xfrm>
        </p:grpSpPr>
        <p:sp>
          <p:nvSpPr>
            <p:cNvPr id="4891" name="Google Shape;4891;p73"/>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2" name="Google Shape;4892;p73"/>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3" name="Google Shape;4893;p73"/>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4" name="Google Shape;4894;p73"/>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5" name="Google Shape;4895;p73"/>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6" name="Google Shape;4896;p73"/>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7" name="Google Shape;4897;p73"/>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8" name="Google Shape;4898;p73"/>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9" name="Google Shape;4899;p73"/>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0" name="Google Shape;4900;p73"/>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1" name="Google Shape;4901;p73"/>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2" name="Google Shape;4902;p73"/>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3" name="Google Shape;4903;p73"/>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4" name="Google Shape;4904;p73"/>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5" name="Google Shape;4905;p73"/>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6" name="Google Shape;4906;p73"/>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7" name="Google Shape;4907;p73"/>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8" name="Google Shape;4908;p73"/>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9" name="Google Shape;4909;p73"/>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0" name="Google Shape;4910;p73"/>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1" name="Google Shape;4911;p73"/>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2" name="Google Shape;4912;p73"/>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3" name="Google Shape;4913;p73"/>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4" name="Google Shape;4914;p73"/>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5" name="Google Shape;4915;p73"/>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6" name="Google Shape;4916;p73"/>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7" name="Google Shape;4917;p73"/>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8" name="Google Shape;4918;p73"/>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9" name="Google Shape;4919;p73"/>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0" name="Google Shape;4920;p73"/>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1" name="Google Shape;4921;p73"/>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2" name="Google Shape;4922;p73"/>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aphicFrame>
        <p:nvGraphicFramePr>
          <p:cNvPr id="4923" name="Google Shape;4923;p73"/>
          <p:cNvGraphicFramePr/>
          <p:nvPr>
            <p:extLst>
              <p:ext uri="{D42A27DB-BD31-4B8C-83A1-F6EECF244321}">
                <p14:modId xmlns:p14="http://schemas.microsoft.com/office/powerpoint/2010/main" val="2561846490"/>
              </p:ext>
            </p:extLst>
          </p:nvPr>
        </p:nvGraphicFramePr>
        <p:xfrm>
          <a:off x="5935863" y="996311"/>
          <a:ext cx="2491300" cy="976425"/>
        </p:xfrm>
        <a:graphic>
          <a:graphicData uri="http://schemas.openxmlformats.org/drawingml/2006/table">
            <a:tbl>
              <a:tblPr>
                <a:noFill/>
                <a:tableStyleId>{567CD55D-D7E3-497B-A4DD-779DD35D2360}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4924" name="Google Shape;4924;p73"/>
          <p:cNvGraphicFramePr/>
          <p:nvPr>
            <p:extLst>
              <p:ext uri="{D42A27DB-BD31-4B8C-83A1-F6EECF244321}">
                <p14:modId xmlns:p14="http://schemas.microsoft.com/office/powerpoint/2010/main" val="3504345705"/>
              </p:ext>
            </p:extLst>
          </p:nvPr>
        </p:nvGraphicFramePr>
        <p:xfrm>
          <a:off x="3342575" y="2130461"/>
          <a:ext cx="2363400" cy="868575"/>
        </p:xfrm>
        <a:graphic>
          <a:graphicData uri="http://schemas.openxmlformats.org/drawingml/2006/table">
            <a:tbl>
              <a:tblPr>
                <a:noFill/>
                <a:tableStyleId>{567CD55D-D7E3-497B-A4DD-779DD35D2360}</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925" name="Google Shape;4925;p73"/>
          <p:cNvGrpSpPr/>
          <p:nvPr/>
        </p:nvGrpSpPr>
        <p:grpSpPr>
          <a:xfrm>
            <a:off x="4086505" y="2517104"/>
            <a:ext cx="1517436" cy="74460"/>
            <a:chOff x="3980086" y="2804397"/>
            <a:chExt cx="1227600" cy="66900"/>
          </a:xfrm>
        </p:grpSpPr>
        <p:sp>
          <p:nvSpPr>
            <p:cNvPr id="4926" name="Google Shape;4926;p73"/>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7" name="Google Shape;4927;p73"/>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28" name="Google Shape;4928;p73"/>
          <p:cNvGrpSpPr/>
          <p:nvPr/>
        </p:nvGrpSpPr>
        <p:grpSpPr>
          <a:xfrm>
            <a:off x="4711569" y="2809692"/>
            <a:ext cx="892956" cy="74460"/>
            <a:chOff x="3980086" y="2804397"/>
            <a:chExt cx="1227600" cy="66900"/>
          </a:xfrm>
        </p:grpSpPr>
        <p:sp>
          <p:nvSpPr>
            <p:cNvPr id="4929" name="Google Shape;4929;p73"/>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0" name="Google Shape;4930;p73"/>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31" name="Google Shape;4931;p73"/>
          <p:cNvGrpSpPr/>
          <p:nvPr/>
        </p:nvGrpSpPr>
        <p:grpSpPr>
          <a:xfrm>
            <a:off x="3344661" y="3168575"/>
            <a:ext cx="2363244" cy="1005943"/>
            <a:chOff x="3358415" y="3361302"/>
            <a:chExt cx="2363244" cy="1024695"/>
          </a:xfrm>
        </p:grpSpPr>
        <p:grpSp>
          <p:nvGrpSpPr>
            <p:cNvPr id="4932" name="Google Shape;4932;p73"/>
            <p:cNvGrpSpPr/>
            <p:nvPr/>
          </p:nvGrpSpPr>
          <p:grpSpPr>
            <a:xfrm>
              <a:off x="3358415" y="3361302"/>
              <a:ext cx="441300" cy="1024695"/>
              <a:chOff x="3358415" y="3361302"/>
              <a:chExt cx="441300" cy="1024695"/>
            </a:xfrm>
          </p:grpSpPr>
          <p:sp>
            <p:nvSpPr>
              <p:cNvPr id="4933" name="Google Shape;4933;p73"/>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4" name="Google Shape;4934;p73"/>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5" name="Google Shape;4935;p73"/>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6" name="Google Shape;4936;p73"/>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7" name="Google Shape;4937;p73"/>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8" name="Google Shape;4938;p73"/>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39" name="Google Shape;4939;p73"/>
            <p:cNvGrpSpPr/>
            <p:nvPr/>
          </p:nvGrpSpPr>
          <p:grpSpPr>
            <a:xfrm>
              <a:off x="3838901" y="3361302"/>
              <a:ext cx="441300" cy="1024695"/>
              <a:chOff x="3838901" y="3361302"/>
              <a:chExt cx="441300" cy="1024695"/>
            </a:xfrm>
          </p:grpSpPr>
          <p:sp>
            <p:nvSpPr>
              <p:cNvPr id="4940" name="Google Shape;4940;p73"/>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1" name="Google Shape;4941;p73"/>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2" name="Google Shape;4942;p73"/>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3" name="Google Shape;4943;p73"/>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4" name="Google Shape;4944;p73"/>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5" name="Google Shape;4945;p73"/>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46" name="Google Shape;4946;p73"/>
            <p:cNvGrpSpPr/>
            <p:nvPr/>
          </p:nvGrpSpPr>
          <p:grpSpPr>
            <a:xfrm>
              <a:off x="4319387" y="3361302"/>
              <a:ext cx="441300" cy="1024695"/>
              <a:chOff x="4319387" y="3361302"/>
              <a:chExt cx="441300" cy="1024695"/>
            </a:xfrm>
          </p:grpSpPr>
          <p:sp>
            <p:nvSpPr>
              <p:cNvPr id="4947" name="Google Shape;4947;p73"/>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8" name="Google Shape;4948;p73"/>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9" name="Google Shape;4949;p73"/>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0" name="Google Shape;4950;p73"/>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1" name="Google Shape;4951;p73"/>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2" name="Google Shape;4952;p73"/>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53" name="Google Shape;4953;p73"/>
            <p:cNvGrpSpPr/>
            <p:nvPr/>
          </p:nvGrpSpPr>
          <p:grpSpPr>
            <a:xfrm>
              <a:off x="4799873" y="3361302"/>
              <a:ext cx="441300" cy="1024695"/>
              <a:chOff x="4799873" y="3361302"/>
              <a:chExt cx="441300" cy="1024695"/>
            </a:xfrm>
          </p:grpSpPr>
          <p:sp>
            <p:nvSpPr>
              <p:cNvPr id="4954" name="Google Shape;4954;p73"/>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5" name="Google Shape;4955;p73"/>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6" name="Google Shape;4956;p73"/>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7" name="Google Shape;4957;p73"/>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8" name="Google Shape;4958;p73"/>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9" name="Google Shape;4959;p73"/>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60" name="Google Shape;4960;p73"/>
            <p:cNvGrpSpPr/>
            <p:nvPr/>
          </p:nvGrpSpPr>
          <p:grpSpPr>
            <a:xfrm>
              <a:off x="5280360" y="3361302"/>
              <a:ext cx="441300" cy="1024695"/>
              <a:chOff x="5280360" y="3361302"/>
              <a:chExt cx="441300" cy="1024695"/>
            </a:xfrm>
          </p:grpSpPr>
          <p:sp>
            <p:nvSpPr>
              <p:cNvPr id="4961" name="Google Shape;4961;p73"/>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2" name="Google Shape;4962;p73"/>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3" name="Google Shape;4963;p73"/>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4" name="Google Shape;4964;p73"/>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5" name="Google Shape;4965;p73"/>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6" name="Google Shape;4966;p73"/>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aphicFrame>
        <p:nvGraphicFramePr>
          <p:cNvPr id="4967" name="Google Shape;4967;p73"/>
          <p:cNvGraphicFramePr/>
          <p:nvPr>
            <p:extLst>
              <p:ext uri="{D42A27DB-BD31-4B8C-83A1-F6EECF244321}">
                <p14:modId xmlns:p14="http://schemas.microsoft.com/office/powerpoint/2010/main" val="2299920942"/>
              </p:ext>
            </p:extLst>
          </p:nvPr>
        </p:nvGraphicFramePr>
        <p:xfrm>
          <a:off x="711088" y="2130461"/>
          <a:ext cx="2403600" cy="881400"/>
        </p:xfrm>
        <a:graphic>
          <a:graphicData uri="http://schemas.openxmlformats.org/drawingml/2006/table">
            <a:tbl>
              <a:tblPr>
                <a:noFill/>
                <a:tableStyleId>{567CD55D-D7E3-497B-A4DD-779DD35D2360}</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968" name="Google Shape;4968;p73"/>
          <p:cNvGrpSpPr/>
          <p:nvPr/>
        </p:nvGrpSpPr>
        <p:grpSpPr>
          <a:xfrm>
            <a:off x="712613" y="3180186"/>
            <a:ext cx="2403614" cy="1005900"/>
            <a:chOff x="726450" y="3372825"/>
            <a:chExt cx="2403614" cy="1005900"/>
          </a:xfrm>
        </p:grpSpPr>
        <p:grpSp>
          <p:nvGrpSpPr>
            <p:cNvPr id="4969" name="Google Shape;4969;p73"/>
            <p:cNvGrpSpPr/>
            <p:nvPr/>
          </p:nvGrpSpPr>
          <p:grpSpPr>
            <a:xfrm>
              <a:off x="726450" y="3696000"/>
              <a:ext cx="2403614" cy="500898"/>
              <a:chOff x="726450" y="3696000"/>
              <a:chExt cx="2403614" cy="500898"/>
            </a:xfrm>
          </p:grpSpPr>
          <p:sp>
            <p:nvSpPr>
              <p:cNvPr id="4970" name="Google Shape;4970;p73"/>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1" name="Google Shape;4971;p73"/>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grpSp>
        <p:grpSp>
          <p:nvGrpSpPr>
            <p:cNvPr id="4972" name="Google Shape;4972;p73"/>
            <p:cNvGrpSpPr/>
            <p:nvPr/>
          </p:nvGrpSpPr>
          <p:grpSpPr>
            <a:xfrm>
              <a:off x="1348050" y="3372825"/>
              <a:ext cx="1720425" cy="1005900"/>
              <a:chOff x="1348050" y="3372825"/>
              <a:chExt cx="1720425" cy="1005900"/>
            </a:xfrm>
          </p:grpSpPr>
          <p:sp>
            <p:nvSpPr>
              <p:cNvPr id="4973" name="Google Shape;4973;p73"/>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4" name="Google Shape;4974;p73"/>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5" name="Google Shape;4975;p73"/>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6" name="Google Shape;4976;p73"/>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7" name="Google Shape;4977;p73"/>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grpSp>
        <p:grpSp>
          <p:nvGrpSpPr>
            <p:cNvPr id="4978" name="Google Shape;4978;p73"/>
            <p:cNvGrpSpPr/>
            <p:nvPr/>
          </p:nvGrpSpPr>
          <p:grpSpPr>
            <a:xfrm>
              <a:off x="1455707" y="3731058"/>
              <a:ext cx="1491150" cy="417657"/>
              <a:chOff x="1455707" y="3731058"/>
              <a:chExt cx="1491150" cy="417657"/>
            </a:xfrm>
          </p:grpSpPr>
          <p:grpSp>
            <p:nvGrpSpPr>
              <p:cNvPr id="4979" name="Google Shape;4979;p73"/>
              <p:cNvGrpSpPr/>
              <p:nvPr/>
            </p:nvGrpSpPr>
            <p:grpSpPr>
              <a:xfrm>
                <a:off x="1472938" y="3745828"/>
                <a:ext cx="72126" cy="53788"/>
                <a:chOff x="1472938" y="3745828"/>
                <a:chExt cx="72126" cy="53788"/>
              </a:xfrm>
            </p:grpSpPr>
            <p:sp>
              <p:nvSpPr>
                <p:cNvPr id="4980" name="Google Shape;4980;p73"/>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81" name="Google Shape;4981;p73"/>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2" name="Google Shape;4982;p73"/>
              <p:cNvGrpSpPr/>
              <p:nvPr/>
            </p:nvGrpSpPr>
            <p:grpSpPr>
              <a:xfrm>
                <a:off x="1819181" y="4089633"/>
                <a:ext cx="72126" cy="53788"/>
                <a:chOff x="1819181" y="4089633"/>
                <a:chExt cx="72126" cy="53788"/>
              </a:xfrm>
            </p:grpSpPr>
            <p:sp>
              <p:nvSpPr>
                <p:cNvPr id="4983" name="Google Shape;4983;p73"/>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84" name="Google Shape;4984;p73"/>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5" name="Google Shape;4985;p73"/>
              <p:cNvGrpSpPr/>
              <p:nvPr/>
            </p:nvGrpSpPr>
            <p:grpSpPr>
              <a:xfrm>
                <a:off x="1455707" y="4084171"/>
                <a:ext cx="64321" cy="64544"/>
                <a:chOff x="1455707" y="4084171"/>
                <a:chExt cx="64321" cy="64544"/>
              </a:xfrm>
            </p:grpSpPr>
            <p:sp>
              <p:nvSpPr>
                <p:cNvPr id="4986" name="Google Shape;4986;p73"/>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87" name="Google Shape;4987;p73"/>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8" name="Google Shape;4988;p73"/>
              <p:cNvGrpSpPr/>
              <p:nvPr/>
            </p:nvGrpSpPr>
            <p:grpSpPr>
              <a:xfrm>
                <a:off x="1818610" y="3731058"/>
                <a:ext cx="64321" cy="64544"/>
                <a:chOff x="1818610" y="3731058"/>
                <a:chExt cx="64321" cy="64544"/>
              </a:xfrm>
            </p:grpSpPr>
            <p:sp>
              <p:nvSpPr>
                <p:cNvPr id="4989" name="Google Shape;4989;p73"/>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0" name="Google Shape;4990;p73"/>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91" name="Google Shape;4991;p73"/>
              <p:cNvGrpSpPr/>
              <p:nvPr/>
            </p:nvGrpSpPr>
            <p:grpSpPr>
              <a:xfrm>
                <a:off x="2172491" y="4089633"/>
                <a:ext cx="72126" cy="53788"/>
                <a:chOff x="2172491" y="4089633"/>
                <a:chExt cx="72126" cy="53788"/>
              </a:xfrm>
            </p:grpSpPr>
            <p:sp>
              <p:nvSpPr>
                <p:cNvPr id="4992" name="Google Shape;4992;p73"/>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3" name="Google Shape;4993;p73"/>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94" name="Google Shape;4994;p73"/>
              <p:cNvGrpSpPr/>
              <p:nvPr/>
            </p:nvGrpSpPr>
            <p:grpSpPr>
              <a:xfrm>
                <a:off x="2171920" y="3731058"/>
                <a:ext cx="64321" cy="64544"/>
                <a:chOff x="2171920" y="3731058"/>
                <a:chExt cx="64321" cy="64544"/>
              </a:xfrm>
            </p:grpSpPr>
            <p:sp>
              <p:nvSpPr>
                <p:cNvPr id="4995" name="Google Shape;4995;p73"/>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6" name="Google Shape;4996;p73"/>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97" name="Google Shape;4997;p73"/>
              <p:cNvGrpSpPr/>
              <p:nvPr/>
            </p:nvGrpSpPr>
            <p:grpSpPr>
              <a:xfrm>
                <a:off x="2874730" y="3745828"/>
                <a:ext cx="72126" cy="53788"/>
                <a:chOff x="2874730" y="3745828"/>
                <a:chExt cx="72126" cy="53788"/>
              </a:xfrm>
            </p:grpSpPr>
            <p:sp>
              <p:nvSpPr>
                <p:cNvPr id="4998" name="Google Shape;4998;p73"/>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9" name="Google Shape;4999;p73"/>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00" name="Google Shape;5000;p73"/>
              <p:cNvGrpSpPr/>
              <p:nvPr/>
            </p:nvGrpSpPr>
            <p:grpSpPr>
              <a:xfrm>
                <a:off x="2878589" y="4081481"/>
                <a:ext cx="64321" cy="64544"/>
                <a:chOff x="2878589" y="4081481"/>
                <a:chExt cx="64321" cy="64544"/>
              </a:xfrm>
            </p:grpSpPr>
            <p:sp>
              <p:nvSpPr>
                <p:cNvPr id="5001" name="Google Shape;5001;p73"/>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2" name="Google Shape;5002;p73"/>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03" name="Google Shape;5003;p73"/>
              <p:cNvGrpSpPr/>
              <p:nvPr/>
            </p:nvGrpSpPr>
            <p:grpSpPr>
              <a:xfrm>
                <a:off x="2525796" y="4089633"/>
                <a:ext cx="72126" cy="53788"/>
                <a:chOff x="2525796" y="4089633"/>
                <a:chExt cx="72126" cy="53788"/>
              </a:xfrm>
            </p:grpSpPr>
            <p:sp>
              <p:nvSpPr>
                <p:cNvPr id="5004" name="Google Shape;5004;p73"/>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5" name="Google Shape;5005;p73"/>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06" name="Google Shape;5006;p73"/>
              <p:cNvGrpSpPr/>
              <p:nvPr/>
            </p:nvGrpSpPr>
            <p:grpSpPr>
              <a:xfrm>
                <a:off x="2525225" y="3731058"/>
                <a:ext cx="64321" cy="64544"/>
                <a:chOff x="2525225" y="3731058"/>
                <a:chExt cx="64321" cy="64544"/>
              </a:xfrm>
            </p:grpSpPr>
            <p:sp>
              <p:nvSpPr>
                <p:cNvPr id="5007" name="Google Shape;5007;p73"/>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8" name="Google Shape;5008;p73"/>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Shape 5012"/>
        <p:cNvGrpSpPr/>
        <p:nvPr/>
      </p:nvGrpSpPr>
      <p:grpSpPr>
        <a:xfrm>
          <a:off x="0" y="0"/>
          <a:ext cx="0" cy="0"/>
          <a:chOff x="0" y="0"/>
          <a:chExt cx="0" cy="0"/>
        </a:xfrm>
      </p:grpSpPr>
      <p:grpSp>
        <p:nvGrpSpPr>
          <p:cNvPr id="5013" name="Google Shape;5013;p74"/>
          <p:cNvGrpSpPr/>
          <p:nvPr/>
        </p:nvGrpSpPr>
        <p:grpSpPr>
          <a:xfrm>
            <a:off x="5780153" y="1859606"/>
            <a:ext cx="671400" cy="674856"/>
            <a:chOff x="5780148" y="1859605"/>
            <a:chExt cx="671400" cy="674856"/>
          </a:xfrm>
        </p:grpSpPr>
        <p:sp>
          <p:nvSpPr>
            <p:cNvPr id="5014" name="Google Shape;5014;p74"/>
            <p:cNvSpPr/>
            <p:nvPr/>
          </p:nvSpPr>
          <p:spPr>
            <a:xfrm>
              <a:off x="5780148" y="1859605"/>
              <a:ext cx="671400" cy="6714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5" name="Google Shape;5015;p74"/>
            <p:cNvSpPr/>
            <p:nvPr/>
          </p:nvSpPr>
          <p:spPr>
            <a:xfrm>
              <a:off x="5851927" y="2006476"/>
              <a:ext cx="527700" cy="5277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6" name="Google Shape;5016;p74"/>
            <p:cNvSpPr/>
            <p:nvPr/>
          </p:nvSpPr>
          <p:spPr>
            <a:xfrm>
              <a:off x="5899320" y="2101262"/>
              <a:ext cx="433200" cy="4332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7" name="Google Shape;5017;p74"/>
            <p:cNvSpPr/>
            <p:nvPr/>
          </p:nvSpPr>
          <p:spPr>
            <a:xfrm>
              <a:off x="5944113" y="2190849"/>
              <a:ext cx="343500" cy="3435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18" name="Google Shape;5018;p74"/>
          <p:cNvGrpSpPr/>
          <p:nvPr/>
        </p:nvGrpSpPr>
        <p:grpSpPr>
          <a:xfrm>
            <a:off x="716996" y="971307"/>
            <a:ext cx="845921" cy="690752"/>
            <a:chOff x="732428" y="1198513"/>
            <a:chExt cx="845921" cy="690752"/>
          </a:xfrm>
        </p:grpSpPr>
        <p:grpSp>
          <p:nvGrpSpPr>
            <p:cNvPr id="5019" name="Google Shape;5019;p74"/>
            <p:cNvGrpSpPr/>
            <p:nvPr/>
          </p:nvGrpSpPr>
          <p:grpSpPr>
            <a:xfrm>
              <a:off x="823030" y="1198513"/>
              <a:ext cx="755319" cy="690752"/>
              <a:chOff x="823030" y="1198513"/>
              <a:chExt cx="755319" cy="690752"/>
            </a:xfrm>
          </p:grpSpPr>
          <p:sp>
            <p:nvSpPr>
              <p:cNvPr id="5020" name="Google Shape;5020;p74"/>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21" name="Google Shape;5021;p74"/>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22" name="Google Shape;5022;p74"/>
            <p:cNvGrpSpPr/>
            <p:nvPr/>
          </p:nvGrpSpPr>
          <p:grpSpPr>
            <a:xfrm>
              <a:off x="732428" y="1239937"/>
              <a:ext cx="739912" cy="607886"/>
              <a:chOff x="732428" y="1239937"/>
              <a:chExt cx="739912" cy="607886"/>
            </a:xfrm>
          </p:grpSpPr>
          <p:sp>
            <p:nvSpPr>
              <p:cNvPr id="5023" name="Google Shape;5023;p74"/>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24" name="Google Shape;5024;p74"/>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25" name="Google Shape;5025;p74"/>
            <p:cNvGrpSpPr/>
            <p:nvPr/>
          </p:nvGrpSpPr>
          <p:grpSpPr>
            <a:xfrm>
              <a:off x="732428" y="1277018"/>
              <a:ext cx="702832" cy="533758"/>
              <a:chOff x="732428" y="1277018"/>
              <a:chExt cx="702832" cy="533758"/>
            </a:xfrm>
          </p:grpSpPr>
          <p:sp>
            <p:nvSpPr>
              <p:cNvPr id="5026" name="Google Shape;5026;p74"/>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27" name="Google Shape;5027;p74"/>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28" name="Google Shape;5028;p74"/>
            <p:cNvGrpSpPr/>
            <p:nvPr/>
          </p:nvGrpSpPr>
          <p:grpSpPr>
            <a:xfrm>
              <a:off x="931170" y="1306653"/>
              <a:ext cx="647179" cy="474455"/>
              <a:chOff x="931170" y="1306653"/>
              <a:chExt cx="647179" cy="474455"/>
            </a:xfrm>
          </p:grpSpPr>
          <p:sp>
            <p:nvSpPr>
              <p:cNvPr id="5029" name="Google Shape;5029;p74"/>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0" name="Google Shape;5030;p74"/>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031" name="Google Shape;5031;p74"/>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32" name="Google Shape;5032;p74"/>
          <p:cNvGrpSpPr/>
          <p:nvPr/>
        </p:nvGrpSpPr>
        <p:grpSpPr>
          <a:xfrm>
            <a:off x="3948605" y="971313"/>
            <a:ext cx="634656" cy="699982"/>
            <a:chOff x="5985650" y="2860025"/>
            <a:chExt cx="1396075" cy="1539775"/>
          </a:xfrm>
        </p:grpSpPr>
        <p:sp>
          <p:nvSpPr>
            <p:cNvPr id="5033" name="Google Shape;5033;p74"/>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4" name="Google Shape;5034;p74"/>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5" name="Google Shape;5035;p74"/>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6" name="Google Shape;5036;p74"/>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7" name="Google Shape;5037;p74"/>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8" name="Google Shape;5038;p74"/>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9" name="Google Shape;5039;p74"/>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0" name="Google Shape;5040;p74"/>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1" name="Google Shape;5041;p74"/>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2" name="Google Shape;5042;p74"/>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3" name="Google Shape;5043;p74"/>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4" name="Google Shape;5044;p74"/>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5" name="Google Shape;5045;p74"/>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6" name="Google Shape;5046;p74"/>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7" name="Google Shape;5047;p74"/>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8" name="Google Shape;5048;p74"/>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9" name="Google Shape;5049;p74"/>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0" name="Google Shape;5050;p74"/>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1" name="Google Shape;5051;p74"/>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2" name="Google Shape;5052;p74"/>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3" name="Google Shape;5053;p74"/>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4" name="Google Shape;5054;p74"/>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5" name="Google Shape;5055;p74"/>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6" name="Google Shape;5056;p74"/>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7" name="Google Shape;5057;p74"/>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8" name="Google Shape;5058;p74"/>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9" name="Google Shape;5059;p74"/>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0" name="Google Shape;5060;p74"/>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1" name="Google Shape;5061;p74"/>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2" name="Google Shape;5062;p74"/>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3" name="Google Shape;5063;p74"/>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4" name="Google Shape;5064;p74"/>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65" name="Google Shape;5065;p74"/>
          <p:cNvGrpSpPr/>
          <p:nvPr/>
        </p:nvGrpSpPr>
        <p:grpSpPr>
          <a:xfrm>
            <a:off x="4704254" y="971307"/>
            <a:ext cx="725845" cy="699975"/>
            <a:chOff x="4249973" y="1201875"/>
            <a:chExt cx="1958568" cy="1888762"/>
          </a:xfrm>
        </p:grpSpPr>
        <p:sp>
          <p:nvSpPr>
            <p:cNvPr id="5066" name="Google Shape;5066;p74"/>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067" name="Google Shape;5067;p74"/>
            <p:cNvGrpSpPr/>
            <p:nvPr/>
          </p:nvGrpSpPr>
          <p:grpSpPr>
            <a:xfrm>
              <a:off x="5853086" y="1789142"/>
              <a:ext cx="355454" cy="1048099"/>
              <a:chOff x="5576108" y="2016725"/>
              <a:chExt cx="565200" cy="1666560"/>
            </a:xfrm>
          </p:grpSpPr>
          <p:sp>
            <p:nvSpPr>
              <p:cNvPr id="5068" name="Google Shape;5068;p74"/>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69" name="Google Shape;5069;p74"/>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0" name="Google Shape;5070;p74"/>
            <p:cNvGrpSpPr/>
            <p:nvPr/>
          </p:nvGrpSpPr>
          <p:grpSpPr>
            <a:xfrm>
              <a:off x="4869455" y="2691676"/>
              <a:ext cx="1013897" cy="398961"/>
              <a:chOff x="4012057" y="3451825"/>
              <a:chExt cx="1612175" cy="634379"/>
            </a:xfrm>
          </p:grpSpPr>
          <p:sp>
            <p:nvSpPr>
              <p:cNvPr id="5071" name="Google Shape;5071;p74"/>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72" name="Google Shape;5072;p74"/>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3" name="Google Shape;5073;p74"/>
            <p:cNvGrpSpPr/>
            <p:nvPr/>
          </p:nvGrpSpPr>
          <p:grpSpPr>
            <a:xfrm>
              <a:off x="4276937" y="2155961"/>
              <a:ext cx="651965" cy="891358"/>
              <a:chOff x="3069908" y="2599997"/>
              <a:chExt cx="1036675" cy="1417328"/>
            </a:xfrm>
          </p:grpSpPr>
          <p:sp>
            <p:nvSpPr>
              <p:cNvPr id="5074" name="Google Shape;5074;p74"/>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75" name="Google Shape;5075;p74"/>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6" name="Google Shape;5076;p74"/>
            <p:cNvGrpSpPr/>
            <p:nvPr/>
          </p:nvGrpSpPr>
          <p:grpSpPr>
            <a:xfrm>
              <a:off x="5054918" y="1201875"/>
              <a:ext cx="999548" cy="602711"/>
              <a:chOff x="4306958" y="1082925"/>
              <a:chExt cx="1589359" cy="958358"/>
            </a:xfrm>
          </p:grpSpPr>
          <p:sp>
            <p:nvSpPr>
              <p:cNvPr id="5077" name="Google Shape;5077;p74"/>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78" name="Google Shape;5078;p74"/>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9" name="Google Shape;5079;p74"/>
            <p:cNvGrpSpPr/>
            <p:nvPr/>
          </p:nvGrpSpPr>
          <p:grpSpPr>
            <a:xfrm>
              <a:off x="4249973" y="1303451"/>
              <a:ext cx="799317" cy="841334"/>
              <a:chOff x="3027033" y="1244439"/>
              <a:chExt cx="1270977" cy="1337786"/>
            </a:xfrm>
          </p:grpSpPr>
          <p:sp>
            <p:nvSpPr>
              <p:cNvPr id="5080" name="Google Shape;5080;p74"/>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81" name="Google Shape;5081;p74"/>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082" name="Google Shape;5082;p74"/>
          <p:cNvGrpSpPr/>
          <p:nvPr/>
        </p:nvGrpSpPr>
        <p:grpSpPr>
          <a:xfrm>
            <a:off x="4057119" y="1858087"/>
            <a:ext cx="750769" cy="683784"/>
            <a:chOff x="4204684" y="2104422"/>
            <a:chExt cx="699822" cy="637382"/>
          </a:xfrm>
        </p:grpSpPr>
        <p:grpSp>
          <p:nvGrpSpPr>
            <p:cNvPr id="5083" name="Google Shape;5083;p74"/>
            <p:cNvGrpSpPr/>
            <p:nvPr/>
          </p:nvGrpSpPr>
          <p:grpSpPr>
            <a:xfrm>
              <a:off x="4204684" y="2430067"/>
              <a:ext cx="342957" cy="311738"/>
              <a:chOff x="4204684" y="2430067"/>
              <a:chExt cx="342957" cy="311738"/>
            </a:xfrm>
          </p:grpSpPr>
          <p:sp>
            <p:nvSpPr>
              <p:cNvPr id="5084" name="Google Shape;5084;p74"/>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85" name="Google Shape;5085;p74"/>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86" name="Google Shape;5086;p74"/>
            <p:cNvGrpSpPr/>
            <p:nvPr/>
          </p:nvGrpSpPr>
          <p:grpSpPr>
            <a:xfrm>
              <a:off x="4561586" y="2430067"/>
              <a:ext cx="342920" cy="311738"/>
              <a:chOff x="4561586" y="2430067"/>
              <a:chExt cx="342920" cy="311738"/>
            </a:xfrm>
          </p:grpSpPr>
          <p:sp>
            <p:nvSpPr>
              <p:cNvPr id="5087" name="Google Shape;5087;p74"/>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88" name="Google Shape;5088;p74"/>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89" name="Google Shape;5089;p74"/>
            <p:cNvGrpSpPr/>
            <p:nvPr/>
          </p:nvGrpSpPr>
          <p:grpSpPr>
            <a:xfrm>
              <a:off x="4561586" y="2104422"/>
              <a:ext cx="342920" cy="311738"/>
              <a:chOff x="4561586" y="2104422"/>
              <a:chExt cx="342920" cy="311738"/>
            </a:xfrm>
          </p:grpSpPr>
          <p:sp>
            <p:nvSpPr>
              <p:cNvPr id="5090" name="Google Shape;5090;p74"/>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91" name="Google Shape;5091;p74"/>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92" name="Google Shape;5092;p74"/>
            <p:cNvGrpSpPr/>
            <p:nvPr/>
          </p:nvGrpSpPr>
          <p:grpSpPr>
            <a:xfrm>
              <a:off x="4204684" y="2104422"/>
              <a:ext cx="342957" cy="311664"/>
              <a:chOff x="4204684" y="2104422"/>
              <a:chExt cx="342957" cy="311664"/>
            </a:xfrm>
          </p:grpSpPr>
          <p:sp>
            <p:nvSpPr>
              <p:cNvPr id="5093" name="Google Shape;5093;p74"/>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94" name="Google Shape;5094;p74"/>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095" name="Google Shape;5095;p74"/>
          <p:cNvGrpSpPr/>
          <p:nvPr/>
        </p:nvGrpSpPr>
        <p:grpSpPr>
          <a:xfrm>
            <a:off x="5521552" y="971301"/>
            <a:ext cx="660591" cy="688867"/>
            <a:chOff x="5830645" y="1267368"/>
            <a:chExt cx="530340" cy="553040"/>
          </a:xfrm>
        </p:grpSpPr>
        <p:sp>
          <p:nvSpPr>
            <p:cNvPr id="5096" name="Google Shape;5096;p74"/>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097" name="Google Shape;5097;p74"/>
            <p:cNvGrpSpPr/>
            <p:nvPr/>
          </p:nvGrpSpPr>
          <p:grpSpPr>
            <a:xfrm>
              <a:off x="5830645" y="1267368"/>
              <a:ext cx="259743" cy="269909"/>
              <a:chOff x="5830645" y="1267368"/>
              <a:chExt cx="259743" cy="269909"/>
            </a:xfrm>
          </p:grpSpPr>
          <p:sp>
            <p:nvSpPr>
              <p:cNvPr id="5098" name="Google Shape;5098;p74"/>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99" name="Google Shape;5099;p74"/>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00" name="Google Shape;5100;p74"/>
            <p:cNvGrpSpPr/>
            <p:nvPr/>
          </p:nvGrpSpPr>
          <p:grpSpPr>
            <a:xfrm>
              <a:off x="6101293" y="1267368"/>
              <a:ext cx="259692" cy="269909"/>
              <a:chOff x="6101293" y="1267368"/>
              <a:chExt cx="259692" cy="269909"/>
            </a:xfrm>
          </p:grpSpPr>
          <p:sp>
            <p:nvSpPr>
              <p:cNvPr id="5101" name="Google Shape;5101;p74"/>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02" name="Google Shape;5102;p74"/>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03" name="Google Shape;5103;p74"/>
            <p:cNvGrpSpPr/>
            <p:nvPr/>
          </p:nvGrpSpPr>
          <p:grpSpPr>
            <a:xfrm>
              <a:off x="5830645" y="1550500"/>
              <a:ext cx="259692" cy="269909"/>
              <a:chOff x="5830645" y="1550500"/>
              <a:chExt cx="259692" cy="269909"/>
            </a:xfrm>
          </p:grpSpPr>
          <p:sp>
            <p:nvSpPr>
              <p:cNvPr id="5104" name="Google Shape;5104;p74"/>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05" name="Google Shape;5105;p74"/>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06" name="Google Shape;5106;p74"/>
            <p:cNvGrpSpPr/>
            <p:nvPr/>
          </p:nvGrpSpPr>
          <p:grpSpPr>
            <a:xfrm>
              <a:off x="6101293" y="1550500"/>
              <a:ext cx="259692" cy="269909"/>
              <a:chOff x="6101293" y="1550500"/>
              <a:chExt cx="259692" cy="269909"/>
            </a:xfrm>
          </p:grpSpPr>
          <p:sp>
            <p:nvSpPr>
              <p:cNvPr id="5107" name="Google Shape;5107;p74"/>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08" name="Google Shape;5108;p74"/>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109" name="Google Shape;5109;p74"/>
          <p:cNvGrpSpPr/>
          <p:nvPr/>
        </p:nvGrpSpPr>
        <p:grpSpPr>
          <a:xfrm>
            <a:off x="723705" y="1861761"/>
            <a:ext cx="697154" cy="679574"/>
            <a:chOff x="2679875" y="2361475"/>
            <a:chExt cx="780425" cy="760575"/>
          </a:xfrm>
        </p:grpSpPr>
        <p:sp>
          <p:nvSpPr>
            <p:cNvPr id="5110" name="Google Shape;5110;p74"/>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1" name="Google Shape;5111;p74"/>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2" name="Google Shape;5112;p74"/>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3" name="Google Shape;5113;p74"/>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4" name="Google Shape;5114;p74"/>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5" name="Google Shape;5115;p74"/>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16" name="Google Shape;5116;p74"/>
          <p:cNvGrpSpPr/>
          <p:nvPr/>
        </p:nvGrpSpPr>
        <p:grpSpPr>
          <a:xfrm>
            <a:off x="3122864" y="971353"/>
            <a:ext cx="735829" cy="684547"/>
            <a:chOff x="3351965" y="1148808"/>
            <a:chExt cx="750770" cy="698375"/>
          </a:xfrm>
        </p:grpSpPr>
        <p:grpSp>
          <p:nvGrpSpPr>
            <p:cNvPr id="5117" name="Google Shape;5117;p74"/>
            <p:cNvGrpSpPr/>
            <p:nvPr/>
          </p:nvGrpSpPr>
          <p:grpSpPr>
            <a:xfrm>
              <a:off x="3586796" y="1148808"/>
              <a:ext cx="294857" cy="286830"/>
              <a:chOff x="3750225" y="1774000"/>
              <a:chExt cx="149575" cy="145525"/>
            </a:xfrm>
          </p:grpSpPr>
          <p:sp>
            <p:nvSpPr>
              <p:cNvPr id="5118" name="Google Shape;5118;p74"/>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9" name="Google Shape;5119;p74"/>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20" name="Google Shape;5120;p74"/>
            <p:cNvGrpSpPr/>
            <p:nvPr/>
          </p:nvGrpSpPr>
          <p:grpSpPr>
            <a:xfrm>
              <a:off x="3779245" y="1375768"/>
              <a:ext cx="323490" cy="286978"/>
              <a:chOff x="3847850" y="1889150"/>
              <a:chExt cx="164100" cy="145600"/>
            </a:xfrm>
          </p:grpSpPr>
          <p:sp>
            <p:nvSpPr>
              <p:cNvPr id="5121" name="Google Shape;5121;p74"/>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22" name="Google Shape;5122;p74"/>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23" name="Google Shape;5123;p74"/>
            <p:cNvGrpSpPr/>
            <p:nvPr/>
          </p:nvGrpSpPr>
          <p:grpSpPr>
            <a:xfrm>
              <a:off x="3351965" y="1330435"/>
              <a:ext cx="295449" cy="285401"/>
              <a:chOff x="3631100" y="1866150"/>
              <a:chExt cx="149875" cy="144800"/>
            </a:xfrm>
          </p:grpSpPr>
          <p:sp>
            <p:nvSpPr>
              <p:cNvPr id="5124" name="Google Shape;5124;p74"/>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25" name="Google Shape;5125;p74"/>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26" name="Google Shape;5126;p74"/>
            <p:cNvGrpSpPr/>
            <p:nvPr/>
          </p:nvGrpSpPr>
          <p:grpSpPr>
            <a:xfrm>
              <a:off x="3548208" y="1560352"/>
              <a:ext cx="294808" cy="286830"/>
              <a:chOff x="3730650" y="1982800"/>
              <a:chExt cx="149550" cy="145525"/>
            </a:xfrm>
          </p:grpSpPr>
          <p:sp>
            <p:nvSpPr>
              <p:cNvPr id="5127" name="Google Shape;5127;p74"/>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28" name="Google Shape;5128;p74"/>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129" name="Google Shape;5129;p74"/>
          <p:cNvGrpSpPr/>
          <p:nvPr/>
        </p:nvGrpSpPr>
        <p:grpSpPr>
          <a:xfrm>
            <a:off x="7624517" y="971307"/>
            <a:ext cx="804565" cy="677795"/>
            <a:chOff x="7636443" y="1204988"/>
            <a:chExt cx="804565" cy="677795"/>
          </a:xfrm>
        </p:grpSpPr>
        <p:grpSp>
          <p:nvGrpSpPr>
            <p:cNvPr id="5130" name="Google Shape;5130;p74"/>
            <p:cNvGrpSpPr/>
            <p:nvPr/>
          </p:nvGrpSpPr>
          <p:grpSpPr>
            <a:xfrm>
              <a:off x="7636443" y="1509705"/>
              <a:ext cx="804565" cy="373078"/>
              <a:chOff x="7636443" y="1509705"/>
              <a:chExt cx="804565" cy="373078"/>
            </a:xfrm>
          </p:grpSpPr>
          <p:sp>
            <p:nvSpPr>
              <p:cNvPr id="5131" name="Google Shape;5131;p74"/>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32" name="Google Shape;5132;p74"/>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33" name="Google Shape;5133;p74"/>
            <p:cNvGrpSpPr/>
            <p:nvPr/>
          </p:nvGrpSpPr>
          <p:grpSpPr>
            <a:xfrm>
              <a:off x="7636443" y="1408133"/>
              <a:ext cx="804565" cy="373078"/>
              <a:chOff x="7636443" y="1408133"/>
              <a:chExt cx="804565" cy="373078"/>
            </a:xfrm>
          </p:grpSpPr>
          <p:sp>
            <p:nvSpPr>
              <p:cNvPr id="5134" name="Google Shape;5134;p74"/>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35" name="Google Shape;5135;p74"/>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36" name="Google Shape;5136;p74"/>
            <p:cNvGrpSpPr/>
            <p:nvPr/>
          </p:nvGrpSpPr>
          <p:grpSpPr>
            <a:xfrm>
              <a:off x="7636443" y="1306560"/>
              <a:ext cx="804565" cy="373078"/>
              <a:chOff x="7636443" y="1306560"/>
              <a:chExt cx="804565" cy="373078"/>
            </a:xfrm>
          </p:grpSpPr>
          <p:sp>
            <p:nvSpPr>
              <p:cNvPr id="5137" name="Google Shape;5137;p74"/>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38" name="Google Shape;5138;p74"/>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39" name="Google Shape;5139;p74"/>
            <p:cNvGrpSpPr/>
            <p:nvPr/>
          </p:nvGrpSpPr>
          <p:grpSpPr>
            <a:xfrm>
              <a:off x="7636443" y="1204988"/>
              <a:ext cx="804565" cy="373078"/>
              <a:chOff x="7636443" y="1204988"/>
              <a:chExt cx="804565" cy="373078"/>
            </a:xfrm>
          </p:grpSpPr>
          <p:sp>
            <p:nvSpPr>
              <p:cNvPr id="5140" name="Google Shape;5140;p74"/>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1" name="Google Shape;5141;p74"/>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142" name="Google Shape;5142;p74"/>
          <p:cNvGrpSpPr/>
          <p:nvPr/>
        </p:nvGrpSpPr>
        <p:grpSpPr>
          <a:xfrm>
            <a:off x="4963363" y="1878721"/>
            <a:ext cx="661339" cy="661188"/>
            <a:chOff x="3990000" y="975400"/>
            <a:chExt cx="3934200" cy="3933300"/>
          </a:xfrm>
        </p:grpSpPr>
        <p:sp>
          <p:nvSpPr>
            <p:cNvPr id="5143" name="Google Shape;5143;p74"/>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4" name="Google Shape;5144;p74"/>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5" name="Google Shape;5145;p74"/>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6" name="Google Shape;5146;p74"/>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47" name="Google Shape;5147;p74"/>
          <p:cNvGrpSpPr/>
          <p:nvPr/>
        </p:nvGrpSpPr>
        <p:grpSpPr>
          <a:xfrm>
            <a:off x="6607011" y="1857359"/>
            <a:ext cx="868881" cy="684241"/>
            <a:chOff x="6598259" y="2078634"/>
            <a:chExt cx="868881" cy="684241"/>
          </a:xfrm>
        </p:grpSpPr>
        <p:sp>
          <p:nvSpPr>
            <p:cNvPr id="5148" name="Google Shape;5148;p74"/>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9" name="Google Shape;5149;p74"/>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0" name="Google Shape;5150;p74"/>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1" name="Google Shape;5151;p74"/>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2" name="Google Shape;5152;p74"/>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3" name="Google Shape;5153;p74"/>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154" name="Google Shape;5154;p74"/>
            <p:cNvGrpSpPr/>
            <p:nvPr/>
          </p:nvGrpSpPr>
          <p:grpSpPr>
            <a:xfrm>
              <a:off x="6808175" y="2078634"/>
              <a:ext cx="452229" cy="684241"/>
              <a:chOff x="6808175" y="2078634"/>
              <a:chExt cx="452229" cy="684241"/>
            </a:xfrm>
          </p:grpSpPr>
          <p:sp>
            <p:nvSpPr>
              <p:cNvPr id="5155" name="Google Shape;5155;p74"/>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6" name="Google Shape;5156;p74"/>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7" name="Google Shape;5157;p74"/>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8" name="Google Shape;5158;p74"/>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9" name="Google Shape;5159;p74"/>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0" name="Google Shape;5160;p74"/>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161" name="Google Shape;5161;p74"/>
              <p:cNvGrpSpPr/>
              <p:nvPr/>
            </p:nvGrpSpPr>
            <p:grpSpPr>
              <a:xfrm>
                <a:off x="6821586" y="2078634"/>
                <a:ext cx="426871" cy="684241"/>
                <a:chOff x="6821586" y="2078634"/>
                <a:chExt cx="426871" cy="684241"/>
              </a:xfrm>
            </p:grpSpPr>
            <p:grpSp>
              <p:nvGrpSpPr>
                <p:cNvPr id="5162" name="Google Shape;5162;p74"/>
                <p:cNvGrpSpPr/>
                <p:nvPr/>
              </p:nvGrpSpPr>
              <p:grpSpPr>
                <a:xfrm>
                  <a:off x="6821586" y="2078634"/>
                  <a:ext cx="426871" cy="684241"/>
                  <a:chOff x="6821586" y="2078634"/>
                  <a:chExt cx="426871" cy="684241"/>
                </a:xfrm>
              </p:grpSpPr>
              <p:sp>
                <p:nvSpPr>
                  <p:cNvPr id="5163" name="Google Shape;5163;p74"/>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4" name="Google Shape;5164;p74"/>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5" name="Google Shape;5165;p74"/>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6" name="Google Shape;5166;p74"/>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7" name="Google Shape;5167;p74"/>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8" name="Google Shape;5168;p74"/>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9" name="Google Shape;5169;p74"/>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0" name="Google Shape;5170;p74"/>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1" name="Google Shape;5171;p74"/>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2" name="Google Shape;5172;p74"/>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3" name="Google Shape;5173;p74"/>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4" name="Google Shape;5174;p74"/>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5" name="Google Shape;5175;p74"/>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6" name="Google Shape;5176;p74"/>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7" name="Google Shape;5177;p74"/>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8" name="Google Shape;5178;p74"/>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9" name="Google Shape;5179;p74"/>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0" name="Google Shape;5180;p74"/>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1" name="Google Shape;5181;p74"/>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182" name="Google Shape;5182;p74"/>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3" name="Google Shape;5183;p74"/>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4" name="Google Shape;5184;p74"/>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5" name="Google Shape;5185;p74"/>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6" name="Google Shape;5186;p74"/>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7" name="Google Shape;5187;p74"/>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5188" name="Google Shape;5188;p74"/>
          <p:cNvGrpSpPr/>
          <p:nvPr/>
        </p:nvGrpSpPr>
        <p:grpSpPr>
          <a:xfrm>
            <a:off x="716994" y="3531369"/>
            <a:ext cx="1340789" cy="640830"/>
            <a:chOff x="238125" y="1151100"/>
            <a:chExt cx="7139450" cy="3412300"/>
          </a:xfrm>
        </p:grpSpPr>
        <p:sp>
          <p:nvSpPr>
            <p:cNvPr id="5189" name="Google Shape;5189;p74"/>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0" name="Google Shape;5190;p74"/>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1" name="Google Shape;5191;p74"/>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2" name="Google Shape;5192;p74"/>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3" name="Google Shape;5193;p74"/>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4" name="Google Shape;5194;p74"/>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5" name="Google Shape;5195;p74"/>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6" name="Google Shape;5196;p74"/>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7" name="Google Shape;5197;p74"/>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8" name="Google Shape;5198;p74"/>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9" name="Google Shape;5199;p74"/>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00" name="Google Shape;5200;p74"/>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01" name="Google Shape;5201;p74"/>
          <p:cNvGrpSpPr/>
          <p:nvPr/>
        </p:nvGrpSpPr>
        <p:grpSpPr>
          <a:xfrm>
            <a:off x="5584217" y="2734650"/>
            <a:ext cx="985357" cy="585764"/>
            <a:chOff x="5145061" y="2881789"/>
            <a:chExt cx="1107641" cy="658458"/>
          </a:xfrm>
        </p:grpSpPr>
        <p:grpSp>
          <p:nvGrpSpPr>
            <p:cNvPr id="5202" name="Google Shape;5202;p74"/>
            <p:cNvGrpSpPr/>
            <p:nvPr/>
          </p:nvGrpSpPr>
          <p:grpSpPr>
            <a:xfrm>
              <a:off x="5722989" y="3244587"/>
              <a:ext cx="529713" cy="295659"/>
              <a:chOff x="5722989" y="3244587"/>
              <a:chExt cx="529713" cy="295659"/>
            </a:xfrm>
          </p:grpSpPr>
          <p:sp>
            <p:nvSpPr>
              <p:cNvPr id="5203" name="Google Shape;5203;p74"/>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04" name="Google Shape;5204;p74"/>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nvGrpSpPr>
            <p:cNvPr id="5205" name="Google Shape;5205;p74"/>
            <p:cNvGrpSpPr/>
            <p:nvPr/>
          </p:nvGrpSpPr>
          <p:grpSpPr>
            <a:xfrm>
              <a:off x="5145061" y="3244587"/>
              <a:ext cx="536807" cy="295659"/>
              <a:chOff x="5145061" y="3244587"/>
              <a:chExt cx="536807" cy="295659"/>
            </a:xfrm>
          </p:grpSpPr>
          <p:sp>
            <p:nvSpPr>
              <p:cNvPr id="5206" name="Google Shape;5206;p74"/>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07" name="Google Shape;5207;p74"/>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nvGrpSpPr>
            <p:cNvPr id="5208" name="Google Shape;5208;p74"/>
            <p:cNvGrpSpPr/>
            <p:nvPr/>
          </p:nvGrpSpPr>
          <p:grpSpPr>
            <a:xfrm>
              <a:off x="5341327" y="2898245"/>
              <a:ext cx="532309" cy="614891"/>
              <a:chOff x="5341327" y="2898245"/>
              <a:chExt cx="532309" cy="614891"/>
            </a:xfrm>
          </p:grpSpPr>
          <p:sp>
            <p:nvSpPr>
              <p:cNvPr id="5209" name="Google Shape;5209;p74"/>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10" name="Google Shape;5210;p74"/>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nvGrpSpPr>
            <p:cNvPr id="5211" name="Google Shape;5211;p74"/>
            <p:cNvGrpSpPr/>
            <p:nvPr/>
          </p:nvGrpSpPr>
          <p:grpSpPr>
            <a:xfrm>
              <a:off x="5532290" y="2881789"/>
              <a:ext cx="620516" cy="305456"/>
              <a:chOff x="5532290" y="2881789"/>
              <a:chExt cx="620516" cy="305456"/>
            </a:xfrm>
          </p:grpSpPr>
          <p:sp>
            <p:nvSpPr>
              <p:cNvPr id="5212" name="Google Shape;5212;p74"/>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13" name="Google Shape;5213;p74"/>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grpSp>
        <p:nvGrpSpPr>
          <p:cNvPr id="5214" name="Google Shape;5214;p74"/>
          <p:cNvGrpSpPr/>
          <p:nvPr/>
        </p:nvGrpSpPr>
        <p:grpSpPr>
          <a:xfrm>
            <a:off x="8163140" y="3526708"/>
            <a:ext cx="269068" cy="645491"/>
            <a:chOff x="7026852" y="3311869"/>
            <a:chExt cx="434331" cy="1041954"/>
          </a:xfrm>
        </p:grpSpPr>
        <p:sp>
          <p:nvSpPr>
            <p:cNvPr id="5215" name="Google Shape;5215;p74"/>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16" name="Google Shape;5216;p74"/>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17" name="Google Shape;5217;p74"/>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18" name="Google Shape;5218;p74"/>
          <p:cNvGrpSpPr/>
          <p:nvPr/>
        </p:nvGrpSpPr>
        <p:grpSpPr>
          <a:xfrm>
            <a:off x="6179721" y="3565945"/>
            <a:ext cx="293882" cy="293836"/>
            <a:chOff x="4873519" y="3311869"/>
            <a:chExt cx="499374" cy="499296"/>
          </a:xfrm>
        </p:grpSpPr>
        <p:sp>
          <p:nvSpPr>
            <p:cNvPr id="5219" name="Google Shape;5219;p74"/>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0" name="Google Shape;5220;p74"/>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21" name="Google Shape;5221;p74"/>
          <p:cNvGrpSpPr/>
          <p:nvPr/>
        </p:nvGrpSpPr>
        <p:grpSpPr>
          <a:xfrm>
            <a:off x="6179721" y="3878317"/>
            <a:ext cx="293882" cy="293882"/>
            <a:chOff x="4873519" y="3875839"/>
            <a:chExt cx="499374" cy="499374"/>
          </a:xfrm>
        </p:grpSpPr>
        <p:sp>
          <p:nvSpPr>
            <p:cNvPr id="5222" name="Google Shape;5222;p74"/>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3" name="Google Shape;5223;p74"/>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24" name="Google Shape;5224;p74"/>
          <p:cNvGrpSpPr/>
          <p:nvPr/>
        </p:nvGrpSpPr>
        <p:grpSpPr>
          <a:xfrm>
            <a:off x="2410248" y="1850269"/>
            <a:ext cx="698104" cy="698208"/>
            <a:chOff x="2565073" y="2075876"/>
            <a:chExt cx="672482" cy="672518"/>
          </a:xfrm>
        </p:grpSpPr>
        <p:sp>
          <p:nvSpPr>
            <p:cNvPr id="5225" name="Google Shape;5225;p74"/>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6" name="Google Shape;5226;p74"/>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7" name="Google Shape;5227;p74"/>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8" name="Google Shape;5228;p74"/>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9" name="Google Shape;5229;p74"/>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30" name="Google Shape;5230;p74"/>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31" name="Google Shape;5231;p74"/>
          <p:cNvGrpSpPr/>
          <p:nvPr/>
        </p:nvGrpSpPr>
        <p:grpSpPr>
          <a:xfrm>
            <a:off x="5633660" y="3534870"/>
            <a:ext cx="438354" cy="637329"/>
            <a:chOff x="1697726" y="3244179"/>
            <a:chExt cx="788124" cy="1146069"/>
          </a:xfrm>
        </p:grpSpPr>
        <p:sp>
          <p:nvSpPr>
            <p:cNvPr id="5232" name="Google Shape;5232;p74"/>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33" name="Google Shape;5233;p74"/>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234" name="Google Shape;5234;p74"/>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235" name="Google Shape;5235;p74"/>
          <p:cNvGrpSpPr/>
          <p:nvPr/>
        </p:nvGrpSpPr>
        <p:grpSpPr>
          <a:xfrm>
            <a:off x="7634874" y="1863232"/>
            <a:ext cx="799565" cy="670282"/>
            <a:chOff x="7617850" y="2063282"/>
            <a:chExt cx="799565" cy="670282"/>
          </a:xfrm>
        </p:grpSpPr>
        <p:cxnSp>
          <p:nvCxnSpPr>
            <p:cNvPr id="5236" name="Google Shape;5236;p74"/>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37" name="Google Shape;5237;p74"/>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38" name="Google Shape;5238;p74"/>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39" name="Google Shape;5239;p74"/>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40" name="Google Shape;5240;p74"/>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241" name="Google Shape;5241;p74"/>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242" name="Google Shape;5242;p74"/>
            <p:cNvGrpSpPr/>
            <p:nvPr/>
          </p:nvGrpSpPr>
          <p:grpSpPr>
            <a:xfrm>
              <a:off x="7734309" y="2063282"/>
              <a:ext cx="570957" cy="620095"/>
              <a:chOff x="7734309" y="2063282"/>
              <a:chExt cx="570957" cy="620095"/>
            </a:xfrm>
          </p:grpSpPr>
          <p:grpSp>
            <p:nvGrpSpPr>
              <p:cNvPr id="5243" name="Google Shape;5243;p74"/>
              <p:cNvGrpSpPr/>
              <p:nvPr/>
            </p:nvGrpSpPr>
            <p:grpSpPr>
              <a:xfrm>
                <a:off x="8031573" y="2063282"/>
                <a:ext cx="273693" cy="620095"/>
                <a:chOff x="8031573" y="2063282"/>
                <a:chExt cx="273693" cy="620095"/>
              </a:xfrm>
            </p:grpSpPr>
            <p:sp>
              <p:nvSpPr>
                <p:cNvPr id="5244" name="Google Shape;5244;p74"/>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45" name="Google Shape;5245;p74"/>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46" name="Google Shape;5246;p74"/>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47" name="Google Shape;5247;p74"/>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48" name="Google Shape;5248;p74"/>
              <p:cNvGrpSpPr/>
              <p:nvPr/>
            </p:nvGrpSpPr>
            <p:grpSpPr>
              <a:xfrm flipH="1">
                <a:off x="7734309" y="2063282"/>
                <a:ext cx="273693" cy="620095"/>
                <a:chOff x="8031573" y="2063282"/>
                <a:chExt cx="273693" cy="620095"/>
              </a:xfrm>
            </p:grpSpPr>
            <p:sp>
              <p:nvSpPr>
                <p:cNvPr id="5249" name="Google Shape;5249;p74"/>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0" name="Google Shape;5250;p74"/>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1" name="Google Shape;5251;p74"/>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2" name="Google Shape;5252;p74"/>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sp>
        <p:nvSpPr>
          <p:cNvPr id="5253" name="Google Shape;5253;p74"/>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4" name="Google Shape;5254;p74"/>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255" name="Google Shape;5255;p74"/>
          <p:cNvGrpSpPr/>
          <p:nvPr/>
        </p:nvGrpSpPr>
        <p:grpSpPr>
          <a:xfrm>
            <a:off x="7821480" y="2716716"/>
            <a:ext cx="602567" cy="601884"/>
            <a:chOff x="1186975" y="238125"/>
            <a:chExt cx="5244275" cy="5238325"/>
          </a:xfrm>
        </p:grpSpPr>
        <p:sp>
          <p:nvSpPr>
            <p:cNvPr id="5256" name="Google Shape;5256;p74"/>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7" name="Google Shape;5257;p74"/>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8" name="Google Shape;5258;p74"/>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9" name="Google Shape;5259;p74"/>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60" name="Google Shape;5260;p74"/>
          <p:cNvGrpSpPr/>
          <p:nvPr/>
        </p:nvGrpSpPr>
        <p:grpSpPr>
          <a:xfrm>
            <a:off x="3264218" y="1856199"/>
            <a:ext cx="651848" cy="687338"/>
            <a:chOff x="3400515" y="2056248"/>
            <a:chExt cx="698134" cy="735987"/>
          </a:xfrm>
        </p:grpSpPr>
        <p:grpSp>
          <p:nvGrpSpPr>
            <p:cNvPr id="5261" name="Google Shape;5261;p74"/>
            <p:cNvGrpSpPr/>
            <p:nvPr/>
          </p:nvGrpSpPr>
          <p:grpSpPr>
            <a:xfrm>
              <a:off x="3400515" y="2283913"/>
              <a:ext cx="312919" cy="219900"/>
              <a:chOff x="3400515" y="2283913"/>
              <a:chExt cx="312919" cy="219900"/>
            </a:xfrm>
          </p:grpSpPr>
          <p:sp>
            <p:nvSpPr>
              <p:cNvPr id="5262" name="Google Shape;5262;p74"/>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63" name="Google Shape;5263;p74"/>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264" name="Google Shape;5264;p74"/>
            <p:cNvGrpSpPr/>
            <p:nvPr/>
          </p:nvGrpSpPr>
          <p:grpSpPr>
            <a:xfrm>
              <a:off x="3547823" y="2461089"/>
              <a:ext cx="219900" cy="331146"/>
              <a:chOff x="3547823" y="2461089"/>
              <a:chExt cx="219900" cy="331146"/>
            </a:xfrm>
          </p:grpSpPr>
          <p:sp>
            <p:nvSpPr>
              <p:cNvPr id="5265" name="Google Shape;5265;p74"/>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66" name="Google Shape;5266;p74"/>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267" name="Google Shape;5267;p74"/>
            <p:cNvGrpSpPr/>
            <p:nvPr/>
          </p:nvGrpSpPr>
          <p:grpSpPr>
            <a:xfrm>
              <a:off x="3734138" y="2461089"/>
              <a:ext cx="219900" cy="331146"/>
              <a:chOff x="3734138" y="2461089"/>
              <a:chExt cx="219900" cy="331146"/>
            </a:xfrm>
          </p:grpSpPr>
          <p:sp>
            <p:nvSpPr>
              <p:cNvPr id="5268" name="Google Shape;5268;p74"/>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69" name="Google Shape;5269;p74"/>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270" name="Google Shape;5270;p74"/>
            <p:cNvGrpSpPr/>
            <p:nvPr/>
          </p:nvGrpSpPr>
          <p:grpSpPr>
            <a:xfrm>
              <a:off x="3787560" y="2281742"/>
              <a:ext cx="311089" cy="219900"/>
              <a:chOff x="3787560" y="2281742"/>
              <a:chExt cx="311089" cy="219900"/>
            </a:xfrm>
          </p:grpSpPr>
          <p:sp>
            <p:nvSpPr>
              <p:cNvPr id="5271" name="Google Shape;5271;p74"/>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72" name="Google Shape;5272;p74"/>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273" name="Google Shape;5273;p74"/>
            <p:cNvGrpSpPr/>
            <p:nvPr/>
          </p:nvGrpSpPr>
          <p:grpSpPr>
            <a:xfrm>
              <a:off x="3637290" y="2056248"/>
              <a:ext cx="219900" cy="330736"/>
              <a:chOff x="3637290" y="2056248"/>
              <a:chExt cx="219900" cy="330736"/>
            </a:xfrm>
          </p:grpSpPr>
          <p:sp>
            <p:nvSpPr>
              <p:cNvPr id="5274" name="Google Shape;5274;p74"/>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FFFFFF"/>
                  </a:solidFill>
                  <a:latin typeface="Calibri"/>
                  <a:ea typeface="Calibri"/>
                  <a:cs typeface="Calibri"/>
                  <a:sym typeface="Calibri"/>
                </a:endParaRPr>
              </a:p>
            </p:txBody>
          </p:sp>
          <p:cxnSp>
            <p:nvCxnSpPr>
              <p:cNvPr id="5275" name="Google Shape;5275;p74"/>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276" name="Google Shape;5276;p74"/>
          <p:cNvGrpSpPr/>
          <p:nvPr/>
        </p:nvGrpSpPr>
        <p:grpSpPr>
          <a:xfrm>
            <a:off x="2555923" y="2726206"/>
            <a:ext cx="1268144" cy="592394"/>
            <a:chOff x="238125" y="1188750"/>
            <a:chExt cx="7140450" cy="3335550"/>
          </a:xfrm>
        </p:grpSpPr>
        <p:sp>
          <p:nvSpPr>
            <p:cNvPr id="5277" name="Google Shape;5277;p74"/>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78" name="Google Shape;5278;p74"/>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79" name="Google Shape;5279;p74"/>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0" name="Google Shape;5280;p74"/>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1" name="Google Shape;5281;p74"/>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82" name="Google Shape;5282;p74"/>
          <p:cNvGrpSpPr/>
          <p:nvPr/>
        </p:nvGrpSpPr>
        <p:grpSpPr>
          <a:xfrm>
            <a:off x="6663824" y="2728360"/>
            <a:ext cx="1053944" cy="590147"/>
            <a:chOff x="238125" y="1335475"/>
            <a:chExt cx="5418735" cy="3034175"/>
          </a:xfrm>
        </p:grpSpPr>
        <p:sp>
          <p:nvSpPr>
            <p:cNvPr id="5283" name="Google Shape;5283;p74"/>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4" name="Google Shape;5284;p74"/>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5" name="Google Shape;5285;p74"/>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86" name="Google Shape;5286;p74"/>
          <p:cNvGrpSpPr/>
          <p:nvPr/>
        </p:nvGrpSpPr>
        <p:grpSpPr>
          <a:xfrm>
            <a:off x="4094633" y="3533260"/>
            <a:ext cx="1268207" cy="638939"/>
            <a:chOff x="3967651" y="3645904"/>
            <a:chExt cx="1479304" cy="745292"/>
          </a:xfrm>
        </p:grpSpPr>
        <p:grpSp>
          <p:nvGrpSpPr>
            <p:cNvPr id="5287" name="Google Shape;5287;p74"/>
            <p:cNvGrpSpPr/>
            <p:nvPr/>
          </p:nvGrpSpPr>
          <p:grpSpPr>
            <a:xfrm>
              <a:off x="3967651" y="4009026"/>
              <a:ext cx="1479304" cy="382170"/>
              <a:chOff x="3967651" y="4009026"/>
              <a:chExt cx="1479304" cy="382170"/>
            </a:xfrm>
          </p:grpSpPr>
          <p:grpSp>
            <p:nvGrpSpPr>
              <p:cNvPr id="5288" name="Google Shape;5288;p74"/>
              <p:cNvGrpSpPr/>
              <p:nvPr/>
            </p:nvGrpSpPr>
            <p:grpSpPr>
              <a:xfrm>
                <a:off x="4892216" y="4195630"/>
                <a:ext cx="554739" cy="195566"/>
                <a:chOff x="3604375" y="4892160"/>
                <a:chExt cx="1651500" cy="582215"/>
              </a:xfrm>
            </p:grpSpPr>
            <p:sp>
              <p:nvSpPr>
                <p:cNvPr id="5289" name="Google Shape;5289;p74"/>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0" name="Google Shape;5290;p74"/>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91" name="Google Shape;5291;p74"/>
              <p:cNvGrpSpPr/>
              <p:nvPr/>
            </p:nvGrpSpPr>
            <p:grpSpPr>
              <a:xfrm>
                <a:off x="3967651" y="4146303"/>
                <a:ext cx="579402" cy="244893"/>
                <a:chOff x="851875" y="4745310"/>
                <a:chExt cx="1724925" cy="729065"/>
              </a:xfrm>
            </p:grpSpPr>
            <p:sp>
              <p:nvSpPr>
                <p:cNvPr id="5292" name="Google Shape;5292;p74"/>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3" name="Google Shape;5293;p74"/>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94" name="Google Shape;5294;p74"/>
              <p:cNvGrpSpPr/>
              <p:nvPr/>
            </p:nvGrpSpPr>
            <p:grpSpPr>
              <a:xfrm>
                <a:off x="4460753" y="4009026"/>
                <a:ext cx="493110" cy="382170"/>
                <a:chOff x="2319875" y="4336625"/>
                <a:chExt cx="1468025" cy="1137750"/>
              </a:xfrm>
            </p:grpSpPr>
            <p:sp>
              <p:nvSpPr>
                <p:cNvPr id="5295" name="Google Shape;5295;p74"/>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6" name="Google Shape;5296;p74"/>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297" name="Google Shape;5297;p74"/>
            <p:cNvGrpSpPr/>
            <p:nvPr/>
          </p:nvGrpSpPr>
          <p:grpSpPr>
            <a:xfrm>
              <a:off x="4479443" y="3645904"/>
              <a:ext cx="455965" cy="388789"/>
              <a:chOff x="2957425" y="238100"/>
              <a:chExt cx="1910200" cy="1628775"/>
            </a:xfrm>
          </p:grpSpPr>
          <p:sp>
            <p:nvSpPr>
              <p:cNvPr id="5298" name="Google Shape;5298;p74"/>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9" name="Google Shape;5299;p74"/>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0" name="Google Shape;5300;p74"/>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1" name="Google Shape;5301;p74"/>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2" name="Google Shape;5302;p74"/>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3" name="Google Shape;5303;p74"/>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4" name="Google Shape;5304;p74"/>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5" name="Google Shape;5305;p74"/>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6" name="Google Shape;5306;p74"/>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7" name="Google Shape;5307;p74"/>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08" name="Google Shape;5308;p74"/>
          <p:cNvGrpSpPr/>
          <p:nvPr/>
        </p:nvGrpSpPr>
        <p:grpSpPr>
          <a:xfrm>
            <a:off x="2480746" y="3534460"/>
            <a:ext cx="1243128" cy="637739"/>
            <a:chOff x="2496310" y="3693351"/>
            <a:chExt cx="1342906" cy="688926"/>
          </a:xfrm>
        </p:grpSpPr>
        <p:grpSp>
          <p:nvGrpSpPr>
            <p:cNvPr id="5309" name="Google Shape;5309;p74"/>
            <p:cNvGrpSpPr/>
            <p:nvPr/>
          </p:nvGrpSpPr>
          <p:grpSpPr>
            <a:xfrm>
              <a:off x="2496310" y="3693351"/>
              <a:ext cx="1342906" cy="688875"/>
              <a:chOff x="2496310" y="3693351"/>
              <a:chExt cx="1342906" cy="688875"/>
            </a:xfrm>
          </p:grpSpPr>
          <p:sp>
            <p:nvSpPr>
              <p:cNvPr id="5310" name="Google Shape;5310;p74"/>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1" name="Google Shape;5311;p74"/>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2" name="Google Shape;5312;p74"/>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3" name="Google Shape;5313;p74"/>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4" name="Google Shape;5314;p74"/>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5" name="Google Shape;5315;p74"/>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316" name="Google Shape;5316;p74"/>
              <p:cNvCxnSpPr>
                <a:stCxn id="5314"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317" name="Google Shape;5317;p74"/>
              <p:cNvCxnSpPr>
                <a:stCxn id="5311"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318" name="Google Shape;5318;p74"/>
              <p:cNvCxnSpPr>
                <a:stCxn id="5312"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319" name="Google Shape;5319;p74"/>
              <p:cNvCxnSpPr>
                <a:stCxn id="5315"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320" name="Google Shape;5320;p74"/>
              <p:cNvCxnSpPr>
                <a:stCxn id="5313"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321" name="Google Shape;5321;p74"/>
            <p:cNvGrpSpPr/>
            <p:nvPr/>
          </p:nvGrpSpPr>
          <p:grpSpPr>
            <a:xfrm>
              <a:off x="2675275" y="3930557"/>
              <a:ext cx="1003306" cy="451719"/>
              <a:chOff x="2675275" y="4174282"/>
              <a:chExt cx="1003306" cy="451719"/>
            </a:xfrm>
          </p:grpSpPr>
          <p:sp>
            <p:nvSpPr>
              <p:cNvPr id="5322" name="Google Shape;5322;p74"/>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23" name="Google Shape;5323;p74"/>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24" name="Google Shape;5324;p74"/>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25" name="Google Shape;5325;p74"/>
          <p:cNvGrpSpPr/>
          <p:nvPr/>
        </p:nvGrpSpPr>
        <p:grpSpPr>
          <a:xfrm>
            <a:off x="1654417" y="971307"/>
            <a:ext cx="574511" cy="874709"/>
            <a:chOff x="1715404" y="1112080"/>
            <a:chExt cx="642270" cy="977984"/>
          </a:xfrm>
        </p:grpSpPr>
        <p:grpSp>
          <p:nvGrpSpPr>
            <p:cNvPr id="5326" name="Google Shape;5326;p74"/>
            <p:cNvGrpSpPr/>
            <p:nvPr/>
          </p:nvGrpSpPr>
          <p:grpSpPr>
            <a:xfrm>
              <a:off x="1715404" y="1112080"/>
              <a:ext cx="642270" cy="977984"/>
              <a:chOff x="1715404" y="1112080"/>
              <a:chExt cx="642270" cy="977984"/>
            </a:xfrm>
          </p:grpSpPr>
          <p:sp>
            <p:nvSpPr>
              <p:cNvPr id="5327" name="Google Shape;5327;p74"/>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28" name="Google Shape;5328;p74"/>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29" name="Google Shape;5329;p74"/>
            <p:cNvGrpSpPr/>
            <p:nvPr/>
          </p:nvGrpSpPr>
          <p:grpSpPr>
            <a:xfrm>
              <a:off x="1768927" y="1165603"/>
              <a:ext cx="535225" cy="851367"/>
              <a:chOff x="1768927" y="1165603"/>
              <a:chExt cx="535225" cy="851367"/>
            </a:xfrm>
          </p:grpSpPr>
          <p:sp>
            <p:nvSpPr>
              <p:cNvPr id="5330" name="Google Shape;5330;p74"/>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31" name="Google Shape;5331;p74"/>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32" name="Google Shape;5332;p74"/>
            <p:cNvGrpSpPr/>
            <p:nvPr/>
          </p:nvGrpSpPr>
          <p:grpSpPr>
            <a:xfrm>
              <a:off x="1822449" y="1219125"/>
              <a:ext cx="428180" cy="718859"/>
              <a:chOff x="1822449" y="1219125"/>
              <a:chExt cx="428180" cy="718859"/>
            </a:xfrm>
          </p:grpSpPr>
          <p:sp>
            <p:nvSpPr>
              <p:cNvPr id="5333" name="Google Shape;5333;p74"/>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34" name="Google Shape;5334;p74"/>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35" name="Google Shape;5335;p74"/>
            <p:cNvGrpSpPr/>
            <p:nvPr/>
          </p:nvGrpSpPr>
          <p:grpSpPr>
            <a:xfrm>
              <a:off x="1875972" y="1272648"/>
              <a:ext cx="321135" cy="586939"/>
              <a:chOff x="1875972" y="1272648"/>
              <a:chExt cx="321135" cy="586939"/>
            </a:xfrm>
          </p:grpSpPr>
          <p:sp>
            <p:nvSpPr>
              <p:cNvPr id="5336" name="Google Shape;5336;p74"/>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37" name="Google Shape;5337;p74"/>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38" name="Google Shape;5338;p74"/>
          <p:cNvGrpSpPr/>
          <p:nvPr/>
        </p:nvGrpSpPr>
        <p:grpSpPr>
          <a:xfrm>
            <a:off x="7761578" y="3528028"/>
            <a:ext cx="293855" cy="644170"/>
            <a:chOff x="241025" y="3151575"/>
            <a:chExt cx="293855" cy="644170"/>
          </a:xfrm>
        </p:grpSpPr>
        <p:sp>
          <p:nvSpPr>
            <p:cNvPr id="5339" name="Google Shape;5339;p74"/>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0" name="Google Shape;5340;p74"/>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41" name="Google Shape;5341;p74"/>
          <p:cNvGrpSpPr/>
          <p:nvPr/>
        </p:nvGrpSpPr>
        <p:grpSpPr>
          <a:xfrm>
            <a:off x="709562" y="2728028"/>
            <a:ext cx="1779649" cy="591620"/>
            <a:chOff x="246070" y="1983375"/>
            <a:chExt cx="1855347" cy="616849"/>
          </a:xfrm>
        </p:grpSpPr>
        <p:sp>
          <p:nvSpPr>
            <p:cNvPr id="5342" name="Google Shape;5342;p74"/>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3" name="Google Shape;5343;p74"/>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4" name="Google Shape;5344;p74"/>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5" name="Google Shape;5345;p74"/>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6" name="Google Shape;5346;p74"/>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7" name="Google Shape;5347;p74"/>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8" name="Google Shape;5348;p74"/>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9" name="Google Shape;5349;p74"/>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0" name="Google Shape;5350;p74"/>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51" name="Google Shape;5351;p74"/>
          <p:cNvGrpSpPr/>
          <p:nvPr/>
        </p:nvGrpSpPr>
        <p:grpSpPr>
          <a:xfrm>
            <a:off x="2320428" y="971307"/>
            <a:ext cx="711055" cy="745993"/>
            <a:chOff x="2496269" y="1171698"/>
            <a:chExt cx="761953" cy="799392"/>
          </a:xfrm>
        </p:grpSpPr>
        <p:grpSp>
          <p:nvGrpSpPr>
            <p:cNvPr id="5352" name="Google Shape;5352;p74"/>
            <p:cNvGrpSpPr/>
            <p:nvPr/>
          </p:nvGrpSpPr>
          <p:grpSpPr>
            <a:xfrm>
              <a:off x="2496269" y="1171698"/>
              <a:ext cx="761953" cy="723022"/>
              <a:chOff x="2496269" y="1171698"/>
              <a:chExt cx="761953" cy="723022"/>
            </a:xfrm>
          </p:grpSpPr>
          <p:sp>
            <p:nvSpPr>
              <p:cNvPr id="5353" name="Google Shape;5353;p74"/>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4" name="Google Shape;5354;p74"/>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55" name="Google Shape;5355;p74"/>
              <p:cNvGrpSpPr/>
              <p:nvPr/>
            </p:nvGrpSpPr>
            <p:grpSpPr>
              <a:xfrm>
                <a:off x="2496269" y="1171698"/>
                <a:ext cx="761953" cy="723022"/>
                <a:chOff x="2496269" y="1120652"/>
                <a:chExt cx="761953" cy="723022"/>
              </a:xfrm>
            </p:grpSpPr>
            <p:grpSp>
              <p:nvGrpSpPr>
                <p:cNvPr id="5356" name="Google Shape;5356;p74"/>
                <p:cNvGrpSpPr/>
                <p:nvPr/>
              </p:nvGrpSpPr>
              <p:grpSpPr>
                <a:xfrm>
                  <a:off x="2496269" y="1120652"/>
                  <a:ext cx="761953" cy="723022"/>
                  <a:chOff x="2496269" y="1120652"/>
                  <a:chExt cx="761953" cy="723022"/>
                </a:xfrm>
              </p:grpSpPr>
              <p:grpSp>
                <p:nvGrpSpPr>
                  <p:cNvPr id="5357" name="Google Shape;5357;p74"/>
                  <p:cNvGrpSpPr/>
                  <p:nvPr/>
                </p:nvGrpSpPr>
                <p:grpSpPr>
                  <a:xfrm>
                    <a:off x="2496269" y="1304589"/>
                    <a:ext cx="407089" cy="305057"/>
                    <a:chOff x="2496269" y="1304589"/>
                    <a:chExt cx="407089" cy="305057"/>
                  </a:xfrm>
                </p:grpSpPr>
                <p:sp>
                  <p:nvSpPr>
                    <p:cNvPr id="5358" name="Google Shape;5358;p74"/>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9" name="Google Shape;5359;p74"/>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0" name="Google Shape;5360;p74"/>
                  <p:cNvGrpSpPr/>
                  <p:nvPr/>
                </p:nvGrpSpPr>
                <p:grpSpPr>
                  <a:xfrm>
                    <a:off x="2586468" y="1493376"/>
                    <a:ext cx="358850" cy="349656"/>
                    <a:chOff x="2586468" y="1493376"/>
                    <a:chExt cx="358850" cy="349656"/>
                  </a:xfrm>
                </p:grpSpPr>
                <p:sp>
                  <p:nvSpPr>
                    <p:cNvPr id="5361" name="Google Shape;5361;p74"/>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2" name="Google Shape;5362;p74"/>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3" name="Google Shape;5363;p74"/>
                  <p:cNvGrpSpPr/>
                  <p:nvPr/>
                </p:nvGrpSpPr>
                <p:grpSpPr>
                  <a:xfrm>
                    <a:off x="2807939" y="1494024"/>
                    <a:ext cx="358857" cy="349650"/>
                    <a:chOff x="2807939" y="1494024"/>
                    <a:chExt cx="358857" cy="349650"/>
                  </a:xfrm>
                </p:grpSpPr>
                <p:sp>
                  <p:nvSpPr>
                    <p:cNvPr id="5364" name="Google Shape;5364;p74"/>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5" name="Google Shape;5365;p74"/>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6" name="Google Shape;5366;p74"/>
                  <p:cNvGrpSpPr/>
                  <p:nvPr/>
                </p:nvGrpSpPr>
                <p:grpSpPr>
                  <a:xfrm>
                    <a:off x="2851133" y="1305635"/>
                    <a:ext cx="407089" cy="305057"/>
                    <a:chOff x="2851133" y="1305635"/>
                    <a:chExt cx="407089" cy="305057"/>
                  </a:xfrm>
                </p:grpSpPr>
                <p:sp>
                  <p:nvSpPr>
                    <p:cNvPr id="5367" name="Google Shape;5367;p74"/>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8" name="Google Shape;5368;p74"/>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9" name="Google Shape;5369;p74"/>
                  <p:cNvGrpSpPr/>
                  <p:nvPr/>
                </p:nvGrpSpPr>
                <p:grpSpPr>
                  <a:xfrm>
                    <a:off x="2727495" y="1120652"/>
                    <a:ext cx="300271" cy="396358"/>
                    <a:chOff x="2727495" y="1120652"/>
                    <a:chExt cx="300271" cy="396358"/>
                  </a:xfrm>
                </p:grpSpPr>
                <p:sp>
                  <p:nvSpPr>
                    <p:cNvPr id="5370" name="Google Shape;5370;p74"/>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1" name="Google Shape;5371;p74"/>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72" name="Google Shape;5372;p74"/>
                <p:cNvGrpSpPr/>
                <p:nvPr/>
              </p:nvGrpSpPr>
              <p:grpSpPr>
                <a:xfrm>
                  <a:off x="2722305" y="1350460"/>
                  <a:ext cx="308357" cy="308344"/>
                  <a:chOff x="2722305" y="1350460"/>
                  <a:chExt cx="308357" cy="308344"/>
                </a:xfrm>
              </p:grpSpPr>
              <p:sp>
                <p:nvSpPr>
                  <p:cNvPr id="5373" name="Google Shape;5373;p74"/>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4" name="Google Shape;5374;p74"/>
                  <p:cNvGrpSpPr/>
                  <p:nvPr/>
                </p:nvGrpSpPr>
                <p:grpSpPr>
                  <a:xfrm>
                    <a:off x="2725064" y="1364529"/>
                    <a:ext cx="297954" cy="280182"/>
                    <a:chOff x="2725064" y="1364529"/>
                    <a:chExt cx="297954" cy="280182"/>
                  </a:xfrm>
                </p:grpSpPr>
                <p:sp>
                  <p:nvSpPr>
                    <p:cNvPr id="5375" name="Google Shape;5375;p74"/>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6" name="Google Shape;5376;p74"/>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7" name="Google Shape;5377;p74"/>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8" name="Google Shape;5378;p74"/>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9" name="Google Shape;5379;p74"/>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sp>
          <p:nvSpPr>
            <p:cNvPr id="5380" name="Google Shape;5380;p74"/>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1" name="Google Shape;5381;p74"/>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2" name="Google Shape;5382;p74"/>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3" name="Google Shape;5383;p74"/>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4" name="Google Shape;5384;p74"/>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85" name="Google Shape;5385;p74"/>
          <p:cNvGrpSpPr/>
          <p:nvPr/>
        </p:nvGrpSpPr>
        <p:grpSpPr>
          <a:xfrm>
            <a:off x="3909129" y="2727412"/>
            <a:ext cx="1569144" cy="591015"/>
            <a:chOff x="3820100" y="3023049"/>
            <a:chExt cx="1303926" cy="491162"/>
          </a:xfrm>
        </p:grpSpPr>
        <p:grpSp>
          <p:nvGrpSpPr>
            <p:cNvPr id="5386" name="Google Shape;5386;p74"/>
            <p:cNvGrpSpPr/>
            <p:nvPr/>
          </p:nvGrpSpPr>
          <p:grpSpPr>
            <a:xfrm>
              <a:off x="3820100" y="3023072"/>
              <a:ext cx="1303926" cy="491139"/>
              <a:chOff x="3820100" y="3023072"/>
              <a:chExt cx="1303926" cy="491139"/>
            </a:xfrm>
          </p:grpSpPr>
          <p:sp>
            <p:nvSpPr>
              <p:cNvPr id="5387" name="Google Shape;5387;p74"/>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8" name="Google Shape;5388;p74"/>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89" name="Google Shape;5389;p74"/>
            <p:cNvGrpSpPr/>
            <p:nvPr/>
          </p:nvGrpSpPr>
          <p:grpSpPr>
            <a:xfrm>
              <a:off x="4132439" y="3023645"/>
              <a:ext cx="393633" cy="177096"/>
              <a:chOff x="4132439" y="3023645"/>
              <a:chExt cx="393633" cy="177096"/>
            </a:xfrm>
          </p:grpSpPr>
          <p:sp>
            <p:nvSpPr>
              <p:cNvPr id="5390" name="Google Shape;5390;p74"/>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1" name="Google Shape;5391;p74"/>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92" name="Google Shape;5392;p74"/>
            <p:cNvGrpSpPr/>
            <p:nvPr/>
          </p:nvGrpSpPr>
          <p:grpSpPr>
            <a:xfrm>
              <a:off x="3921811" y="3023049"/>
              <a:ext cx="1002397" cy="388943"/>
              <a:chOff x="3921811" y="3023049"/>
              <a:chExt cx="1002397" cy="388943"/>
            </a:xfrm>
          </p:grpSpPr>
          <p:sp>
            <p:nvSpPr>
              <p:cNvPr id="5393" name="Google Shape;5393;p74"/>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4" name="Google Shape;5394;p74"/>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95" name="Google Shape;5395;p74"/>
            <p:cNvGrpSpPr/>
            <p:nvPr/>
          </p:nvGrpSpPr>
          <p:grpSpPr>
            <a:xfrm>
              <a:off x="4023645" y="3023049"/>
              <a:ext cx="683032" cy="286722"/>
              <a:chOff x="4023645" y="3023049"/>
              <a:chExt cx="683032" cy="286722"/>
            </a:xfrm>
          </p:grpSpPr>
          <p:sp>
            <p:nvSpPr>
              <p:cNvPr id="5396" name="Google Shape;5396;p74"/>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7" name="Google Shape;5397;p74"/>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98" name="Google Shape;5398;p74"/>
          <p:cNvGrpSpPr/>
          <p:nvPr/>
        </p:nvGrpSpPr>
        <p:grpSpPr>
          <a:xfrm>
            <a:off x="1541251" y="1854258"/>
            <a:ext cx="713522" cy="688025"/>
            <a:chOff x="1706078" y="2092648"/>
            <a:chExt cx="660913" cy="637296"/>
          </a:xfrm>
        </p:grpSpPr>
        <p:sp>
          <p:nvSpPr>
            <p:cNvPr id="5399" name="Google Shape;5399;p74"/>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400" name="Google Shape;5400;p74"/>
            <p:cNvGrpSpPr/>
            <p:nvPr/>
          </p:nvGrpSpPr>
          <p:grpSpPr>
            <a:xfrm>
              <a:off x="1706078" y="2092648"/>
              <a:ext cx="660913" cy="575241"/>
              <a:chOff x="1706078" y="2092648"/>
              <a:chExt cx="660913" cy="575241"/>
            </a:xfrm>
          </p:grpSpPr>
          <p:sp>
            <p:nvSpPr>
              <p:cNvPr id="5401" name="Google Shape;5401;p74"/>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2" name="Google Shape;5402;p74"/>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3" name="Google Shape;5403;p74"/>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404" name="Google Shape;5404;p74"/>
          <p:cNvGrpSpPr/>
          <p:nvPr/>
        </p:nvGrpSpPr>
        <p:grpSpPr>
          <a:xfrm>
            <a:off x="6303109" y="971806"/>
            <a:ext cx="1317459" cy="684168"/>
            <a:chOff x="238125" y="999450"/>
            <a:chExt cx="7140700" cy="3708225"/>
          </a:xfrm>
        </p:grpSpPr>
        <p:sp>
          <p:nvSpPr>
            <p:cNvPr id="5405" name="Google Shape;5405;p74"/>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6" name="Google Shape;5406;p74"/>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7" name="Google Shape;5407;p74"/>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8" name="Google Shape;5408;p74"/>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9" name="Google Shape;5409;p74"/>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0" name="Google Shape;5410;p74"/>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1" name="Google Shape;5411;p74"/>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2" name="Google Shape;5412;p74"/>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3" name="Google Shape;5413;p74"/>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Shape 5417"/>
        <p:cNvGrpSpPr/>
        <p:nvPr/>
      </p:nvGrpSpPr>
      <p:grpSpPr>
        <a:xfrm>
          <a:off x="0" y="0"/>
          <a:ext cx="0" cy="0"/>
          <a:chOff x="0" y="0"/>
          <a:chExt cx="0" cy="0"/>
        </a:xfrm>
      </p:grpSpPr>
      <p:grpSp>
        <p:nvGrpSpPr>
          <p:cNvPr id="5418" name="Google Shape;5418;p75"/>
          <p:cNvGrpSpPr/>
          <p:nvPr/>
        </p:nvGrpSpPr>
        <p:grpSpPr>
          <a:xfrm>
            <a:off x="717027" y="967622"/>
            <a:ext cx="1636117" cy="1526144"/>
            <a:chOff x="729238" y="1179665"/>
            <a:chExt cx="1636117" cy="1526144"/>
          </a:xfrm>
        </p:grpSpPr>
        <p:grpSp>
          <p:nvGrpSpPr>
            <p:cNvPr id="5419" name="Google Shape;5419;p75"/>
            <p:cNvGrpSpPr/>
            <p:nvPr/>
          </p:nvGrpSpPr>
          <p:grpSpPr>
            <a:xfrm>
              <a:off x="729238" y="1179665"/>
              <a:ext cx="80700" cy="1526144"/>
              <a:chOff x="729238" y="1179665"/>
              <a:chExt cx="80700" cy="1526144"/>
            </a:xfrm>
          </p:grpSpPr>
          <p:sp>
            <p:nvSpPr>
              <p:cNvPr id="5420" name="Google Shape;5420;p75"/>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1" name="Google Shape;5421;p75"/>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2" name="Google Shape;5422;p75"/>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3" name="Google Shape;5423;p75"/>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4" name="Google Shape;5424;p75"/>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5" name="Google Shape;5425;p75"/>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6" name="Google Shape;5426;p75"/>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7" name="Google Shape;5427;p75"/>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8" name="Google Shape;5428;p75"/>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9" name="Google Shape;5429;p75"/>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30" name="Google Shape;5430;p75"/>
            <p:cNvGrpSpPr/>
            <p:nvPr/>
          </p:nvGrpSpPr>
          <p:grpSpPr>
            <a:xfrm>
              <a:off x="903098" y="1179665"/>
              <a:ext cx="80700" cy="1526144"/>
              <a:chOff x="903098" y="1179665"/>
              <a:chExt cx="80700" cy="1526144"/>
            </a:xfrm>
          </p:grpSpPr>
          <p:sp>
            <p:nvSpPr>
              <p:cNvPr id="5431" name="Google Shape;5431;p75"/>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2" name="Google Shape;5432;p75"/>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3" name="Google Shape;5433;p75"/>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4" name="Google Shape;5434;p75"/>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5" name="Google Shape;5435;p75"/>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6" name="Google Shape;5436;p75"/>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7" name="Google Shape;5437;p75"/>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8" name="Google Shape;5438;p75"/>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9" name="Google Shape;5439;p75"/>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0" name="Google Shape;5440;p75"/>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41" name="Google Shape;5441;p75"/>
            <p:cNvGrpSpPr/>
            <p:nvPr/>
          </p:nvGrpSpPr>
          <p:grpSpPr>
            <a:xfrm>
              <a:off x="1076958" y="1179665"/>
              <a:ext cx="80700" cy="1526144"/>
              <a:chOff x="1076958" y="1179665"/>
              <a:chExt cx="80700" cy="1526144"/>
            </a:xfrm>
          </p:grpSpPr>
          <p:sp>
            <p:nvSpPr>
              <p:cNvPr id="5442" name="Google Shape;5442;p75"/>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3" name="Google Shape;5443;p75"/>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4" name="Google Shape;5444;p75"/>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5" name="Google Shape;5445;p75"/>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6" name="Google Shape;5446;p75"/>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7" name="Google Shape;5447;p75"/>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8" name="Google Shape;5448;p75"/>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9" name="Google Shape;5449;p75"/>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0" name="Google Shape;5450;p75"/>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1" name="Google Shape;5451;p75"/>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52" name="Google Shape;5452;p75"/>
            <p:cNvGrpSpPr/>
            <p:nvPr/>
          </p:nvGrpSpPr>
          <p:grpSpPr>
            <a:xfrm>
              <a:off x="1247707" y="1179665"/>
              <a:ext cx="80700" cy="1526144"/>
              <a:chOff x="1247707" y="1179665"/>
              <a:chExt cx="80700" cy="1526144"/>
            </a:xfrm>
          </p:grpSpPr>
          <p:sp>
            <p:nvSpPr>
              <p:cNvPr id="5453" name="Google Shape;5453;p75"/>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4" name="Google Shape;5454;p75"/>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5" name="Google Shape;5455;p75"/>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6" name="Google Shape;5456;p75"/>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7" name="Google Shape;5457;p75"/>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8" name="Google Shape;5458;p75"/>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9" name="Google Shape;5459;p75"/>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0" name="Google Shape;5460;p75"/>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1" name="Google Shape;5461;p75"/>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2" name="Google Shape;5462;p75"/>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63" name="Google Shape;5463;p75"/>
            <p:cNvGrpSpPr/>
            <p:nvPr/>
          </p:nvGrpSpPr>
          <p:grpSpPr>
            <a:xfrm>
              <a:off x="1421567" y="1179665"/>
              <a:ext cx="80700" cy="1526144"/>
              <a:chOff x="1421567" y="1179665"/>
              <a:chExt cx="80700" cy="1526144"/>
            </a:xfrm>
          </p:grpSpPr>
          <p:sp>
            <p:nvSpPr>
              <p:cNvPr id="5464" name="Google Shape;5464;p75"/>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5" name="Google Shape;5465;p75"/>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6" name="Google Shape;5466;p75"/>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7" name="Google Shape;5467;p75"/>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8" name="Google Shape;5468;p75"/>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9" name="Google Shape;5469;p75"/>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0" name="Google Shape;5470;p75"/>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1" name="Google Shape;5471;p75"/>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2" name="Google Shape;5472;p75"/>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3" name="Google Shape;5473;p75"/>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74" name="Google Shape;5474;p75"/>
            <p:cNvGrpSpPr/>
            <p:nvPr/>
          </p:nvGrpSpPr>
          <p:grpSpPr>
            <a:xfrm>
              <a:off x="1592327" y="1179665"/>
              <a:ext cx="80700" cy="1526144"/>
              <a:chOff x="1592327" y="1179665"/>
              <a:chExt cx="80700" cy="1526144"/>
            </a:xfrm>
          </p:grpSpPr>
          <p:sp>
            <p:nvSpPr>
              <p:cNvPr id="5475" name="Google Shape;5475;p75"/>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6" name="Google Shape;5476;p75"/>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7" name="Google Shape;5477;p75"/>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8" name="Google Shape;5478;p75"/>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9" name="Google Shape;5479;p75"/>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0" name="Google Shape;5480;p75"/>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1" name="Google Shape;5481;p75"/>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2" name="Google Shape;5482;p75"/>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3" name="Google Shape;5483;p75"/>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4" name="Google Shape;5484;p75"/>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85" name="Google Shape;5485;p75"/>
            <p:cNvGrpSpPr/>
            <p:nvPr/>
          </p:nvGrpSpPr>
          <p:grpSpPr>
            <a:xfrm>
              <a:off x="1766187" y="1179665"/>
              <a:ext cx="80700" cy="1526144"/>
              <a:chOff x="1766187" y="1179665"/>
              <a:chExt cx="80700" cy="1526144"/>
            </a:xfrm>
          </p:grpSpPr>
          <p:sp>
            <p:nvSpPr>
              <p:cNvPr id="5486" name="Google Shape;5486;p75"/>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7" name="Google Shape;5487;p75"/>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8" name="Google Shape;5488;p75"/>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9" name="Google Shape;5489;p75"/>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0" name="Google Shape;5490;p75"/>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1" name="Google Shape;5491;p75"/>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2" name="Google Shape;5492;p75"/>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3" name="Google Shape;5493;p75"/>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4" name="Google Shape;5494;p75"/>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5" name="Google Shape;5495;p75"/>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96" name="Google Shape;5496;p75"/>
            <p:cNvGrpSpPr/>
            <p:nvPr/>
          </p:nvGrpSpPr>
          <p:grpSpPr>
            <a:xfrm>
              <a:off x="1936935" y="1179665"/>
              <a:ext cx="80700" cy="1526144"/>
              <a:chOff x="1936935" y="1179665"/>
              <a:chExt cx="80700" cy="1526144"/>
            </a:xfrm>
          </p:grpSpPr>
          <p:sp>
            <p:nvSpPr>
              <p:cNvPr id="5497" name="Google Shape;5497;p75"/>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8" name="Google Shape;5498;p75"/>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9" name="Google Shape;5499;p75"/>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0" name="Google Shape;5500;p75"/>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1" name="Google Shape;5501;p75"/>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2" name="Google Shape;5502;p75"/>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3" name="Google Shape;5503;p75"/>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4" name="Google Shape;5504;p75"/>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5" name="Google Shape;5505;p75"/>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6" name="Google Shape;5506;p75"/>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07" name="Google Shape;5507;p75"/>
            <p:cNvGrpSpPr/>
            <p:nvPr/>
          </p:nvGrpSpPr>
          <p:grpSpPr>
            <a:xfrm>
              <a:off x="2110795" y="1179665"/>
              <a:ext cx="80700" cy="1526144"/>
              <a:chOff x="2110795" y="1179665"/>
              <a:chExt cx="80700" cy="1526144"/>
            </a:xfrm>
          </p:grpSpPr>
          <p:sp>
            <p:nvSpPr>
              <p:cNvPr id="5508" name="Google Shape;5508;p75"/>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9" name="Google Shape;5509;p75"/>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0" name="Google Shape;5510;p75"/>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1" name="Google Shape;5511;p75"/>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2" name="Google Shape;5512;p75"/>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3" name="Google Shape;5513;p75"/>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4" name="Google Shape;5514;p75"/>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5" name="Google Shape;5515;p75"/>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6" name="Google Shape;5516;p75"/>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7" name="Google Shape;5517;p75"/>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18" name="Google Shape;5518;p75"/>
            <p:cNvGrpSpPr/>
            <p:nvPr/>
          </p:nvGrpSpPr>
          <p:grpSpPr>
            <a:xfrm>
              <a:off x="2284655" y="1179665"/>
              <a:ext cx="80700" cy="1526144"/>
              <a:chOff x="2284655" y="1179665"/>
              <a:chExt cx="80700" cy="1526144"/>
            </a:xfrm>
          </p:grpSpPr>
          <p:sp>
            <p:nvSpPr>
              <p:cNvPr id="5519" name="Google Shape;5519;p75"/>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0" name="Google Shape;5520;p75"/>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1" name="Google Shape;5521;p75"/>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2" name="Google Shape;5522;p75"/>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3" name="Google Shape;5523;p75"/>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4" name="Google Shape;5524;p75"/>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5" name="Google Shape;5525;p75"/>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6" name="Google Shape;5526;p75"/>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7" name="Google Shape;5527;p75"/>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8" name="Google Shape;5528;p75"/>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529" name="Google Shape;5529;p75"/>
          <p:cNvGrpSpPr/>
          <p:nvPr/>
        </p:nvGrpSpPr>
        <p:grpSpPr>
          <a:xfrm>
            <a:off x="2611693" y="986760"/>
            <a:ext cx="1364248" cy="1102133"/>
            <a:chOff x="2623904" y="1198803"/>
            <a:chExt cx="1364248" cy="1102133"/>
          </a:xfrm>
        </p:grpSpPr>
        <p:grpSp>
          <p:nvGrpSpPr>
            <p:cNvPr id="5530" name="Google Shape;5530;p75"/>
            <p:cNvGrpSpPr/>
            <p:nvPr/>
          </p:nvGrpSpPr>
          <p:grpSpPr>
            <a:xfrm>
              <a:off x="2623907" y="1198803"/>
              <a:ext cx="1364245" cy="273000"/>
              <a:chOff x="2623907" y="1198803"/>
              <a:chExt cx="1364245" cy="273000"/>
            </a:xfrm>
          </p:grpSpPr>
          <p:sp>
            <p:nvSpPr>
              <p:cNvPr id="5531" name="Google Shape;5531;p75"/>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2" name="Google Shape;5532;p75"/>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3" name="Google Shape;5533;p75"/>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4" name="Google Shape;5534;p75"/>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5" name="Google Shape;5535;p75"/>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36" name="Google Shape;5536;p75"/>
            <p:cNvGrpSpPr/>
            <p:nvPr/>
          </p:nvGrpSpPr>
          <p:grpSpPr>
            <a:xfrm>
              <a:off x="2623904" y="1476964"/>
              <a:ext cx="1364245" cy="273000"/>
              <a:chOff x="2623904" y="1476964"/>
              <a:chExt cx="1364245" cy="273000"/>
            </a:xfrm>
          </p:grpSpPr>
          <p:sp>
            <p:nvSpPr>
              <p:cNvPr id="5537" name="Google Shape;5537;p75"/>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8" name="Google Shape;5538;p75"/>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9" name="Google Shape;5539;p75"/>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0" name="Google Shape;5540;p75"/>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1" name="Google Shape;5541;p75"/>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42" name="Google Shape;5542;p75"/>
            <p:cNvGrpSpPr/>
            <p:nvPr/>
          </p:nvGrpSpPr>
          <p:grpSpPr>
            <a:xfrm>
              <a:off x="2623907" y="1749775"/>
              <a:ext cx="1364245" cy="273000"/>
              <a:chOff x="2623907" y="1749775"/>
              <a:chExt cx="1364245" cy="273000"/>
            </a:xfrm>
          </p:grpSpPr>
          <p:sp>
            <p:nvSpPr>
              <p:cNvPr id="5543" name="Google Shape;5543;p75"/>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4" name="Google Shape;5544;p75"/>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5" name="Google Shape;5545;p75"/>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6" name="Google Shape;5546;p75"/>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7" name="Google Shape;5547;p75"/>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48" name="Google Shape;5548;p75"/>
            <p:cNvGrpSpPr/>
            <p:nvPr/>
          </p:nvGrpSpPr>
          <p:grpSpPr>
            <a:xfrm>
              <a:off x="2623904" y="2027936"/>
              <a:ext cx="1364245" cy="273000"/>
              <a:chOff x="2623904" y="2027936"/>
              <a:chExt cx="1364245" cy="273000"/>
            </a:xfrm>
          </p:grpSpPr>
          <p:sp>
            <p:nvSpPr>
              <p:cNvPr id="5549" name="Google Shape;5549;p75"/>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0" name="Google Shape;5550;p75"/>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1" name="Google Shape;5551;p75"/>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2" name="Google Shape;5552;p75"/>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3" name="Google Shape;5553;p75"/>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554" name="Google Shape;5554;p75"/>
          <p:cNvGrpSpPr/>
          <p:nvPr/>
        </p:nvGrpSpPr>
        <p:grpSpPr>
          <a:xfrm>
            <a:off x="2601154" y="2445833"/>
            <a:ext cx="1387541" cy="159124"/>
            <a:chOff x="3200660" y="2180272"/>
            <a:chExt cx="2563824" cy="378237"/>
          </a:xfrm>
        </p:grpSpPr>
        <p:sp>
          <p:nvSpPr>
            <p:cNvPr id="5555" name="Google Shape;5555;p75"/>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6" name="Google Shape;5556;p75"/>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7" name="Google Shape;5557;p75"/>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8" name="Google Shape;5558;p75"/>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9" name="Google Shape;5559;p75"/>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0" name="Google Shape;5560;p75"/>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1" name="Google Shape;5561;p75"/>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2" name="Google Shape;5562;p75"/>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3" name="Google Shape;5563;p75"/>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4" name="Google Shape;5564;p75"/>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5" name="Google Shape;5565;p75"/>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6" name="Google Shape;5566;p75"/>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7" name="Google Shape;5567;p75"/>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8" name="Google Shape;5568;p75"/>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9" name="Google Shape;5569;p75"/>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0" name="Google Shape;5570;p75"/>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1" name="Google Shape;5571;p75"/>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2" name="Google Shape;5572;p75"/>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73" name="Google Shape;5573;p75"/>
          <p:cNvGrpSpPr/>
          <p:nvPr/>
        </p:nvGrpSpPr>
        <p:grpSpPr>
          <a:xfrm>
            <a:off x="2597679" y="2723597"/>
            <a:ext cx="1390502" cy="159625"/>
            <a:chOff x="3530150" y="2790075"/>
            <a:chExt cx="1962600" cy="225300"/>
          </a:xfrm>
        </p:grpSpPr>
        <p:sp>
          <p:nvSpPr>
            <p:cNvPr id="5574" name="Google Shape;5574;p75"/>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5" name="Google Shape;5575;p75"/>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76" name="Google Shape;5576;p75"/>
          <p:cNvGrpSpPr/>
          <p:nvPr/>
        </p:nvGrpSpPr>
        <p:grpSpPr>
          <a:xfrm>
            <a:off x="2597736" y="3001862"/>
            <a:ext cx="1411629" cy="154175"/>
            <a:chOff x="3558802" y="4011244"/>
            <a:chExt cx="1866000" cy="111600"/>
          </a:xfrm>
        </p:grpSpPr>
        <p:sp>
          <p:nvSpPr>
            <p:cNvPr id="5577" name="Google Shape;5577;p75"/>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8" name="Google Shape;5578;p75"/>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79" name="Google Shape;5579;p75"/>
          <p:cNvGrpSpPr/>
          <p:nvPr/>
        </p:nvGrpSpPr>
        <p:grpSpPr>
          <a:xfrm>
            <a:off x="2598024" y="2207432"/>
            <a:ext cx="1383503" cy="119761"/>
            <a:chOff x="3465975" y="2270258"/>
            <a:chExt cx="1986364" cy="171947"/>
          </a:xfrm>
        </p:grpSpPr>
        <p:sp>
          <p:nvSpPr>
            <p:cNvPr id="5580" name="Google Shape;5580;p75"/>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1" name="Google Shape;5581;p75"/>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2" name="Google Shape;5582;p75"/>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3" name="Google Shape;5583;p75"/>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4" name="Google Shape;5584;p75"/>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5" name="Google Shape;5585;p75"/>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6" name="Google Shape;5586;p75"/>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7" name="Google Shape;5587;p75"/>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88" name="Google Shape;5588;p75"/>
          <p:cNvGrpSpPr/>
          <p:nvPr/>
        </p:nvGrpSpPr>
        <p:grpSpPr>
          <a:xfrm>
            <a:off x="2609031" y="3571205"/>
            <a:ext cx="1369531" cy="195460"/>
            <a:chOff x="723300" y="4253549"/>
            <a:chExt cx="2276482" cy="324900"/>
          </a:xfrm>
        </p:grpSpPr>
        <p:sp>
          <p:nvSpPr>
            <p:cNvPr id="5589" name="Google Shape;5589;p75"/>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0" name="Google Shape;5590;p75"/>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1" name="Google Shape;5591;p75"/>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2" name="Google Shape;5592;p75"/>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3" name="Google Shape;5593;p75"/>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94" name="Google Shape;5594;p75"/>
          <p:cNvGrpSpPr/>
          <p:nvPr/>
        </p:nvGrpSpPr>
        <p:grpSpPr>
          <a:xfrm>
            <a:off x="2598592" y="3272446"/>
            <a:ext cx="1389066" cy="180119"/>
            <a:chOff x="705948" y="3788465"/>
            <a:chExt cx="2308953" cy="299400"/>
          </a:xfrm>
        </p:grpSpPr>
        <p:sp>
          <p:nvSpPr>
            <p:cNvPr id="5595" name="Google Shape;5595;p75"/>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6" name="Google Shape;5596;p75"/>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7" name="Google Shape;5597;p75"/>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8" name="Google Shape;5598;p75"/>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9" name="Google Shape;5599;p75"/>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00" name="Google Shape;5600;p75"/>
          <p:cNvGrpSpPr/>
          <p:nvPr/>
        </p:nvGrpSpPr>
        <p:grpSpPr>
          <a:xfrm>
            <a:off x="4195583" y="1876400"/>
            <a:ext cx="1433821" cy="191501"/>
            <a:chOff x="4273350" y="2088443"/>
            <a:chExt cx="1433821" cy="191501"/>
          </a:xfrm>
        </p:grpSpPr>
        <p:grpSp>
          <p:nvGrpSpPr>
            <p:cNvPr id="5601" name="Google Shape;5601;p75"/>
            <p:cNvGrpSpPr/>
            <p:nvPr/>
          </p:nvGrpSpPr>
          <p:grpSpPr>
            <a:xfrm>
              <a:off x="4273350" y="2088443"/>
              <a:ext cx="1433821" cy="0"/>
              <a:chOff x="5224975" y="2962250"/>
              <a:chExt cx="1544400" cy="0"/>
            </a:xfrm>
          </p:grpSpPr>
          <p:cxnSp>
            <p:nvCxnSpPr>
              <p:cNvPr id="5602" name="Google Shape;5602;p75"/>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603" name="Google Shape;5603;p75"/>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5604" name="Google Shape;5604;p75"/>
            <p:cNvGrpSpPr/>
            <p:nvPr/>
          </p:nvGrpSpPr>
          <p:grpSpPr>
            <a:xfrm>
              <a:off x="4273350" y="2279944"/>
              <a:ext cx="1433821" cy="0"/>
              <a:chOff x="5224975" y="2962250"/>
              <a:chExt cx="1544400" cy="0"/>
            </a:xfrm>
          </p:grpSpPr>
          <p:cxnSp>
            <p:nvCxnSpPr>
              <p:cNvPr id="5605" name="Google Shape;5605;p75"/>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606" name="Google Shape;5606;p75"/>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5607" name="Google Shape;5607;p75"/>
          <p:cNvGrpSpPr/>
          <p:nvPr/>
        </p:nvGrpSpPr>
        <p:grpSpPr>
          <a:xfrm>
            <a:off x="2646529" y="3885304"/>
            <a:ext cx="1304609" cy="294074"/>
            <a:chOff x="2658741" y="4097347"/>
            <a:chExt cx="1304609" cy="294074"/>
          </a:xfrm>
        </p:grpSpPr>
        <p:grpSp>
          <p:nvGrpSpPr>
            <p:cNvPr id="5608" name="Google Shape;5608;p75"/>
            <p:cNvGrpSpPr/>
            <p:nvPr/>
          </p:nvGrpSpPr>
          <p:grpSpPr>
            <a:xfrm>
              <a:off x="2658741" y="4097347"/>
              <a:ext cx="118572" cy="294074"/>
              <a:chOff x="3343310" y="4475555"/>
              <a:chExt cx="127717" cy="316753"/>
            </a:xfrm>
          </p:grpSpPr>
          <p:sp>
            <p:nvSpPr>
              <p:cNvPr id="5609" name="Google Shape;5609;p75"/>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0" name="Google Shape;5610;p75"/>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11" name="Google Shape;5611;p75"/>
            <p:cNvGrpSpPr/>
            <p:nvPr/>
          </p:nvGrpSpPr>
          <p:grpSpPr>
            <a:xfrm>
              <a:off x="3815519" y="4098388"/>
              <a:ext cx="147831" cy="291991"/>
              <a:chOff x="3527539" y="4476677"/>
              <a:chExt cx="159232" cy="314510"/>
            </a:xfrm>
          </p:grpSpPr>
          <p:sp>
            <p:nvSpPr>
              <p:cNvPr id="5612" name="Google Shape;5612;p7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3" name="Google Shape;5613;p7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14" name="Google Shape;5614;p75"/>
            <p:cNvGrpSpPr/>
            <p:nvPr/>
          </p:nvGrpSpPr>
          <p:grpSpPr>
            <a:xfrm>
              <a:off x="3511696" y="4098388"/>
              <a:ext cx="147831" cy="291991"/>
              <a:chOff x="3527539" y="4476677"/>
              <a:chExt cx="159232" cy="314510"/>
            </a:xfrm>
          </p:grpSpPr>
          <p:sp>
            <p:nvSpPr>
              <p:cNvPr id="5615" name="Google Shape;5615;p7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6" name="Google Shape;5616;p7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17" name="Google Shape;5617;p75"/>
            <p:cNvGrpSpPr/>
            <p:nvPr/>
          </p:nvGrpSpPr>
          <p:grpSpPr>
            <a:xfrm>
              <a:off x="3207874" y="4098388"/>
              <a:ext cx="147831" cy="291991"/>
              <a:chOff x="3527539" y="4476677"/>
              <a:chExt cx="159232" cy="314510"/>
            </a:xfrm>
          </p:grpSpPr>
          <p:sp>
            <p:nvSpPr>
              <p:cNvPr id="5618" name="Google Shape;5618;p7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9" name="Google Shape;5619;p7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20" name="Google Shape;5620;p75"/>
            <p:cNvGrpSpPr/>
            <p:nvPr/>
          </p:nvGrpSpPr>
          <p:grpSpPr>
            <a:xfrm>
              <a:off x="2933305" y="4097347"/>
              <a:ext cx="118572" cy="294074"/>
              <a:chOff x="3343310" y="4475555"/>
              <a:chExt cx="127717" cy="316753"/>
            </a:xfrm>
          </p:grpSpPr>
          <p:sp>
            <p:nvSpPr>
              <p:cNvPr id="5621" name="Google Shape;5621;p75"/>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2" name="Google Shape;5622;p75"/>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623" name="Google Shape;5623;p75"/>
          <p:cNvGrpSpPr/>
          <p:nvPr/>
        </p:nvGrpSpPr>
        <p:grpSpPr>
          <a:xfrm>
            <a:off x="4197138" y="963998"/>
            <a:ext cx="1430711" cy="751237"/>
            <a:chOff x="5159450" y="1919950"/>
            <a:chExt cx="1541050" cy="862500"/>
          </a:xfrm>
        </p:grpSpPr>
        <p:sp>
          <p:nvSpPr>
            <p:cNvPr id="5624" name="Google Shape;5624;p75"/>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noProof="0" dirty="0"/>
            </a:p>
          </p:txBody>
        </p:sp>
        <p:grpSp>
          <p:nvGrpSpPr>
            <p:cNvPr id="5625" name="Google Shape;5625;p75"/>
            <p:cNvGrpSpPr/>
            <p:nvPr/>
          </p:nvGrpSpPr>
          <p:grpSpPr>
            <a:xfrm>
              <a:off x="5159450" y="1919950"/>
              <a:ext cx="1541050" cy="862500"/>
              <a:chOff x="5159450" y="1919950"/>
              <a:chExt cx="1541050" cy="862500"/>
            </a:xfrm>
          </p:grpSpPr>
          <p:cxnSp>
            <p:nvCxnSpPr>
              <p:cNvPr id="5626" name="Google Shape;5626;p75"/>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5627" name="Google Shape;5627;p75"/>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5628" name="Google Shape;5628;p75"/>
          <p:cNvGrpSpPr/>
          <p:nvPr/>
        </p:nvGrpSpPr>
        <p:grpSpPr>
          <a:xfrm>
            <a:off x="4245275" y="2227768"/>
            <a:ext cx="1334436" cy="967914"/>
            <a:chOff x="4294923" y="2439811"/>
            <a:chExt cx="1334436" cy="967914"/>
          </a:xfrm>
        </p:grpSpPr>
        <p:grpSp>
          <p:nvGrpSpPr>
            <p:cNvPr id="5629" name="Google Shape;5629;p75"/>
            <p:cNvGrpSpPr/>
            <p:nvPr/>
          </p:nvGrpSpPr>
          <p:grpSpPr>
            <a:xfrm>
              <a:off x="4960455" y="2469658"/>
              <a:ext cx="668904" cy="885524"/>
              <a:chOff x="4960455" y="2469658"/>
              <a:chExt cx="668904" cy="885524"/>
            </a:xfrm>
          </p:grpSpPr>
          <p:sp>
            <p:nvSpPr>
              <p:cNvPr id="5630" name="Google Shape;5630;p75"/>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1" name="Google Shape;5631;p75"/>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2" name="Google Shape;5632;p75"/>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3" name="Google Shape;5633;p75"/>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4" name="Google Shape;5634;p75"/>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5" name="Google Shape;5635;p75"/>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36" name="Google Shape;5636;p75"/>
            <p:cNvGrpSpPr/>
            <p:nvPr/>
          </p:nvGrpSpPr>
          <p:grpSpPr>
            <a:xfrm>
              <a:off x="4294923" y="2469658"/>
              <a:ext cx="668951" cy="885524"/>
              <a:chOff x="4294923" y="2469658"/>
              <a:chExt cx="668951" cy="885524"/>
            </a:xfrm>
          </p:grpSpPr>
          <p:sp>
            <p:nvSpPr>
              <p:cNvPr id="5637" name="Google Shape;5637;p75"/>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8" name="Google Shape;5638;p75"/>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9" name="Google Shape;5639;p75"/>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0" name="Google Shape;5640;p75"/>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1" name="Google Shape;5641;p75"/>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2" name="Google Shape;5642;p75"/>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643" name="Google Shape;5643;p75"/>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44" name="Google Shape;5644;p75"/>
          <p:cNvGrpSpPr/>
          <p:nvPr/>
        </p:nvGrpSpPr>
        <p:grpSpPr>
          <a:xfrm>
            <a:off x="4231478" y="3282213"/>
            <a:ext cx="1430949" cy="897289"/>
            <a:chOff x="4351371" y="3547942"/>
            <a:chExt cx="1345130" cy="843475"/>
          </a:xfrm>
        </p:grpSpPr>
        <p:grpSp>
          <p:nvGrpSpPr>
            <p:cNvPr id="5645" name="Google Shape;5645;p75"/>
            <p:cNvGrpSpPr/>
            <p:nvPr/>
          </p:nvGrpSpPr>
          <p:grpSpPr>
            <a:xfrm>
              <a:off x="4351371" y="4209917"/>
              <a:ext cx="1345130" cy="181500"/>
              <a:chOff x="4351371" y="4209917"/>
              <a:chExt cx="1345130" cy="181500"/>
            </a:xfrm>
          </p:grpSpPr>
          <p:sp>
            <p:nvSpPr>
              <p:cNvPr id="5646" name="Google Shape;5646;p75"/>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47" name="Google Shape;5647;p75"/>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5648" name="Google Shape;5648;p75"/>
            <p:cNvGrpSpPr/>
            <p:nvPr/>
          </p:nvGrpSpPr>
          <p:grpSpPr>
            <a:xfrm>
              <a:off x="4403010" y="3985221"/>
              <a:ext cx="1109518" cy="181500"/>
              <a:chOff x="4403010" y="3985221"/>
              <a:chExt cx="1109518" cy="181500"/>
            </a:xfrm>
          </p:grpSpPr>
          <p:sp>
            <p:nvSpPr>
              <p:cNvPr id="5649" name="Google Shape;5649;p75"/>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50" name="Google Shape;5650;p75"/>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5651" name="Google Shape;5651;p75"/>
            <p:cNvGrpSpPr/>
            <p:nvPr/>
          </p:nvGrpSpPr>
          <p:grpSpPr>
            <a:xfrm>
              <a:off x="4618704" y="3766582"/>
              <a:ext cx="807858" cy="181500"/>
              <a:chOff x="4618704" y="3766582"/>
              <a:chExt cx="807858" cy="181500"/>
            </a:xfrm>
          </p:grpSpPr>
          <p:sp>
            <p:nvSpPr>
              <p:cNvPr id="5652" name="Google Shape;5652;p75"/>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53" name="Google Shape;5653;p75"/>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5654" name="Google Shape;5654;p75"/>
            <p:cNvGrpSpPr/>
            <p:nvPr/>
          </p:nvGrpSpPr>
          <p:grpSpPr>
            <a:xfrm>
              <a:off x="4735238" y="3547942"/>
              <a:ext cx="462839" cy="181500"/>
              <a:chOff x="4735238" y="3547942"/>
              <a:chExt cx="462839" cy="181500"/>
            </a:xfrm>
          </p:grpSpPr>
          <p:sp>
            <p:nvSpPr>
              <p:cNvPr id="5655" name="Google Shape;5655;p75"/>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56" name="Google Shape;5656;p75"/>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5657" name="Google Shape;5657;p75"/>
          <p:cNvGrpSpPr/>
          <p:nvPr/>
        </p:nvGrpSpPr>
        <p:grpSpPr>
          <a:xfrm>
            <a:off x="7407836" y="2217537"/>
            <a:ext cx="1020955" cy="928853"/>
            <a:chOff x="926675" y="238125"/>
            <a:chExt cx="5755100" cy="5232975"/>
          </a:xfrm>
        </p:grpSpPr>
        <p:sp>
          <p:nvSpPr>
            <p:cNvPr id="5658" name="Google Shape;5658;p75"/>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9" name="Google Shape;5659;p75"/>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0" name="Google Shape;5660;p75"/>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1" name="Google Shape;5661;p75"/>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62" name="Google Shape;5662;p75"/>
          <p:cNvGrpSpPr/>
          <p:nvPr/>
        </p:nvGrpSpPr>
        <p:grpSpPr>
          <a:xfrm>
            <a:off x="715210" y="2616272"/>
            <a:ext cx="1695374" cy="1560837"/>
            <a:chOff x="727421" y="2828315"/>
            <a:chExt cx="1695374" cy="1560837"/>
          </a:xfrm>
        </p:grpSpPr>
        <p:grpSp>
          <p:nvGrpSpPr>
            <p:cNvPr id="5663" name="Google Shape;5663;p75"/>
            <p:cNvGrpSpPr/>
            <p:nvPr/>
          </p:nvGrpSpPr>
          <p:grpSpPr>
            <a:xfrm>
              <a:off x="727421" y="2828315"/>
              <a:ext cx="1695374" cy="1560837"/>
              <a:chOff x="734799" y="2782450"/>
              <a:chExt cx="1571100" cy="1577400"/>
            </a:xfrm>
          </p:grpSpPr>
          <p:cxnSp>
            <p:nvCxnSpPr>
              <p:cNvPr id="5664" name="Google Shape;5664;p75"/>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5665" name="Google Shape;5665;p75"/>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5666" name="Google Shape;5666;p75"/>
            <p:cNvGrpSpPr/>
            <p:nvPr/>
          </p:nvGrpSpPr>
          <p:grpSpPr>
            <a:xfrm>
              <a:off x="819108" y="2882501"/>
              <a:ext cx="1556791" cy="1426186"/>
              <a:chOff x="819108" y="2882501"/>
              <a:chExt cx="1556791" cy="1426186"/>
            </a:xfrm>
          </p:grpSpPr>
          <p:grpSp>
            <p:nvGrpSpPr>
              <p:cNvPr id="5667" name="Google Shape;5667;p75"/>
              <p:cNvGrpSpPr/>
              <p:nvPr/>
            </p:nvGrpSpPr>
            <p:grpSpPr>
              <a:xfrm>
                <a:off x="819108" y="2882501"/>
                <a:ext cx="103104" cy="1426186"/>
                <a:chOff x="4674013" y="3100904"/>
                <a:chExt cx="122758" cy="1698043"/>
              </a:xfrm>
            </p:grpSpPr>
            <p:sp>
              <p:nvSpPr>
                <p:cNvPr id="5668" name="Google Shape;5668;p75"/>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9" name="Google Shape;5669;p75"/>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0" name="Google Shape;5670;p75"/>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1" name="Google Shape;5671;p75"/>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2" name="Google Shape;5672;p75"/>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3" name="Google Shape;5673;p75"/>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4" name="Google Shape;5674;p75"/>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75" name="Google Shape;5675;p75"/>
              <p:cNvGrpSpPr/>
              <p:nvPr/>
            </p:nvGrpSpPr>
            <p:grpSpPr>
              <a:xfrm>
                <a:off x="1062475" y="2882501"/>
                <a:ext cx="103104" cy="1426186"/>
                <a:chOff x="4940438" y="3100904"/>
                <a:chExt cx="122758" cy="1698043"/>
              </a:xfrm>
            </p:grpSpPr>
            <p:sp>
              <p:nvSpPr>
                <p:cNvPr id="5676" name="Google Shape;5676;p75"/>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7" name="Google Shape;5677;p75"/>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8" name="Google Shape;5678;p75"/>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9" name="Google Shape;5679;p75"/>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0" name="Google Shape;5680;p75"/>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1" name="Google Shape;5681;p75"/>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2" name="Google Shape;5682;p75"/>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83" name="Google Shape;5683;p75"/>
              <p:cNvGrpSpPr/>
              <p:nvPr/>
            </p:nvGrpSpPr>
            <p:grpSpPr>
              <a:xfrm>
                <a:off x="1299324" y="2882501"/>
                <a:ext cx="103104" cy="1426186"/>
                <a:chOff x="5206863" y="3100904"/>
                <a:chExt cx="122758" cy="1698043"/>
              </a:xfrm>
            </p:grpSpPr>
            <p:sp>
              <p:nvSpPr>
                <p:cNvPr id="5684" name="Google Shape;5684;p75"/>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5" name="Google Shape;5685;p75"/>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6" name="Google Shape;5686;p75"/>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7" name="Google Shape;5687;p75"/>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8" name="Google Shape;5688;p75"/>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9" name="Google Shape;5689;p75"/>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0" name="Google Shape;5690;p75"/>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91" name="Google Shape;5691;p75"/>
              <p:cNvGrpSpPr/>
              <p:nvPr/>
            </p:nvGrpSpPr>
            <p:grpSpPr>
              <a:xfrm>
                <a:off x="1786057" y="2882501"/>
                <a:ext cx="103104" cy="1426186"/>
                <a:chOff x="6006138" y="3143629"/>
                <a:chExt cx="122758" cy="1698043"/>
              </a:xfrm>
            </p:grpSpPr>
            <p:sp>
              <p:nvSpPr>
                <p:cNvPr id="5692" name="Google Shape;5692;p75"/>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3" name="Google Shape;5693;p75"/>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4" name="Google Shape;5694;p75"/>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5" name="Google Shape;5695;p75"/>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6" name="Google Shape;5696;p75"/>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7" name="Google Shape;5697;p75"/>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8" name="Google Shape;5698;p75"/>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99" name="Google Shape;5699;p75"/>
              <p:cNvGrpSpPr/>
              <p:nvPr/>
            </p:nvGrpSpPr>
            <p:grpSpPr>
              <a:xfrm>
                <a:off x="2029422" y="2882501"/>
                <a:ext cx="103104" cy="1426186"/>
                <a:chOff x="6805413" y="3100904"/>
                <a:chExt cx="122758" cy="1698043"/>
              </a:xfrm>
            </p:grpSpPr>
            <p:sp>
              <p:nvSpPr>
                <p:cNvPr id="5700" name="Google Shape;5700;p75"/>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1" name="Google Shape;5701;p75"/>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2" name="Google Shape;5702;p75"/>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3" name="Google Shape;5703;p75"/>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4" name="Google Shape;5704;p75"/>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5" name="Google Shape;5705;p75"/>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6" name="Google Shape;5706;p75"/>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07" name="Google Shape;5707;p75"/>
              <p:cNvGrpSpPr/>
              <p:nvPr/>
            </p:nvGrpSpPr>
            <p:grpSpPr>
              <a:xfrm>
                <a:off x="2272795" y="2882501"/>
                <a:ext cx="103104" cy="1426186"/>
                <a:chOff x="5206863" y="3100904"/>
                <a:chExt cx="122758" cy="1698043"/>
              </a:xfrm>
            </p:grpSpPr>
            <p:sp>
              <p:nvSpPr>
                <p:cNvPr id="5708" name="Google Shape;5708;p75"/>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9" name="Google Shape;5709;p75"/>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0" name="Google Shape;5710;p75"/>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1" name="Google Shape;5711;p75"/>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2" name="Google Shape;5712;p75"/>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3" name="Google Shape;5713;p75"/>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4" name="Google Shape;5714;p75"/>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15" name="Google Shape;5715;p75"/>
              <p:cNvGrpSpPr/>
              <p:nvPr/>
            </p:nvGrpSpPr>
            <p:grpSpPr>
              <a:xfrm>
                <a:off x="1542694" y="2882501"/>
                <a:ext cx="103104" cy="1426186"/>
                <a:chOff x="6006138" y="3143629"/>
                <a:chExt cx="122758" cy="1698043"/>
              </a:xfrm>
            </p:grpSpPr>
            <p:sp>
              <p:nvSpPr>
                <p:cNvPr id="5716" name="Google Shape;5716;p75"/>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7" name="Google Shape;5717;p75"/>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8" name="Google Shape;5718;p75"/>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9" name="Google Shape;5719;p75"/>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0" name="Google Shape;5720;p75"/>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1" name="Google Shape;5721;p75"/>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2" name="Google Shape;5722;p75"/>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5723" name="Google Shape;5723;p75"/>
          <p:cNvGrpSpPr/>
          <p:nvPr/>
        </p:nvGrpSpPr>
        <p:grpSpPr>
          <a:xfrm>
            <a:off x="5671260" y="3305994"/>
            <a:ext cx="2749952" cy="870677"/>
            <a:chOff x="238125" y="1725700"/>
            <a:chExt cx="7139025" cy="2260325"/>
          </a:xfrm>
        </p:grpSpPr>
        <p:sp>
          <p:nvSpPr>
            <p:cNvPr id="5724" name="Google Shape;5724;p75"/>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5" name="Google Shape;5725;p75"/>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6" name="Google Shape;5726;p75"/>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7" name="Google Shape;5727;p75"/>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8" name="Google Shape;5728;p75"/>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9" name="Google Shape;5729;p75"/>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0" name="Google Shape;5730;p75"/>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1" name="Google Shape;5731;p75"/>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2" name="Google Shape;5732;p75"/>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3" name="Google Shape;5733;p75"/>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34" name="Google Shape;5734;p75"/>
          <p:cNvGrpSpPr/>
          <p:nvPr/>
        </p:nvGrpSpPr>
        <p:grpSpPr>
          <a:xfrm>
            <a:off x="5941424" y="2247740"/>
            <a:ext cx="1105452" cy="916747"/>
            <a:chOff x="5249100" y="1210600"/>
            <a:chExt cx="3502700" cy="2904775"/>
          </a:xfrm>
        </p:grpSpPr>
        <p:sp>
          <p:nvSpPr>
            <p:cNvPr id="5735" name="Google Shape;5735;p75"/>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6" name="Google Shape;5736;p75"/>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7" name="Google Shape;5737;p75"/>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8" name="Google Shape;5738;p75"/>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39" name="Google Shape;5739;p75"/>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5740" name="Google Shape;5740;p75"/>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5741" name="Google Shape;5741;p75"/>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5742" name="Google Shape;5742;p75"/>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5743" name="Google Shape;5743;p75"/>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44" name="Google Shape;5744;p75"/>
          <p:cNvGrpSpPr/>
          <p:nvPr/>
        </p:nvGrpSpPr>
        <p:grpSpPr>
          <a:xfrm>
            <a:off x="7123972" y="967158"/>
            <a:ext cx="1304650" cy="1124856"/>
            <a:chOff x="7287122" y="1165658"/>
            <a:chExt cx="1219413" cy="1051365"/>
          </a:xfrm>
        </p:grpSpPr>
        <p:grpSp>
          <p:nvGrpSpPr>
            <p:cNvPr id="5745" name="Google Shape;5745;p75"/>
            <p:cNvGrpSpPr/>
            <p:nvPr/>
          </p:nvGrpSpPr>
          <p:grpSpPr>
            <a:xfrm>
              <a:off x="7287122" y="1969723"/>
              <a:ext cx="1219413" cy="247300"/>
              <a:chOff x="7287122" y="1969723"/>
              <a:chExt cx="1219413" cy="247300"/>
            </a:xfrm>
          </p:grpSpPr>
          <p:sp>
            <p:nvSpPr>
              <p:cNvPr id="5746" name="Google Shape;5746;p75"/>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47" name="Google Shape;5747;p75"/>
              <p:cNvGrpSpPr/>
              <p:nvPr/>
            </p:nvGrpSpPr>
            <p:grpSpPr>
              <a:xfrm>
                <a:off x="7287122" y="2063892"/>
                <a:ext cx="1151753" cy="73428"/>
                <a:chOff x="7287122" y="2063892"/>
                <a:chExt cx="1151753" cy="73428"/>
              </a:xfrm>
            </p:grpSpPr>
            <p:sp>
              <p:nvSpPr>
                <p:cNvPr id="5748" name="Google Shape;5748;p75"/>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49" name="Google Shape;5749;p75"/>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5750" name="Google Shape;5750;p75"/>
            <p:cNvGrpSpPr/>
            <p:nvPr/>
          </p:nvGrpSpPr>
          <p:grpSpPr>
            <a:xfrm>
              <a:off x="7287122" y="1712201"/>
              <a:ext cx="1219403" cy="246767"/>
              <a:chOff x="7287122" y="1712201"/>
              <a:chExt cx="1219403" cy="246767"/>
            </a:xfrm>
          </p:grpSpPr>
          <p:sp>
            <p:nvSpPr>
              <p:cNvPr id="5751" name="Google Shape;5751;p75"/>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52" name="Google Shape;5752;p75"/>
              <p:cNvGrpSpPr/>
              <p:nvPr/>
            </p:nvGrpSpPr>
            <p:grpSpPr>
              <a:xfrm>
                <a:off x="7287122" y="1842861"/>
                <a:ext cx="1005303" cy="73419"/>
                <a:chOff x="7287122" y="1842861"/>
                <a:chExt cx="1005303" cy="73419"/>
              </a:xfrm>
            </p:grpSpPr>
            <p:sp>
              <p:nvSpPr>
                <p:cNvPr id="5753" name="Google Shape;5753;p75"/>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54" name="Google Shape;5754;p75"/>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5755" name="Google Shape;5755;p75"/>
            <p:cNvGrpSpPr/>
            <p:nvPr/>
          </p:nvGrpSpPr>
          <p:grpSpPr>
            <a:xfrm>
              <a:off x="7287122" y="1447520"/>
              <a:ext cx="1219403" cy="286667"/>
              <a:chOff x="7287122" y="1447520"/>
              <a:chExt cx="1219403" cy="286667"/>
            </a:xfrm>
          </p:grpSpPr>
          <p:sp>
            <p:nvSpPr>
              <p:cNvPr id="5756" name="Google Shape;5756;p75"/>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57" name="Google Shape;5757;p75"/>
              <p:cNvGrpSpPr/>
              <p:nvPr/>
            </p:nvGrpSpPr>
            <p:grpSpPr>
              <a:xfrm>
                <a:off x="7287122" y="1581977"/>
                <a:ext cx="852803" cy="73428"/>
                <a:chOff x="7287122" y="1581977"/>
                <a:chExt cx="852803" cy="73428"/>
              </a:xfrm>
            </p:grpSpPr>
            <p:sp>
              <p:nvSpPr>
                <p:cNvPr id="5758" name="Google Shape;5758;p75"/>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59" name="Google Shape;5759;p75"/>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5760" name="Google Shape;5760;p75"/>
            <p:cNvGrpSpPr/>
            <p:nvPr/>
          </p:nvGrpSpPr>
          <p:grpSpPr>
            <a:xfrm>
              <a:off x="7287122" y="1165658"/>
              <a:ext cx="1219403" cy="344253"/>
              <a:chOff x="7287122" y="1165658"/>
              <a:chExt cx="1219403" cy="344253"/>
            </a:xfrm>
          </p:grpSpPr>
          <p:sp>
            <p:nvSpPr>
              <p:cNvPr id="5761" name="Google Shape;5761;p75"/>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62" name="Google Shape;5762;p75"/>
              <p:cNvGrpSpPr/>
              <p:nvPr/>
            </p:nvGrpSpPr>
            <p:grpSpPr>
              <a:xfrm>
                <a:off x="7287122" y="1341025"/>
                <a:ext cx="695703" cy="73419"/>
                <a:chOff x="7287122" y="1341025"/>
                <a:chExt cx="695703" cy="73419"/>
              </a:xfrm>
            </p:grpSpPr>
            <p:sp>
              <p:nvSpPr>
                <p:cNvPr id="5763" name="Google Shape;5763;p75"/>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64" name="Google Shape;5764;p75"/>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5765" name="Google Shape;5765;p75"/>
          <p:cNvGrpSpPr/>
          <p:nvPr/>
        </p:nvGrpSpPr>
        <p:grpSpPr>
          <a:xfrm>
            <a:off x="5790464" y="973181"/>
            <a:ext cx="1397729" cy="1098540"/>
            <a:chOff x="5900602" y="1193063"/>
            <a:chExt cx="1299851" cy="1021707"/>
          </a:xfrm>
        </p:grpSpPr>
        <p:grpSp>
          <p:nvGrpSpPr>
            <p:cNvPr id="5766" name="Google Shape;5766;p75"/>
            <p:cNvGrpSpPr/>
            <p:nvPr/>
          </p:nvGrpSpPr>
          <p:grpSpPr>
            <a:xfrm>
              <a:off x="6520337" y="1193063"/>
              <a:ext cx="341815" cy="799959"/>
              <a:chOff x="6520337" y="1193063"/>
              <a:chExt cx="341815" cy="799959"/>
            </a:xfrm>
          </p:grpSpPr>
          <p:grpSp>
            <p:nvGrpSpPr>
              <p:cNvPr id="5767" name="Google Shape;5767;p75"/>
              <p:cNvGrpSpPr/>
              <p:nvPr/>
            </p:nvGrpSpPr>
            <p:grpSpPr>
              <a:xfrm>
                <a:off x="6520337" y="1589527"/>
                <a:ext cx="213950" cy="403494"/>
                <a:chOff x="6520337" y="1589527"/>
                <a:chExt cx="213950" cy="403494"/>
              </a:xfrm>
            </p:grpSpPr>
            <p:sp>
              <p:nvSpPr>
                <p:cNvPr id="5768" name="Google Shape;5768;p75"/>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9" name="Google Shape;5769;p75"/>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70" name="Google Shape;5770;p75"/>
              <p:cNvGrpSpPr/>
              <p:nvPr/>
            </p:nvGrpSpPr>
            <p:grpSpPr>
              <a:xfrm>
                <a:off x="6577204" y="1193063"/>
                <a:ext cx="284947" cy="464512"/>
                <a:chOff x="6577204" y="1193063"/>
                <a:chExt cx="284947" cy="464512"/>
              </a:xfrm>
            </p:grpSpPr>
            <p:sp>
              <p:nvSpPr>
                <p:cNvPr id="5771" name="Google Shape;5771;p75"/>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72" name="Google Shape;5772;p75"/>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5773" name="Google Shape;5773;p75"/>
            <p:cNvGrpSpPr/>
            <p:nvPr/>
          </p:nvGrpSpPr>
          <p:grpSpPr>
            <a:xfrm>
              <a:off x="6238903" y="1193063"/>
              <a:ext cx="300475" cy="900152"/>
              <a:chOff x="6238903" y="1193063"/>
              <a:chExt cx="300475" cy="900152"/>
            </a:xfrm>
          </p:grpSpPr>
          <p:grpSp>
            <p:nvGrpSpPr>
              <p:cNvPr id="5774" name="Google Shape;5774;p75"/>
              <p:cNvGrpSpPr/>
              <p:nvPr/>
            </p:nvGrpSpPr>
            <p:grpSpPr>
              <a:xfrm>
                <a:off x="6290865" y="1489315"/>
                <a:ext cx="248514" cy="603900"/>
                <a:chOff x="6290865" y="1489315"/>
                <a:chExt cx="248514" cy="603900"/>
              </a:xfrm>
            </p:grpSpPr>
            <p:sp>
              <p:nvSpPr>
                <p:cNvPr id="5775" name="Google Shape;5775;p75"/>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6" name="Google Shape;5776;p75"/>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77" name="Google Shape;5777;p75"/>
              <p:cNvGrpSpPr/>
              <p:nvPr/>
            </p:nvGrpSpPr>
            <p:grpSpPr>
              <a:xfrm>
                <a:off x="6238903" y="1193063"/>
                <a:ext cx="284947" cy="333087"/>
                <a:chOff x="6238903" y="1193063"/>
                <a:chExt cx="284947" cy="333087"/>
              </a:xfrm>
            </p:grpSpPr>
            <p:sp>
              <p:nvSpPr>
                <p:cNvPr id="5778" name="Google Shape;5778;p75"/>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79" name="Google Shape;5779;p75"/>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5780" name="Google Shape;5780;p75"/>
            <p:cNvGrpSpPr/>
            <p:nvPr/>
          </p:nvGrpSpPr>
          <p:grpSpPr>
            <a:xfrm>
              <a:off x="5900602" y="1193063"/>
              <a:ext cx="444345" cy="1021707"/>
              <a:chOff x="5900602" y="1193063"/>
              <a:chExt cx="444345" cy="1021707"/>
            </a:xfrm>
          </p:grpSpPr>
          <p:grpSp>
            <p:nvGrpSpPr>
              <p:cNvPr id="5781" name="Google Shape;5781;p75"/>
              <p:cNvGrpSpPr/>
              <p:nvPr/>
            </p:nvGrpSpPr>
            <p:grpSpPr>
              <a:xfrm>
                <a:off x="6046501" y="1367785"/>
                <a:ext cx="298446" cy="846986"/>
                <a:chOff x="6046501" y="1367785"/>
                <a:chExt cx="298446" cy="846986"/>
              </a:xfrm>
            </p:grpSpPr>
            <p:sp>
              <p:nvSpPr>
                <p:cNvPr id="5782" name="Google Shape;5782;p75"/>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3" name="Google Shape;5783;p75"/>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84" name="Google Shape;5784;p75"/>
              <p:cNvGrpSpPr/>
              <p:nvPr/>
            </p:nvGrpSpPr>
            <p:grpSpPr>
              <a:xfrm>
                <a:off x="5900602" y="1193063"/>
                <a:ext cx="284947" cy="182312"/>
                <a:chOff x="5900602" y="1193063"/>
                <a:chExt cx="284947" cy="182312"/>
              </a:xfrm>
            </p:grpSpPr>
            <p:sp>
              <p:nvSpPr>
                <p:cNvPr id="5785" name="Google Shape;5785;p75"/>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86" name="Google Shape;5786;p75"/>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5787" name="Google Shape;5787;p75"/>
            <p:cNvGrpSpPr/>
            <p:nvPr/>
          </p:nvGrpSpPr>
          <p:grpSpPr>
            <a:xfrm>
              <a:off x="6738300" y="1193063"/>
              <a:ext cx="462153" cy="707634"/>
              <a:chOff x="6738300" y="1193063"/>
              <a:chExt cx="462153" cy="707634"/>
            </a:xfrm>
          </p:grpSpPr>
          <p:grpSp>
            <p:nvGrpSpPr>
              <p:cNvPr id="5788" name="Google Shape;5788;p75"/>
              <p:cNvGrpSpPr/>
              <p:nvPr/>
            </p:nvGrpSpPr>
            <p:grpSpPr>
              <a:xfrm>
                <a:off x="6915505" y="1193063"/>
                <a:ext cx="284947" cy="597387"/>
                <a:chOff x="6915505" y="1193063"/>
                <a:chExt cx="284947" cy="597387"/>
              </a:xfrm>
            </p:grpSpPr>
            <p:sp>
              <p:nvSpPr>
                <p:cNvPr id="5789" name="Google Shape;5789;p75"/>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90" name="Google Shape;5790;p75"/>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5791" name="Google Shape;5791;p75"/>
              <p:cNvGrpSpPr/>
              <p:nvPr/>
            </p:nvGrpSpPr>
            <p:grpSpPr>
              <a:xfrm>
                <a:off x="6738300" y="1684725"/>
                <a:ext cx="230066" cy="215971"/>
                <a:chOff x="6738300" y="1684725"/>
                <a:chExt cx="230066" cy="215971"/>
              </a:xfrm>
            </p:grpSpPr>
            <p:sp>
              <p:nvSpPr>
                <p:cNvPr id="5792" name="Google Shape;5792;p75"/>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3" name="Google Shape;5793;p75"/>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797"/>
        <p:cNvGrpSpPr/>
        <p:nvPr/>
      </p:nvGrpSpPr>
      <p:grpSpPr>
        <a:xfrm>
          <a:off x="0" y="0"/>
          <a:ext cx="0" cy="0"/>
          <a:chOff x="0" y="0"/>
          <a:chExt cx="0" cy="0"/>
        </a:xfrm>
      </p:grpSpPr>
      <p:grpSp>
        <p:nvGrpSpPr>
          <p:cNvPr id="5798" name="Google Shape;5798;p76"/>
          <p:cNvGrpSpPr/>
          <p:nvPr/>
        </p:nvGrpSpPr>
        <p:grpSpPr>
          <a:xfrm>
            <a:off x="821785" y="2307635"/>
            <a:ext cx="339235" cy="298186"/>
            <a:chOff x="898875" y="244725"/>
            <a:chExt cx="481800" cy="423500"/>
          </a:xfrm>
        </p:grpSpPr>
        <p:sp>
          <p:nvSpPr>
            <p:cNvPr id="5799" name="Google Shape;5799;p76"/>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0" name="Google Shape;5800;p76"/>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1" name="Google Shape;5801;p76"/>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2" name="Google Shape;5802;p76"/>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3" name="Google Shape;5803;p76"/>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4" name="Google Shape;5804;p76"/>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05" name="Google Shape;5805;p76"/>
          <p:cNvGrpSpPr/>
          <p:nvPr/>
        </p:nvGrpSpPr>
        <p:grpSpPr>
          <a:xfrm>
            <a:off x="1260167" y="2287103"/>
            <a:ext cx="298169" cy="339253"/>
            <a:chOff x="1529350" y="258825"/>
            <a:chExt cx="423475" cy="481825"/>
          </a:xfrm>
        </p:grpSpPr>
        <p:sp>
          <p:nvSpPr>
            <p:cNvPr id="5806" name="Google Shape;5806;p76"/>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7" name="Google Shape;5807;p76"/>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08" name="Google Shape;5808;p76"/>
          <p:cNvGrpSpPr/>
          <p:nvPr/>
        </p:nvGrpSpPr>
        <p:grpSpPr>
          <a:xfrm>
            <a:off x="2102437" y="2287102"/>
            <a:ext cx="298169" cy="339253"/>
            <a:chOff x="2707500" y="249400"/>
            <a:chExt cx="423475" cy="481825"/>
          </a:xfrm>
        </p:grpSpPr>
        <p:sp>
          <p:nvSpPr>
            <p:cNvPr id="5809" name="Google Shape;5809;p76"/>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0" name="Google Shape;5810;p76"/>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11" name="Google Shape;5811;p76"/>
          <p:cNvGrpSpPr/>
          <p:nvPr/>
        </p:nvGrpSpPr>
        <p:grpSpPr>
          <a:xfrm>
            <a:off x="2516052" y="2287428"/>
            <a:ext cx="305386" cy="338602"/>
            <a:chOff x="3300325" y="249875"/>
            <a:chExt cx="433725" cy="480900"/>
          </a:xfrm>
        </p:grpSpPr>
        <p:sp>
          <p:nvSpPr>
            <p:cNvPr id="5812" name="Google Shape;5812;p76"/>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3" name="Google Shape;5813;p76"/>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4" name="Google Shape;5814;p76"/>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5" name="Google Shape;5815;p76"/>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6" name="Google Shape;5816;p76"/>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7" name="Google Shape;5817;p76"/>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18" name="Google Shape;5818;p76"/>
          <p:cNvGrpSpPr/>
          <p:nvPr/>
        </p:nvGrpSpPr>
        <p:grpSpPr>
          <a:xfrm>
            <a:off x="1653142" y="2367273"/>
            <a:ext cx="340890" cy="178912"/>
            <a:chOff x="2084325" y="363300"/>
            <a:chExt cx="484150" cy="254100"/>
          </a:xfrm>
        </p:grpSpPr>
        <p:sp>
          <p:nvSpPr>
            <p:cNvPr id="5819" name="Google Shape;5819;p76"/>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0" name="Google Shape;5820;p76"/>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21" name="Google Shape;5821;p76"/>
          <p:cNvGrpSpPr/>
          <p:nvPr/>
        </p:nvGrpSpPr>
        <p:grpSpPr>
          <a:xfrm>
            <a:off x="2905137" y="2287349"/>
            <a:ext cx="352349" cy="338760"/>
            <a:chOff x="3854700" y="249750"/>
            <a:chExt cx="500425" cy="481125"/>
          </a:xfrm>
        </p:grpSpPr>
        <p:sp>
          <p:nvSpPr>
            <p:cNvPr id="5822" name="Google Shape;5822;p76"/>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3" name="Google Shape;5823;p76"/>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4" name="Google Shape;5824;p76"/>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5" name="Google Shape;5825;p76"/>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6" name="Google Shape;5826;p76"/>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7" name="Google Shape;5827;p76"/>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8" name="Google Shape;5828;p76"/>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9" name="Google Shape;5829;p76"/>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0" name="Google Shape;5830;p76"/>
          <p:cNvGrpSpPr/>
          <p:nvPr/>
        </p:nvGrpSpPr>
        <p:grpSpPr>
          <a:xfrm>
            <a:off x="3323126" y="2287349"/>
            <a:ext cx="352349" cy="338760"/>
            <a:chOff x="4447550" y="249750"/>
            <a:chExt cx="500425" cy="481125"/>
          </a:xfrm>
        </p:grpSpPr>
        <p:sp>
          <p:nvSpPr>
            <p:cNvPr id="5831" name="Google Shape;5831;p76"/>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32" name="Google Shape;5832;p76"/>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3" name="Google Shape;5833;p76"/>
          <p:cNvGrpSpPr/>
          <p:nvPr/>
        </p:nvGrpSpPr>
        <p:grpSpPr>
          <a:xfrm>
            <a:off x="3752328" y="2287102"/>
            <a:ext cx="339253" cy="339253"/>
            <a:chOff x="5049725" y="249400"/>
            <a:chExt cx="481825" cy="481825"/>
          </a:xfrm>
        </p:grpSpPr>
        <p:sp>
          <p:nvSpPr>
            <p:cNvPr id="5834" name="Google Shape;5834;p76"/>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35" name="Google Shape;5835;p76"/>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6" name="Google Shape;5836;p76"/>
          <p:cNvGrpSpPr/>
          <p:nvPr/>
        </p:nvGrpSpPr>
        <p:grpSpPr>
          <a:xfrm>
            <a:off x="4166269" y="2287102"/>
            <a:ext cx="339253" cy="339253"/>
            <a:chOff x="5660400" y="238125"/>
            <a:chExt cx="481825" cy="481825"/>
          </a:xfrm>
        </p:grpSpPr>
        <p:sp>
          <p:nvSpPr>
            <p:cNvPr id="5837" name="Google Shape;5837;p76"/>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38" name="Google Shape;5838;p76"/>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9" name="Google Shape;5839;p76"/>
          <p:cNvGrpSpPr/>
          <p:nvPr/>
        </p:nvGrpSpPr>
        <p:grpSpPr>
          <a:xfrm>
            <a:off x="4582955" y="2287102"/>
            <a:ext cx="339253" cy="339253"/>
            <a:chOff x="6235400" y="249400"/>
            <a:chExt cx="481825" cy="481825"/>
          </a:xfrm>
        </p:grpSpPr>
        <p:sp>
          <p:nvSpPr>
            <p:cNvPr id="5840" name="Google Shape;5840;p76"/>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1" name="Google Shape;5841;p76"/>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2" name="Google Shape;5842;p76"/>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3" name="Google Shape;5843;p76"/>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4" name="Google Shape;5844;p76"/>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45" name="Google Shape;5845;p76"/>
          <p:cNvGrpSpPr/>
          <p:nvPr/>
        </p:nvGrpSpPr>
        <p:grpSpPr>
          <a:xfrm>
            <a:off x="821301" y="2731810"/>
            <a:ext cx="340204" cy="298116"/>
            <a:chOff x="899850" y="871450"/>
            <a:chExt cx="483175" cy="423400"/>
          </a:xfrm>
        </p:grpSpPr>
        <p:sp>
          <p:nvSpPr>
            <p:cNvPr id="5846" name="Google Shape;5846;p76"/>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7" name="Google Shape;5847;p76"/>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8" name="Google Shape;5848;p76"/>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9" name="Google Shape;5849;p76"/>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850" name="Google Shape;5850;p76"/>
          <p:cNvSpPr/>
          <p:nvPr/>
        </p:nvSpPr>
        <p:spPr>
          <a:xfrm>
            <a:off x="1258100"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851" name="Google Shape;5851;p76"/>
          <p:cNvGrpSpPr/>
          <p:nvPr/>
        </p:nvGrpSpPr>
        <p:grpSpPr>
          <a:xfrm>
            <a:off x="1653301" y="2711232"/>
            <a:ext cx="340573" cy="339271"/>
            <a:chOff x="2085450" y="842250"/>
            <a:chExt cx="483700" cy="481850"/>
          </a:xfrm>
        </p:grpSpPr>
        <p:sp>
          <p:nvSpPr>
            <p:cNvPr id="5852" name="Google Shape;5852;p76"/>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53" name="Google Shape;5853;p76"/>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54" name="Google Shape;5854;p76"/>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55" name="Google Shape;5855;p76"/>
          <p:cNvGrpSpPr/>
          <p:nvPr/>
        </p:nvGrpSpPr>
        <p:grpSpPr>
          <a:xfrm>
            <a:off x="2081868" y="2711241"/>
            <a:ext cx="339306" cy="339253"/>
            <a:chOff x="2685825" y="840375"/>
            <a:chExt cx="481900" cy="481825"/>
          </a:xfrm>
        </p:grpSpPr>
        <p:sp>
          <p:nvSpPr>
            <p:cNvPr id="5856" name="Google Shape;5856;p76"/>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57" name="Google Shape;5857;p76"/>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58" name="Google Shape;5858;p76"/>
          <p:cNvGrpSpPr/>
          <p:nvPr/>
        </p:nvGrpSpPr>
        <p:grpSpPr>
          <a:xfrm>
            <a:off x="2493529" y="2710924"/>
            <a:ext cx="350431" cy="339887"/>
            <a:chOff x="3270675" y="841800"/>
            <a:chExt cx="497700" cy="482725"/>
          </a:xfrm>
        </p:grpSpPr>
        <p:sp>
          <p:nvSpPr>
            <p:cNvPr id="5859" name="Google Shape;5859;p76"/>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0" name="Google Shape;5860;p76"/>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1" name="Google Shape;5861;p76"/>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862" name="Google Shape;5862;p76"/>
          <p:cNvSpPr/>
          <p:nvPr/>
        </p:nvSpPr>
        <p:spPr>
          <a:xfrm>
            <a:off x="2911555"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863" name="Google Shape;5863;p76"/>
          <p:cNvGrpSpPr/>
          <p:nvPr/>
        </p:nvGrpSpPr>
        <p:grpSpPr>
          <a:xfrm>
            <a:off x="3329675" y="2731783"/>
            <a:ext cx="339253" cy="298169"/>
            <a:chOff x="4467200" y="877100"/>
            <a:chExt cx="481825" cy="423475"/>
          </a:xfrm>
        </p:grpSpPr>
        <p:sp>
          <p:nvSpPr>
            <p:cNvPr id="5864" name="Google Shape;5864;p76"/>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5" name="Google Shape;5865;p76"/>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6" name="Google Shape;5866;p76"/>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7" name="Google Shape;5867;p76"/>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68" name="Google Shape;5868;p76"/>
          <p:cNvGrpSpPr/>
          <p:nvPr/>
        </p:nvGrpSpPr>
        <p:grpSpPr>
          <a:xfrm>
            <a:off x="3744565" y="2711232"/>
            <a:ext cx="354778" cy="339271"/>
            <a:chOff x="5045500" y="842250"/>
            <a:chExt cx="503875" cy="481850"/>
          </a:xfrm>
        </p:grpSpPr>
        <p:sp>
          <p:nvSpPr>
            <p:cNvPr id="5869" name="Google Shape;5869;p76"/>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0" name="Google Shape;5870;p76"/>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71" name="Google Shape;5871;p76"/>
          <p:cNvGrpSpPr/>
          <p:nvPr/>
        </p:nvGrpSpPr>
        <p:grpSpPr>
          <a:xfrm>
            <a:off x="4167413" y="2737451"/>
            <a:ext cx="336965" cy="286833"/>
            <a:chOff x="5645200" y="879425"/>
            <a:chExt cx="478575" cy="407375"/>
          </a:xfrm>
        </p:grpSpPr>
        <p:sp>
          <p:nvSpPr>
            <p:cNvPr id="5872" name="Google Shape;5872;p76"/>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3" name="Google Shape;5873;p76"/>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4" name="Google Shape;5874;p76"/>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5" name="Google Shape;5875;p76"/>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6" name="Google Shape;5876;p76"/>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7" name="Google Shape;5877;p76"/>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78" name="Google Shape;5878;p76"/>
          <p:cNvGrpSpPr/>
          <p:nvPr/>
        </p:nvGrpSpPr>
        <p:grpSpPr>
          <a:xfrm>
            <a:off x="4603488" y="2711241"/>
            <a:ext cx="298186" cy="339253"/>
            <a:chOff x="6264525" y="842250"/>
            <a:chExt cx="423500" cy="481825"/>
          </a:xfrm>
        </p:grpSpPr>
        <p:sp>
          <p:nvSpPr>
            <p:cNvPr id="5879" name="Google Shape;5879;p76"/>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0" name="Google Shape;5880;p76"/>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1" name="Google Shape;5881;p76"/>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2" name="Google Shape;5882;p76"/>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3" name="Google Shape;5883;p76"/>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4" name="Google Shape;5884;p76"/>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5" name="Google Shape;5885;p76"/>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86" name="Google Shape;5886;p76"/>
          <p:cNvGrpSpPr/>
          <p:nvPr/>
        </p:nvGrpSpPr>
        <p:grpSpPr>
          <a:xfrm>
            <a:off x="821776" y="3125895"/>
            <a:ext cx="339253" cy="339253"/>
            <a:chOff x="900750" y="1436075"/>
            <a:chExt cx="481825" cy="481825"/>
          </a:xfrm>
        </p:grpSpPr>
        <p:sp>
          <p:nvSpPr>
            <p:cNvPr id="5887" name="Google Shape;5887;p76"/>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8" name="Google Shape;5888;p76"/>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9" name="Google Shape;5889;p76"/>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0" name="Google Shape;5890;p76"/>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91" name="Google Shape;5891;p76"/>
          <p:cNvGrpSpPr/>
          <p:nvPr/>
        </p:nvGrpSpPr>
        <p:grpSpPr>
          <a:xfrm>
            <a:off x="1239624" y="3186183"/>
            <a:ext cx="339253" cy="218676"/>
            <a:chOff x="1492675" y="1520750"/>
            <a:chExt cx="481825" cy="310575"/>
          </a:xfrm>
        </p:grpSpPr>
        <p:sp>
          <p:nvSpPr>
            <p:cNvPr id="5892" name="Google Shape;5892;p76"/>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3" name="Google Shape;5893;p76"/>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94" name="Google Shape;5894;p76"/>
          <p:cNvGrpSpPr/>
          <p:nvPr/>
        </p:nvGrpSpPr>
        <p:grpSpPr>
          <a:xfrm>
            <a:off x="1647421" y="3125877"/>
            <a:ext cx="352332" cy="339288"/>
            <a:chOff x="2071000" y="1435025"/>
            <a:chExt cx="500400" cy="481875"/>
          </a:xfrm>
        </p:grpSpPr>
        <p:sp>
          <p:nvSpPr>
            <p:cNvPr id="5895" name="Google Shape;5895;p76"/>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6" name="Google Shape;5896;p76"/>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7" name="Google Shape;5897;p76"/>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98" name="Google Shape;5898;p76"/>
          <p:cNvGrpSpPr/>
          <p:nvPr/>
        </p:nvGrpSpPr>
        <p:grpSpPr>
          <a:xfrm>
            <a:off x="2075584" y="3146709"/>
            <a:ext cx="351874" cy="297623"/>
            <a:chOff x="2678350" y="1464650"/>
            <a:chExt cx="499750" cy="422700"/>
          </a:xfrm>
        </p:grpSpPr>
        <p:sp>
          <p:nvSpPr>
            <p:cNvPr id="5899" name="Google Shape;5899;p76"/>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0" name="Google Shape;5900;p76"/>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1" name="Google Shape;5901;p76"/>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02" name="Google Shape;5902;p76"/>
          <p:cNvGrpSpPr/>
          <p:nvPr/>
        </p:nvGrpSpPr>
        <p:grpSpPr>
          <a:xfrm>
            <a:off x="2499118" y="3125895"/>
            <a:ext cx="339253" cy="339253"/>
            <a:chOff x="3271200" y="1435075"/>
            <a:chExt cx="481825" cy="481825"/>
          </a:xfrm>
        </p:grpSpPr>
        <p:sp>
          <p:nvSpPr>
            <p:cNvPr id="5903" name="Google Shape;5903;p76"/>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4" name="Google Shape;5904;p76"/>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05" name="Google Shape;5905;p76"/>
          <p:cNvGrpSpPr/>
          <p:nvPr/>
        </p:nvGrpSpPr>
        <p:grpSpPr>
          <a:xfrm>
            <a:off x="2909591" y="3125877"/>
            <a:ext cx="343442" cy="339288"/>
            <a:chOff x="3858100" y="1435075"/>
            <a:chExt cx="487775" cy="481875"/>
          </a:xfrm>
        </p:grpSpPr>
        <p:sp>
          <p:nvSpPr>
            <p:cNvPr id="5906" name="Google Shape;5906;p76"/>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7" name="Google Shape;5907;p76"/>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8" name="Google Shape;5908;p76"/>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9" name="Google Shape;5909;p76"/>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0" name="Google Shape;5910;p76"/>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11" name="Google Shape;5911;p76"/>
          <p:cNvGrpSpPr/>
          <p:nvPr/>
        </p:nvGrpSpPr>
        <p:grpSpPr>
          <a:xfrm>
            <a:off x="3329674" y="3125895"/>
            <a:ext cx="339253" cy="339253"/>
            <a:chOff x="4456875" y="1435075"/>
            <a:chExt cx="481825" cy="481825"/>
          </a:xfrm>
        </p:grpSpPr>
        <p:sp>
          <p:nvSpPr>
            <p:cNvPr id="5912" name="Google Shape;5912;p76"/>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3" name="Google Shape;5913;p76"/>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4" name="Google Shape;5914;p76"/>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5" name="Google Shape;5915;p76"/>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6" name="Google Shape;5916;p76"/>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7" name="Google Shape;5917;p76"/>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8" name="Google Shape;5918;p76"/>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9" name="Google Shape;5919;p76"/>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0" name="Google Shape;5920;p76"/>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1" name="Google Shape;5921;p76"/>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2" name="Google Shape;5922;p76"/>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3" name="Google Shape;5923;p76"/>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4" name="Google Shape;5924;p76"/>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5" name="Google Shape;5925;p76"/>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6" name="Google Shape;5926;p76"/>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7" name="Google Shape;5927;p76"/>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8" name="Google Shape;5928;p76"/>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9" name="Google Shape;5929;p76"/>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0" name="Google Shape;5930;p76"/>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31" name="Google Shape;5931;p76"/>
          <p:cNvGrpSpPr/>
          <p:nvPr/>
        </p:nvGrpSpPr>
        <p:grpSpPr>
          <a:xfrm>
            <a:off x="3750665" y="3125886"/>
            <a:ext cx="342580" cy="339271"/>
            <a:chOff x="5049725" y="1435050"/>
            <a:chExt cx="486550" cy="481850"/>
          </a:xfrm>
        </p:grpSpPr>
        <p:sp>
          <p:nvSpPr>
            <p:cNvPr id="5932" name="Google Shape;5932;p76"/>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3" name="Google Shape;5933;p76"/>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4" name="Google Shape;5934;p76"/>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5" name="Google Shape;5935;p76"/>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36" name="Google Shape;5936;p76"/>
          <p:cNvGrpSpPr/>
          <p:nvPr/>
        </p:nvGrpSpPr>
        <p:grpSpPr>
          <a:xfrm>
            <a:off x="4166216" y="3125895"/>
            <a:ext cx="339359" cy="339253"/>
            <a:chOff x="5642475" y="1435075"/>
            <a:chExt cx="481975" cy="481825"/>
          </a:xfrm>
        </p:grpSpPr>
        <p:sp>
          <p:nvSpPr>
            <p:cNvPr id="5937" name="Google Shape;5937;p76"/>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8" name="Google Shape;5938;p76"/>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9" name="Google Shape;5939;p76"/>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40" name="Google Shape;5940;p76"/>
          <p:cNvGrpSpPr/>
          <p:nvPr/>
        </p:nvGrpSpPr>
        <p:grpSpPr>
          <a:xfrm>
            <a:off x="4580702" y="3125886"/>
            <a:ext cx="343759" cy="339271"/>
            <a:chOff x="6232000" y="1435050"/>
            <a:chExt cx="488225" cy="481850"/>
          </a:xfrm>
        </p:grpSpPr>
        <p:sp>
          <p:nvSpPr>
            <p:cNvPr id="5941" name="Google Shape;5941;p76"/>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2" name="Google Shape;5942;p76"/>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3" name="Google Shape;5943;p76"/>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4" name="Google Shape;5944;p76"/>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5" name="Google Shape;5945;p76"/>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46" name="Google Shape;5946;p76"/>
          <p:cNvGrpSpPr/>
          <p:nvPr/>
        </p:nvGrpSpPr>
        <p:grpSpPr>
          <a:xfrm>
            <a:off x="841438" y="3539545"/>
            <a:ext cx="299929" cy="337792"/>
            <a:chOff x="924450" y="2028975"/>
            <a:chExt cx="425975" cy="479750"/>
          </a:xfrm>
        </p:grpSpPr>
        <p:sp>
          <p:nvSpPr>
            <p:cNvPr id="5947" name="Google Shape;5947;p76"/>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8" name="Google Shape;5948;p76"/>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9" name="Google Shape;5949;p76"/>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50" name="Google Shape;5950;p76"/>
          <p:cNvGrpSpPr/>
          <p:nvPr/>
        </p:nvGrpSpPr>
        <p:grpSpPr>
          <a:xfrm>
            <a:off x="1653934" y="3559347"/>
            <a:ext cx="339306" cy="298186"/>
            <a:chOff x="2085450" y="2057100"/>
            <a:chExt cx="481900" cy="423500"/>
          </a:xfrm>
        </p:grpSpPr>
        <p:sp>
          <p:nvSpPr>
            <p:cNvPr id="5951" name="Google Shape;5951;p76"/>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2" name="Google Shape;5952;p76"/>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3" name="Google Shape;5953;p76"/>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54" name="Google Shape;5954;p76"/>
          <p:cNvGrpSpPr/>
          <p:nvPr/>
        </p:nvGrpSpPr>
        <p:grpSpPr>
          <a:xfrm>
            <a:off x="2081868" y="3582592"/>
            <a:ext cx="339306" cy="251698"/>
            <a:chOff x="2678275" y="2090100"/>
            <a:chExt cx="481900" cy="357475"/>
          </a:xfrm>
        </p:grpSpPr>
        <p:sp>
          <p:nvSpPr>
            <p:cNvPr id="5955" name="Google Shape;5955;p76"/>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6" name="Google Shape;5956;p76"/>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7" name="Google Shape;5957;p76"/>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8" name="Google Shape;5958;p76"/>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9" name="Google Shape;5959;p76"/>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60" name="Google Shape;5960;p76"/>
          <p:cNvGrpSpPr/>
          <p:nvPr/>
        </p:nvGrpSpPr>
        <p:grpSpPr>
          <a:xfrm>
            <a:off x="2559072" y="3594790"/>
            <a:ext cx="219345" cy="227301"/>
            <a:chOff x="3357325" y="2093500"/>
            <a:chExt cx="311525" cy="322825"/>
          </a:xfrm>
        </p:grpSpPr>
        <p:sp>
          <p:nvSpPr>
            <p:cNvPr id="5961" name="Google Shape;5961;p76"/>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62" name="Google Shape;5962;p76"/>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63" name="Google Shape;5963;p76"/>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964" name="Google Shape;5964;p76"/>
          <p:cNvSpPr/>
          <p:nvPr/>
        </p:nvSpPr>
        <p:spPr>
          <a:xfrm>
            <a:off x="2914345"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965" name="Google Shape;5965;p76"/>
          <p:cNvGrpSpPr/>
          <p:nvPr/>
        </p:nvGrpSpPr>
        <p:grpSpPr>
          <a:xfrm>
            <a:off x="3353262" y="3538814"/>
            <a:ext cx="292078" cy="339253"/>
            <a:chOff x="4492800" y="2027925"/>
            <a:chExt cx="414825" cy="481825"/>
          </a:xfrm>
        </p:grpSpPr>
        <p:sp>
          <p:nvSpPr>
            <p:cNvPr id="5966" name="Google Shape;5966;p76"/>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67" name="Google Shape;5967;p76"/>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68" name="Google Shape;5968;p76"/>
          <p:cNvGrpSpPr/>
          <p:nvPr/>
        </p:nvGrpSpPr>
        <p:grpSpPr>
          <a:xfrm>
            <a:off x="3752354" y="3538805"/>
            <a:ext cx="339200" cy="339271"/>
            <a:chOff x="5049725" y="2027900"/>
            <a:chExt cx="481750" cy="481850"/>
          </a:xfrm>
        </p:grpSpPr>
        <p:sp>
          <p:nvSpPr>
            <p:cNvPr id="5969" name="Google Shape;5969;p76"/>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0" name="Google Shape;5970;p76"/>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1" name="Google Shape;5971;p76"/>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2" name="Google Shape;5972;p76"/>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3" name="Google Shape;5973;p76"/>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4" name="Google Shape;5974;p76"/>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5" name="Google Shape;5975;p76"/>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6" name="Google Shape;5976;p76"/>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77" name="Google Shape;5977;p76"/>
          <p:cNvGrpSpPr/>
          <p:nvPr/>
        </p:nvGrpSpPr>
        <p:grpSpPr>
          <a:xfrm>
            <a:off x="4225950" y="3538893"/>
            <a:ext cx="219890" cy="339095"/>
            <a:chOff x="5726350" y="2028150"/>
            <a:chExt cx="312300" cy="481600"/>
          </a:xfrm>
        </p:grpSpPr>
        <p:sp>
          <p:nvSpPr>
            <p:cNvPr id="5978" name="Google Shape;5978;p76"/>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9" name="Google Shape;5979;p76"/>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0" name="Google Shape;5980;p76"/>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81" name="Google Shape;5981;p76"/>
          <p:cNvGrpSpPr/>
          <p:nvPr/>
        </p:nvGrpSpPr>
        <p:grpSpPr>
          <a:xfrm>
            <a:off x="4586141" y="3542000"/>
            <a:ext cx="332881" cy="332881"/>
            <a:chOff x="6239925" y="2032450"/>
            <a:chExt cx="472775" cy="472775"/>
          </a:xfrm>
        </p:grpSpPr>
        <p:sp>
          <p:nvSpPr>
            <p:cNvPr id="5982" name="Google Shape;5982;p76"/>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3" name="Google Shape;5983;p76"/>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84" name="Google Shape;5984;p76"/>
          <p:cNvGrpSpPr/>
          <p:nvPr/>
        </p:nvGrpSpPr>
        <p:grpSpPr>
          <a:xfrm>
            <a:off x="5035233" y="2364092"/>
            <a:ext cx="334641" cy="185425"/>
            <a:chOff x="903075" y="2730000"/>
            <a:chExt cx="475275" cy="263350"/>
          </a:xfrm>
        </p:grpSpPr>
        <p:sp>
          <p:nvSpPr>
            <p:cNvPr id="5985" name="Google Shape;5985;p76"/>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6" name="Google Shape;5986;p76"/>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7" name="Google Shape;5987;p76"/>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88" name="Google Shape;5988;p76"/>
          <p:cNvGrpSpPr/>
          <p:nvPr/>
        </p:nvGrpSpPr>
        <p:grpSpPr>
          <a:xfrm>
            <a:off x="1239624" y="3538814"/>
            <a:ext cx="339253" cy="339253"/>
            <a:chOff x="1492675" y="2027925"/>
            <a:chExt cx="481825" cy="481825"/>
          </a:xfrm>
        </p:grpSpPr>
        <p:sp>
          <p:nvSpPr>
            <p:cNvPr id="5989" name="Google Shape;5989;p76"/>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0" name="Google Shape;5990;p76"/>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1" name="Google Shape;5991;p76"/>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2" name="Google Shape;5992;p76"/>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3" name="Google Shape;5993;p76"/>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94" name="Google Shape;5994;p76"/>
          <p:cNvGrpSpPr/>
          <p:nvPr/>
        </p:nvGrpSpPr>
        <p:grpSpPr>
          <a:xfrm>
            <a:off x="5466000" y="2287178"/>
            <a:ext cx="339253" cy="339253"/>
            <a:chOff x="1492675" y="2620775"/>
            <a:chExt cx="481825" cy="481825"/>
          </a:xfrm>
        </p:grpSpPr>
        <p:sp>
          <p:nvSpPr>
            <p:cNvPr id="5995" name="Google Shape;5995;p76"/>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6" name="Google Shape;5996;p76"/>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997" name="Google Shape;5997;p76"/>
          <p:cNvSpPr/>
          <p:nvPr/>
        </p:nvSpPr>
        <p:spPr>
          <a:xfrm>
            <a:off x="5865948"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998" name="Google Shape;5998;p76"/>
          <p:cNvGrpSpPr/>
          <p:nvPr/>
        </p:nvGrpSpPr>
        <p:grpSpPr>
          <a:xfrm>
            <a:off x="6289754" y="2303161"/>
            <a:ext cx="333585" cy="307287"/>
            <a:chOff x="2682350" y="2643425"/>
            <a:chExt cx="473775" cy="436425"/>
          </a:xfrm>
        </p:grpSpPr>
        <p:sp>
          <p:nvSpPr>
            <p:cNvPr id="5999" name="Google Shape;5999;p76"/>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0" name="Google Shape;6000;p76"/>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1" name="Google Shape;6001;p76"/>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2" name="Google Shape;6002;p76"/>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3" name="Google Shape;6003;p76"/>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4" name="Google Shape;6004;p76"/>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5" name="Google Shape;6005;p76"/>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06" name="Google Shape;6006;p76"/>
          <p:cNvGrpSpPr/>
          <p:nvPr/>
        </p:nvGrpSpPr>
        <p:grpSpPr>
          <a:xfrm>
            <a:off x="6755243" y="2287178"/>
            <a:ext cx="238531" cy="339253"/>
            <a:chOff x="3342725" y="2620775"/>
            <a:chExt cx="338775" cy="481825"/>
          </a:xfrm>
        </p:grpSpPr>
        <p:sp>
          <p:nvSpPr>
            <p:cNvPr id="6007" name="Google Shape;6007;p76"/>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8" name="Google Shape;6008;p76"/>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9" name="Google Shape;6009;p76"/>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10" name="Google Shape;6010;p76"/>
          <p:cNvGrpSpPr/>
          <p:nvPr/>
        </p:nvGrpSpPr>
        <p:grpSpPr>
          <a:xfrm>
            <a:off x="7148994" y="2287178"/>
            <a:ext cx="278296" cy="339253"/>
            <a:chOff x="3907325" y="2620775"/>
            <a:chExt cx="395250" cy="481825"/>
          </a:xfrm>
        </p:grpSpPr>
        <p:sp>
          <p:nvSpPr>
            <p:cNvPr id="6011" name="Google Shape;6011;p76"/>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2" name="Google Shape;6012;p76"/>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3" name="Google Shape;6013;p76"/>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4" name="Google Shape;6014;p76"/>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15" name="Google Shape;6015;p76"/>
          <p:cNvGrpSpPr/>
          <p:nvPr/>
        </p:nvGrpSpPr>
        <p:grpSpPr>
          <a:xfrm>
            <a:off x="7542181" y="2297783"/>
            <a:ext cx="339253" cy="318042"/>
            <a:chOff x="4456875" y="2635825"/>
            <a:chExt cx="481825" cy="451700"/>
          </a:xfrm>
        </p:grpSpPr>
        <p:sp>
          <p:nvSpPr>
            <p:cNvPr id="6016" name="Google Shape;6016;p76"/>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7" name="Google Shape;6017;p76"/>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8" name="Google Shape;6018;p76"/>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9" name="Google Shape;6019;p76"/>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0" name="Google Shape;6020;p76"/>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1" name="Google Shape;6021;p76"/>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22" name="Google Shape;6022;p76"/>
          <p:cNvGrpSpPr/>
          <p:nvPr/>
        </p:nvGrpSpPr>
        <p:grpSpPr>
          <a:xfrm>
            <a:off x="7967105" y="2297783"/>
            <a:ext cx="339253" cy="318042"/>
            <a:chOff x="5049725" y="2635825"/>
            <a:chExt cx="481825" cy="451700"/>
          </a:xfrm>
        </p:grpSpPr>
        <p:sp>
          <p:nvSpPr>
            <p:cNvPr id="6023" name="Google Shape;6023;p76"/>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4" name="Google Shape;6024;p76"/>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5" name="Google Shape;6025;p76"/>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26" name="Google Shape;6026;p76"/>
          <p:cNvGrpSpPr/>
          <p:nvPr/>
        </p:nvGrpSpPr>
        <p:grpSpPr>
          <a:xfrm>
            <a:off x="2211475" y="3952243"/>
            <a:ext cx="338566" cy="338373"/>
            <a:chOff x="5643000" y="2621375"/>
            <a:chExt cx="480850" cy="480575"/>
          </a:xfrm>
        </p:grpSpPr>
        <p:sp>
          <p:nvSpPr>
            <p:cNvPr id="6027" name="Google Shape;6027;p76"/>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8" name="Google Shape;6028;p76"/>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9" name="Google Shape;6029;p76"/>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0" name="Google Shape;6030;p76"/>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1" name="Google Shape;6031;p76"/>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2" name="Google Shape;6032;p76"/>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3" name="Google Shape;6033;p76"/>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34" name="Google Shape;6034;p76"/>
          <p:cNvGrpSpPr/>
          <p:nvPr/>
        </p:nvGrpSpPr>
        <p:grpSpPr>
          <a:xfrm>
            <a:off x="4032695" y="3951803"/>
            <a:ext cx="339359" cy="339253"/>
            <a:chOff x="6235250" y="2620775"/>
            <a:chExt cx="481975" cy="481825"/>
          </a:xfrm>
        </p:grpSpPr>
        <p:sp>
          <p:nvSpPr>
            <p:cNvPr id="6035" name="Google Shape;6035;p76"/>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6" name="Google Shape;6036;p76"/>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7" name="Google Shape;6037;p76"/>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8" name="Google Shape;6038;p76"/>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9" name="Google Shape;6039;p76"/>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040" name="Google Shape;6040;p76"/>
          <p:cNvSpPr/>
          <p:nvPr/>
        </p:nvSpPr>
        <p:spPr>
          <a:xfrm>
            <a:off x="5030010"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041" name="Google Shape;6041;p76"/>
          <p:cNvGrpSpPr/>
          <p:nvPr/>
        </p:nvGrpSpPr>
        <p:grpSpPr>
          <a:xfrm>
            <a:off x="5465078" y="2711317"/>
            <a:ext cx="341101" cy="339253"/>
            <a:chOff x="1535000" y="3223325"/>
            <a:chExt cx="484450" cy="481825"/>
          </a:xfrm>
        </p:grpSpPr>
        <p:sp>
          <p:nvSpPr>
            <p:cNvPr id="6042" name="Google Shape;6042;p76"/>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43" name="Google Shape;6043;p76"/>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44" name="Google Shape;6044;p76"/>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45" name="Google Shape;6045;p76"/>
          <p:cNvGrpSpPr/>
          <p:nvPr/>
        </p:nvGrpSpPr>
        <p:grpSpPr>
          <a:xfrm>
            <a:off x="5872645" y="2746618"/>
            <a:ext cx="339253" cy="268649"/>
            <a:chOff x="2085525" y="3263750"/>
            <a:chExt cx="481825" cy="381550"/>
          </a:xfrm>
        </p:grpSpPr>
        <p:sp>
          <p:nvSpPr>
            <p:cNvPr id="6046" name="Google Shape;6046;p76"/>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47" name="Google Shape;6047;p76"/>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048" name="Google Shape;6048;p76"/>
          <p:cNvSpPr/>
          <p:nvPr/>
        </p:nvSpPr>
        <p:spPr>
          <a:xfrm>
            <a:off x="6286830"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049" name="Google Shape;6049;p76"/>
          <p:cNvGrpSpPr/>
          <p:nvPr/>
        </p:nvGrpSpPr>
        <p:grpSpPr>
          <a:xfrm>
            <a:off x="6704407" y="2711308"/>
            <a:ext cx="340204" cy="339271"/>
            <a:chOff x="3270450" y="3213625"/>
            <a:chExt cx="483175" cy="481850"/>
          </a:xfrm>
        </p:grpSpPr>
        <p:sp>
          <p:nvSpPr>
            <p:cNvPr id="6050" name="Google Shape;6050;p76"/>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1" name="Google Shape;6051;p76"/>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52" name="Google Shape;6052;p76"/>
          <p:cNvGrpSpPr/>
          <p:nvPr/>
        </p:nvGrpSpPr>
        <p:grpSpPr>
          <a:xfrm>
            <a:off x="7203676" y="2711317"/>
            <a:ext cx="168931" cy="339253"/>
            <a:chOff x="3984950" y="3213600"/>
            <a:chExt cx="239925" cy="481825"/>
          </a:xfrm>
        </p:grpSpPr>
        <p:sp>
          <p:nvSpPr>
            <p:cNvPr id="6053" name="Google Shape;6053;p76"/>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4" name="Google Shape;6054;p76"/>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055" name="Google Shape;6055;p76"/>
          <p:cNvSpPr/>
          <p:nvPr/>
        </p:nvSpPr>
        <p:spPr>
          <a:xfrm>
            <a:off x="7542004"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6" name="Google Shape;6056;p76"/>
          <p:cNvSpPr/>
          <p:nvPr/>
        </p:nvSpPr>
        <p:spPr>
          <a:xfrm>
            <a:off x="7966934"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057" name="Google Shape;6057;p76"/>
          <p:cNvGrpSpPr/>
          <p:nvPr/>
        </p:nvGrpSpPr>
        <p:grpSpPr>
          <a:xfrm>
            <a:off x="1736111" y="3981487"/>
            <a:ext cx="355218" cy="279880"/>
            <a:chOff x="5629975" y="3255775"/>
            <a:chExt cx="504500" cy="397500"/>
          </a:xfrm>
        </p:grpSpPr>
        <p:sp>
          <p:nvSpPr>
            <p:cNvPr id="6058" name="Google Shape;6058;p76"/>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9" name="Google Shape;6059;p76"/>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0" name="Google Shape;6060;p76"/>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1" name="Google Shape;6061;p76"/>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2" name="Google Shape;6062;p76"/>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63" name="Google Shape;6063;p76"/>
          <p:cNvGrpSpPr/>
          <p:nvPr/>
        </p:nvGrpSpPr>
        <p:grpSpPr>
          <a:xfrm>
            <a:off x="3572294" y="3981593"/>
            <a:ext cx="340256" cy="279669"/>
            <a:chOff x="6234950" y="3255925"/>
            <a:chExt cx="483250" cy="397200"/>
          </a:xfrm>
        </p:grpSpPr>
        <p:sp>
          <p:nvSpPr>
            <p:cNvPr id="6064" name="Google Shape;6064;p76"/>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5" name="Google Shape;6065;p76"/>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6" name="Google Shape;6066;p76"/>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7" name="Google Shape;6067;p76"/>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8" name="Google Shape;6068;p76"/>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9" name="Google Shape;6069;p76"/>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70" name="Google Shape;6070;p76"/>
          <p:cNvGrpSpPr/>
          <p:nvPr/>
        </p:nvGrpSpPr>
        <p:grpSpPr>
          <a:xfrm>
            <a:off x="5043532" y="3125970"/>
            <a:ext cx="318042" cy="339253"/>
            <a:chOff x="914900" y="3806450"/>
            <a:chExt cx="451700" cy="481825"/>
          </a:xfrm>
        </p:grpSpPr>
        <p:sp>
          <p:nvSpPr>
            <p:cNvPr id="6071" name="Google Shape;6071;p76"/>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2" name="Google Shape;6072;p76"/>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3" name="Google Shape;6073;p76"/>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4" name="Google Shape;6074;p76"/>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5" name="Google Shape;6075;p76"/>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76" name="Google Shape;6076;p76"/>
          <p:cNvGrpSpPr/>
          <p:nvPr/>
        </p:nvGrpSpPr>
        <p:grpSpPr>
          <a:xfrm>
            <a:off x="5462454" y="3125785"/>
            <a:ext cx="346347" cy="339623"/>
            <a:chOff x="1490050" y="3805975"/>
            <a:chExt cx="491900" cy="482350"/>
          </a:xfrm>
        </p:grpSpPr>
        <p:sp>
          <p:nvSpPr>
            <p:cNvPr id="6077" name="Google Shape;6077;p76"/>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8" name="Google Shape;6078;p76"/>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9" name="Google Shape;6079;p76"/>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0" name="Google Shape;6080;p76"/>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81" name="Google Shape;6081;p76"/>
          <p:cNvGrpSpPr/>
          <p:nvPr/>
        </p:nvGrpSpPr>
        <p:grpSpPr>
          <a:xfrm>
            <a:off x="5886322" y="3125970"/>
            <a:ext cx="311899" cy="339253"/>
            <a:chOff x="2104275" y="3806450"/>
            <a:chExt cx="442975" cy="481825"/>
          </a:xfrm>
        </p:grpSpPr>
        <p:sp>
          <p:nvSpPr>
            <p:cNvPr id="6082" name="Google Shape;6082;p76"/>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3" name="Google Shape;6083;p76"/>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84" name="Google Shape;6084;p76"/>
          <p:cNvGrpSpPr/>
          <p:nvPr/>
        </p:nvGrpSpPr>
        <p:grpSpPr>
          <a:xfrm>
            <a:off x="6309839" y="3125970"/>
            <a:ext cx="293416" cy="339253"/>
            <a:chOff x="2710875" y="3806450"/>
            <a:chExt cx="416725" cy="481825"/>
          </a:xfrm>
        </p:grpSpPr>
        <p:sp>
          <p:nvSpPr>
            <p:cNvPr id="6085" name="Google Shape;6085;p76"/>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6" name="Google Shape;6086;p76"/>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87" name="Google Shape;6087;p76"/>
          <p:cNvGrpSpPr/>
          <p:nvPr/>
        </p:nvGrpSpPr>
        <p:grpSpPr>
          <a:xfrm>
            <a:off x="6704883" y="3166412"/>
            <a:ext cx="339253" cy="258369"/>
            <a:chOff x="3271200" y="3863875"/>
            <a:chExt cx="481825" cy="366950"/>
          </a:xfrm>
        </p:grpSpPr>
        <p:sp>
          <p:nvSpPr>
            <p:cNvPr id="6088" name="Google Shape;6088;p76"/>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9" name="Google Shape;6089;p76"/>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90" name="Google Shape;6090;p76"/>
          <p:cNvGrpSpPr/>
          <p:nvPr/>
        </p:nvGrpSpPr>
        <p:grpSpPr>
          <a:xfrm>
            <a:off x="7140377" y="3126199"/>
            <a:ext cx="295528" cy="338795"/>
            <a:chOff x="3895050" y="3806775"/>
            <a:chExt cx="419725" cy="481175"/>
          </a:xfrm>
        </p:grpSpPr>
        <p:sp>
          <p:nvSpPr>
            <p:cNvPr id="6091" name="Google Shape;6091;p76"/>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2" name="Google Shape;6092;p76"/>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93" name="Google Shape;6093;p76"/>
          <p:cNvGrpSpPr/>
          <p:nvPr/>
        </p:nvGrpSpPr>
        <p:grpSpPr>
          <a:xfrm>
            <a:off x="7543659" y="3125979"/>
            <a:ext cx="336296" cy="339235"/>
            <a:chOff x="4464775" y="3806475"/>
            <a:chExt cx="477625" cy="481800"/>
          </a:xfrm>
        </p:grpSpPr>
        <p:sp>
          <p:nvSpPr>
            <p:cNvPr id="6094" name="Google Shape;6094;p76"/>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5" name="Google Shape;6095;p76"/>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6" name="Google Shape;6096;p76"/>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7" name="Google Shape;6097;p76"/>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8" name="Google Shape;6098;p76"/>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9" name="Google Shape;6099;p76"/>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00" name="Google Shape;6100;p76"/>
          <p:cNvGrpSpPr/>
          <p:nvPr/>
        </p:nvGrpSpPr>
        <p:grpSpPr>
          <a:xfrm>
            <a:off x="7967105" y="3125970"/>
            <a:ext cx="339253" cy="339253"/>
            <a:chOff x="5049725" y="3806450"/>
            <a:chExt cx="481825" cy="481825"/>
          </a:xfrm>
        </p:grpSpPr>
        <p:sp>
          <p:nvSpPr>
            <p:cNvPr id="6101" name="Google Shape;6101;p76"/>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2" name="Google Shape;6102;p76"/>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3" name="Google Shape;6103;p76"/>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04" name="Google Shape;6104;p76"/>
          <p:cNvGrpSpPr/>
          <p:nvPr/>
        </p:nvGrpSpPr>
        <p:grpSpPr>
          <a:xfrm>
            <a:off x="1276714" y="3951798"/>
            <a:ext cx="339253" cy="339253"/>
            <a:chOff x="5651375" y="3806450"/>
            <a:chExt cx="481825" cy="481825"/>
          </a:xfrm>
        </p:grpSpPr>
        <p:sp>
          <p:nvSpPr>
            <p:cNvPr id="6105" name="Google Shape;6105;p76"/>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6" name="Google Shape;6106;p76"/>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7" name="Google Shape;6107;p76"/>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8" name="Google Shape;6108;p76"/>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09" name="Google Shape;6109;p76"/>
          <p:cNvGrpSpPr/>
          <p:nvPr/>
        </p:nvGrpSpPr>
        <p:grpSpPr>
          <a:xfrm>
            <a:off x="3153646" y="3953787"/>
            <a:ext cx="298503" cy="335275"/>
            <a:chOff x="6264300" y="3809300"/>
            <a:chExt cx="423950" cy="476175"/>
          </a:xfrm>
        </p:grpSpPr>
        <p:sp>
          <p:nvSpPr>
            <p:cNvPr id="6110" name="Google Shape;6110;p76"/>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1" name="Google Shape;6111;p76"/>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2" name="Google Shape;6112;p76"/>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13" name="Google Shape;6113;p76"/>
          <p:cNvGrpSpPr/>
          <p:nvPr/>
        </p:nvGrpSpPr>
        <p:grpSpPr>
          <a:xfrm>
            <a:off x="5032267" y="3538881"/>
            <a:ext cx="340573" cy="339271"/>
            <a:chOff x="898875" y="4399275"/>
            <a:chExt cx="483700" cy="481850"/>
          </a:xfrm>
        </p:grpSpPr>
        <p:sp>
          <p:nvSpPr>
            <p:cNvPr id="6114" name="Google Shape;6114;p76"/>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5" name="Google Shape;6115;p76"/>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6" name="Google Shape;6116;p76"/>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7" name="Google Shape;6117;p76"/>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8" name="Google Shape;6118;p76"/>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9" name="Google Shape;6119;p76"/>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0" name="Google Shape;6120;p76"/>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1" name="Google Shape;6121;p76"/>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22" name="Google Shape;6122;p76"/>
          <p:cNvGrpSpPr/>
          <p:nvPr/>
        </p:nvGrpSpPr>
        <p:grpSpPr>
          <a:xfrm>
            <a:off x="5466000" y="3554133"/>
            <a:ext cx="339253" cy="308765"/>
            <a:chOff x="1492675" y="4420975"/>
            <a:chExt cx="481825" cy="438525"/>
          </a:xfrm>
        </p:grpSpPr>
        <p:sp>
          <p:nvSpPr>
            <p:cNvPr id="6123" name="Google Shape;6123;p76"/>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4" name="Google Shape;6124;p76"/>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5" name="Google Shape;6125;p76"/>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6" name="Google Shape;6126;p76"/>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7" name="Google Shape;6127;p76"/>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28" name="Google Shape;6128;p76"/>
          <p:cNvGrpSpPr/>
          <p:nvPr/>
        </p:nvGrpSpPr>
        <p:grpSpPr>
          <a:xfrm>
            <a:off x="5870982" y="3539558"/>
            <a:ext cx="342580" cy="337915"/>
            <a:chOff x="2084100" y="4400250"/>
            <a:chExt cx="486550" cy="479925"/>
          </a:xfrm>
        </p:grpSpPr>
        <p:sp>
          <p:nvSpPr>
            <p:cNvPr id="6129" name="Google Shape;6129;p76"/>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0" name="Google Shape;6130;p76"/>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1" name="Google Shape;6131;p76"/>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2" name="Google Shape;6132;p76"/>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3" name="Google Shape;6133;p76"/>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4" name="Google Shape;6134;p76"/>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35" name="Google Shape;6135;p76"/>
          <p:cNvGrpSpPr/>
          <p:nvPr/>
        </p:nvGrpSpPr>
        <p:grpSpPr>
          <a:xfrm>
            <a:off x="6307462" y="3538907"/>
            <a:ext cx="298169" cy="339218"/>
            <a:chOff x="2707950" y="4399325"/>
            <a:chExt cx="423475" cy="481775"/>
          </a:xfrm>
        </p:grpSpPr>
        <p:sp>
          <p:nvSpPr>
            <p:cNvPr id="6136" name="Google Shape;6136;p76"/>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7" name="Google Shape;6137;p76"/>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8" name="Google Shape;6138;p76"/>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9" name="Google Shape;6139;p76"/>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0" name="Google Shape;6140;p76"/>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1" name="Google Shape;6141;p76"/>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2" name="Google Shape;6142;p76"/>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3" name="Google Shape;6143;p76"/>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4" name="Google Shape;6144;p76"/>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5" name="Google Shape;6145;p76"/>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6" name="Google Shape;6146;p76"/>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7" name="Google Shape;6147;p76"/>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48" name="Google Shape;6148;p76"/>
          <p:cNvGrpSpPr/>
          <p:nvPr/>
        </p:nvGrpSpPr>
        <p:grpSpPr>
          <a:xfrm>
            <a:off x="6736981" y="3538881"/>
            <a:ext cx="275057" cy="339271"/>
            <a:chOff x="3330525" y="4399275"/>
            <a:chExt cx="390650" cy="481850"/>
          </a:xfrm>
        </p:grpSpPr>
        <p:sp>
          <p:nvSpPr>
            <p:cNvPr id="6149" name="Google Shape;6149;p76"/>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0" name="Google Shape;6150;p76"/>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1" name="Google Shape;6151;p76"/>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2" name="Google Shape;6152;p76"/>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3" name="Google Shape;6153;p76"/>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4" name="Google Shape;6154;p76"/>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5" name="Google Shape;6155;p76"/>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56" name="Google Shape;6156;p76"/>
          <p:cNvGrpSpPr/>
          <p:nvPr/>
        </p:nvGrpSpPr>
        <p:grpSpPr>
          <a:xfrm>
            <a:off x="7161510" y="3538890"/>
            <a:ext cx="253265" cy="339253"/>
            <a:chOff x="3938800" y="4399275"/>
            <a:chExt cx="359700" cy="481825"/>
          </a:xfrm>
        </p:grpSpPr>
        <p:sp>
          <p:nvSpPr>
            <p:cNvPr id="6157" name="Google Shape;6157;p76"/>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8" name="Google Shape;6158;p76"/>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9" name="Google Shape;6159;p76"/>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0" name="Google Shape;6160;p76"/>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1" name="Google Shape;6161;p76"/>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62" name="Google Shape;6162;p76"/>
          <p:cNvGrpSpPr/>
          <p:nvPr/>
        </p:nvGrpSpPr>
        <p:grpSpPr>
          <a:xfrm>
            <a:off x="7632288" y="3538890"/>
            <a:ext cx="159039" cy="339253"/>
            <a:chOff x="4584850" y="4399275"/>
            <a:chExt cx="225875" cy="481825"/>
          </a:xfrm>
        </p:grpSpPr>
        <p:sp>
          <p:nvSpPr>
            <p:cNvPr id="6163" name="Google Shape;6163;p76"/>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4" name="Google Shape;6164;p76"/>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165" name="Google Shape;6165;p76"/>
          <p:cNvSpPr/>
          <p:nvPr/>
        </p:nvSpPr>
        <p:spPr>
          <a:xfrm>
            <a:off x="7950424"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166" name="Google Shape;6166;p76"/>
          <p:cNvGrpSpPr/>
          <p:nvPr/>
        </p:nvGrpSpPr>
        <p:grpSpPr>
          <a:xfrm>
            <a:off x="817316" y="3951795"/>
            <a:ext cx="339253" cy="339253"/>
            <a:chOff x="5642550" y="4399275"/>
            <a:chExt cx="481825" cy="481825"/>
          </a:xfrm>
        </p:grpSpPr>
        <p:sp>
          <p:nvSpPr>
            <p:cNvPr id="6167" name="Google Shape;6167;p76"/>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8" name="Google Shape;6168;p76"/>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69" name="Google Shape;6169;p76"/>
          <p:cNvGrpSpPr/>
          <p:nvPr/>
        </p:nvGrpSpPr>
        <p:grpSpPr>
          <a:xfrm>
            <a:off x="2670186" y="3963703"/>
            <a:ext cx="363316" cy="315437"/>
            <a:chOff x="6218300" y="4416175"/>
            <a:chExt cx="516000" cy="448000"/>
          </a:xfrm>
        </p:grpSpPr>
        <p:sp>
          <p:nvSpPr>
            <p:cNvPr id="6170" name="Google Shape;6170;p76"/>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1" name="Google Shape;6171;p76"/>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2" name="Google Shape;6172;p76"/>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73" name="Google Shape;6173;p76"/>
          <p:cNvGrpSpPr/>
          <p:nvPr/>
        </p:nvGrpSpPr>
        <p:grpSpPr>
          <a:xfrm>
            <a:off x="5870391" y="3951792"/>
            <a:ext cx="339253" cy="339253"/>
            <a:chOff x="899850" y="4992125"/>
            <a:chExt cx="481825" cy="481825"/>
          </a:xfrm>
        </p:grpSpPr>
        <p:sp>
          <p:nvSpPr>
            <p:cNvPr id="6174" name="Google Shape;6174;p76"/>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5" name="Google Shape;6175;p76"/>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6" name="Google Shape;6176;p76"/>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77" name="Google Shape;6177;p76"/>
          <p:cNvGrpSpPr/>
          <p:nvPr/>
        </p:nvGrpSpPr>
        <p:grpSpPr>
          <a:xfrm>
            <a:off x="5410993" y="3951792"/>
            <a:ext cx="339253" cy="339253"/>
            <a:chOff x="1492675" y="4992125"/>
            <a:chExt cx="481825" cy="481825"/>
          </a:xfrm>
        </p:grpSpPr>
        <p:sp>
          <p:nvSpPr>
            <p:cNvPr id="6178" name="Google Shape;6178;p76"/>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9" name="Google Shape;6179;p76"/>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80" name="Google Shape;6180;p76"/>
          <p:cNvGrpSpPr/>
          <p:nvPr/>
        </p:nvGrpSpPr>
        <p:grpSpPr>
          <a:xfrm>
            <a:off x="4951595" y="3951792"/>
            <a:ext cx="339253" cy="339253"/>
            <a:chOff x="2085525" y="4992125"/>
            <a:chExt cx="481825" cy="481825"/>
          </a:xfrm>
        </p:grpSpPr>
        <p:sp>
          <p:nvSpPr>
            <p:cNvPr id="6181" name="Google Shape;6181;p76"/>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2" name="Google Shape;6182;p76"/>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83" name="Google Shape;6183;p76"/>
          <p:cNvGrpSpPr/>
          <p:nvPr/>
        </p:nvGrpSpPr>
        <p:grpSpPr>
          <a:xfrm>
            <a:off x="6789344" y="3951792"/>
            <a:ext cx="339253" cy="339253"/>
            <a:chOff x="2678350" y="4992125"/>
            <a:chExt cx="481825" cy="481825"/>
          </a:xfrm>
        </p:grpSpPr>
        <p:sp>
          <p:nvSpPr>
            <p:cNvPr id="6184" name="Google Shape;6184;p76"/>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5" name="Google Shape;6185;p76"/>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6" name="Google Shape;6186;p76"/>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87" name="Google Shape;6187;p76"/>
          <p:cNvGrpSpPr/>
          <p:nvPr/>
        </p:nvGrpSpPr>
        <p:grpSpPr>
          <a:xfrm>
            <a:off x="4492198" y="3951792"/>
            <a:ext cx="339253" cy="339253"/>
            <a:chOff x="3271200" y="4992125"/>
            <a:chExt cx="481825" cy="481825"/>
          </a:xfrm>
        </p:grpSpPr>
        <p:sp>
          <p:nvSpPr>
            <p:cNvPr id="6188" name="Google Shape;6188;p76"/>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9" name="Google Shape;6189;p76"/>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0" name="Google Shape;6190;p76"/>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91" name="Google Shape;6191;p76"/>
          <p:cNvGrpSpPr/>
          <p:nvPr/>
        </p:nvGrpSpPr>
        <p:grpSpPr>
          <a:xfrm>
            <a:off x="6329788" y="3952813"/>
            <a:ext cx="339411" cy="337211"/>
            <a:chOff x="5049575" y="4993600"/>
            <a:chExt cx="482050" cy="478925"/>
          </a:xfrm>
        </p:grpSpPr>
        <p:sp>
          <p:nvSpPr>
            <p:cNvPr id="6192" name="Google Shape;6192;p76"/>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3" name="Google Shape;6193;p76"/>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4" name="Google Shape;6194;p76"/>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5" name="Google Shape;6195;p76"/>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196" name="Google Shape;6196;p76"/>
          <p:cNvSpPr txBox="1"/>
          <p:nvPr/>
        </p:nvSpPr>
        <p:spPr>
          <a:xfrm>
            <a:off x="723400" y="1187975"/>
            <a:ext cx="76971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You can </a:t>
            </a:r>
            <a:r>
              <a:rPr lang="en-US" sz="1100" b="1" noProof="0" dirty="0">
                <a:solidFill>
                  <a:schemeClr val="dk2"/>
                </a:solidFill>
              </a:rPr>
              <a:t>resize </a:t>
            </a:r>
            <a:r>
              <a:rPr lang="en-US" sz="1100" noProof="0" dirty="0">
                <a:solidFill>
                  <a:schemeClr val="lt1"/>
                </a:solidFill>
              </a:rPr>
              <a:t>these icons without losing quality.</a:t>
            </a:r>
          </a:p>
          <a:p>
            <a:pPr marL="0" lvl="0" indent="0" algn="ctr" rtl="0">
              <a:lnSpc>
                <a:spcPct val="100000"/>
              </a:lnSpc>
              <a:spcBef>
                <a:spcPts val="0"/>
              </a:spcBef>
              <a:spcAft>
                <a:spcPts val="0"/>
              </a:spcAft>
              <a:buNone/>
            </a:pPr>
            <a:r>
              <a:rPr lang="en-US" sz="1100" noProof="0" dirty="0">
                <a:solidFill>
                  <a:schemeClr val="lt1"/>
                </a:solidFill>
              </a:rPr>
              <a:t>You can </a:t>
            </a:r>
            <a:r>
              <a:rPr lang="en-US" sz="1100" b="1" noProof="0" dirty="0">
                <a:solidFill>
                  <a:schemeClr val="dk2"/>
                </a:solidFill>
              </a:rPr>
              <a:t>change the stroke and fill color</a:t>
            </a:r>
            <a:r>
              <a:rPr lang="en-US" sz="1100" noProof="0" dirty="0">
                <a:solidFill>
                  <a:schemeClr val="lt1"/>
                </a:solidFill>
              </a:rPr>
              <a:t>; just select the icon and click on the </a:t>
            </a:r>
            <a:r>
              <a:rPr lang="en-US" sz="1100" b="1" noProof="0" dirty="0">
                <a:solidFill>
                  <a:schemeClr val="dk2"/>
                </a:solidFill>
              </a:rPr>
              <a:t>paint bucket/pen</a:t>
            </a:r>
            <a:r>
              <a:rPr lang="en-US" sz="1100" noProof="0" dirty="0">
                <a:solidFill>
                  <a:schemeClr val="lt1"/>
                </a:solidFill>
              </a:rPr>
              <a:t>.</a:t>
            </a:r>
          </a:p>
          <a:p>
            <a:pPr marL="0" lvl="0" indent="0" algn="ctr" rtl="0">
              <a:lnSpc>
                <a:spcPct val="100000"/>
              </a:lnSpc>
              <a:spcBef>
                <a:spcPts val="0"/>
              </a:spcBef>
              <a:spcAft>
                <a:spcPts val="0"/>
              </a:spcAft>
              <a:buNone/>
            </a:pPr>
            <a:r>
              <a:rPr lang="en-US" sz="1100" noProof="0" dirty="0">
                <a:solidFill>
                  <a:schemeClr val="lt1"/>
                </a:solidFill>
              </a:rPr>
              <a:t>In Google Slides, you can also use </a:t>
            </a:r>
            <a:r>
              <a:rPr lang="en-US" sz="1100" b="1" noProof="0" dirty="0" err="1">
                <a:solidFill>
                  <a:schemeClr val="dk2"/>
                </a:solidFill>
                <a:uFill>
                  <a:noFill/>
                </a:uFill>
                <a:hlinkClick r:id="rId3">
                  <a:extLst>
                    <a:ext uri="{A12FA001-AC4F-418D-AE19-62706E023703}">
                      <ahyp:hlinkClr xmlns:ahyp="http://schemas.microsoft.com/office/drawing/2018/hyperlinkcolor" val="tx"/>
                    </a:ext>
                  </a:extLst>
                </a:hlinkClick>
              </a:rPr>
              <a:t>Flaticon’s</a:t>
            </a:r>
            <a:r>
              <a:rPr lang="en-US" sz="1100" b="1" noProof="0" dirty="0">
                <a:solidFill>
                  <a:schemeClr val="dk2"/>
                </a:solidFill>
                <a:uFill>
                  <a:noFill/>
                </a:uFill>
                <a:hlinkClick r:id="rId3">
                  <a:extLst>
                    <a:ext uri="{A12FA001-AC4F-418D-AE19-62706E023703}">
                      <ahyp:hlinkClr xmlns:ahyp="http://schemas.microsoft.com/office/drawing/2018/hyperlinkcolor" val="tx"/>
                    </a:ext>
                  </a:extLst>
                </a:hlinkClick>
              </a:rPr>
              <a:t> extension</a:t>
            </a:r>
            <a:r>
              <a:rPr lang="en-US" sz="1100" noProof="0" dirty="0">
                <a:solidFill>
                  <a:schemeClr val="lt1"/>
                </a:solidFill>
              </a:rPr>
              <a:t>, allowing you to customize and add even more icons.</a:t>
            </a:r>
          </a:p>
        </p:txBody>
      </p:sp>
      <p:sp>
        <p:nvSpPr>
          <p:cNvPr id="6197" name="Google Shape;6197;p76"/>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...and our sets of editable icons</a:t>
            </a:r>
          </a:p>
        </p:txBody>
      </p:sp>
      <p:grpSp>
        <p:nvGrpSpPr>
          <p:cNvPr id="6198" name="Google Shape;6198;p76"/>
          <p:cNvGrpSpPr/>
          <p:nvPr/>
        </p:nvGrpSpPr>
        <p:grpSpPr>
          <a:xfrm>
            <a:off x="7248742" y="3975375"/>
            <a:ext cx="195300" cy="343772"/>
            <a:chOff x="3999225" y="4364775"/>
            <a:chExt cx="195300" cy="343772"/>
          </a:xfrm>
        </p:grpSpPr>
        <p:grpSp>
          <p:nvGrpSpPr>
            <p:cNvPr id="6199" name="Google Shape;6199;p76"/>
            <p:cNvGrpSpPr/>
            <p:nvPr/>
          </p:nvGrpSpPr>
          <p:grpSpPr>
            <a:xfrm>
              <a:off x="4048568" y="4562577"/>
              <a:ext cx="97317" cy="145970"/>
              <a:chOff x="1529575" y="2222650"/>
              <a:chExt cx="203125" cy="304675"/>
            </a:xfrm>
          </p:grpSpPr>
          <p:sp>
            <p:nvSpPr>
              <p:cNvPr id="6200" name="Google Shape;6200;p76"/>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1" name="Google Shape;6201;p76"/>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02" name="Google Shape;6202;p76"/>
            <p:cNvGrpSpPr/>
            <p:nvPr/>
          </p:nvGrpSpPr>
          <p:grpSpPr>
            <a:xfrm>
              <a:off x="3999225" y="4364775"/>
              <a:ext cx="195300" cy="195300"/>
              <a:chOff x="3999225" y="4364775"/>
              <a:chExt cx="195300" cy="195300"/>
            </a:xfrm>
          </p:grpSpPr>
          <p:sp>
            <p:nvSpPr>
              <p:cNvPr id="6203" name="Google Shape;6203;p76"/>
              <p:cNvSpPr/>
              <p:nvPr/>
            </p:nvSpPr>
            <p:spPr>
              <a:xfrm>
                <a:off x="3999225" y="436477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4" name="Google Shape;6204;p76"/>
              <p:cNvSpPr/>
              <p:nvPr/>
            </p:nvSpPr>
            <p:spPr>
              <a:xfrm>
                <a:off x="4029725" y="439525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6205" name="Google Shape;6205;p76"/>
          <p:cNvGrpSpPr/>
          <p:nvPr/>
        </p:nvGrpSpPr>
        <p:grpSpPr>
          <a:xfrm>
            <a:off x="7564186" y="3991627"/>
            <a:ext cx="277088" cy="259611"/>
            <a:chOff x="4335888" y="4398114"/>
            <a:chExt cx="277088" cy="259611"/>
          </a:xfrm>
        </p:grpSpPr>
        <p:grpSp>
          <p:nvGrpSpPr>
            <p:cNvPr id="6206" name="Google Shape;6206;p76"/>
            <p:cNvGrpSpPr/>
            <p:nvPr/>
          </p:nvGrpSpPr>
          <p:grpSpPr>
            <a:xfrm>
              <a:off x="4335888" y="4462425"/>
              <a:ext cx="195300" cy="195300"/>
              <a:chOff x="4335888" y="4462425"/>
              <a:chExt cx="195300" cy="195300"/>
            </a:xfrm>
          </p:grpSpPr>
          <p:sp>
            <p:nvSpPr>
              <p:cNvPr id="6207" name="Google Shape;6207;p76"/>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8" name="Google Shape;6208;p76"/>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09" name="Google Shape;6209;p76"/>
            <p:cNvGrpSpPr/>
            <p:nvPr/>
          </p:nvGrpSpPr>
          <p:grpSpPr>
            <a:xfrm>
              <a:off x="4509813" y="4398114"/>
              <a:ext cx="103162" cy="103198"/>
              <a:chOff x="2277975" y="2021700"/>
              <a:chExt cx="215325" cy="215400"/>
            </a:xfrm>
          </p:grpSpPr>
          <p:sp>
            <p:nvSpPr>
              <p:cNvPr id="6210" name="Google Shape;6210;p76"/>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1" name="Google Shape;6211;p76"/>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6212" name="Google Shape;6212;p76"/>
          <p:cNvGrpSpPr/>
          <p:nvPr/>
        </p:nvGrpSpPr>
        <p:grpSpPr>
          <a:xfrm>
            <a:off x="7961419" y="4049613"/>
            <a:ext cx="392275" cy="195300"/>
            <a:chOff x="4752588" y="4440200"/>
            <a:chExt cx="392275" cy="195300"/>
          </a:xfrm>
        </p:grpSpPr>
        <p:grpSp>
          <p:nvGrpSpPr>
            <p:cNvPr id="6213" name="Google Shape;6213;p76"/>
            <p:cNvGrpSpPr/>
            <p:nvPr/>
          </p:nvGrpSpPr>
          <p:grpSpPr>
            <a:xfrm>
              <a:off x="4950384" y="4469728"/>
              <a:ext cx="194479" cy="136244"/>
              <a:chOff x="3163375" y="2175125"/>
              <a:chExt cx="405925" cy="284375"/>
            </a:xfrm>
          </p:grpSpPr>
          <p:sp>
            <p:nvSpPr>
              <p:cNvPr id="6214" name="Google Shape;6214;p76"/>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869FB2"/>
              </a:solidFill>
              <a:ln w="19050" cap="sq"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5" name="Google Shape;6215;p76"/>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869FB2"/>
              </a:solidFill>
              <a:ln w="19050" cap="rnd"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6" name="Google Shape;6216;p76"/>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17" name="Google Shape;6217;p76"/>
            <p:cNvGrpSpPr/>
            <p:nvPr/>
          </p:nvGrpSpPr>
          <p:grpSpPr>
            <a:xfrm>
              <a:off x="4752588" y="4440200"/>
              <a:ext cx="195300" cy="195300"/>
              <a:chOff x="4335888" y="4462425"/>
              <a:chExt cx="195300" cy="195300"/>
            </a:xfrm>
          </p:grpSpPr>
          <p:sp>
            <p:nvSpPr>
              <p:cNvPr id="6218" name="Google Shape;6218;p76"/>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9" name="Google Shape;6219;p76"/>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223"/>
        <p:cNvGrpSpPr/>
        <p:nvPr/>
      </p:nvGrpSpPr>
      <p:grpSpPr>
        <a:xfrm>
          <a:off x="0" y="0"/>
          <a:ext cx="0" cy="0"/>
          <a:chOff x="0" y="0"/>
          <a:chExt cx="0" cy="0"/>
        </a:xfrm>
      </p:grpSpPr>
      <p:grpSp>
        <p:nvGrpSpPr>
          <p:cNvPr id="6224" name="Google Shape;6224;p77"/>
          <p:cNvGrpSpPr/>
          <p:nvPr/>
        </p:nvGrpSpPr>
        <p:grpSpPr>
          <a:xfrm>
            <a:off x="856199" y="1311179"/>
            <a:ext cx="322099" cy="370529"/>
            <a:chOff x="-42971725" y="3217825"/>
            <a:chExt cx="275675" cy="317125"/>
          </a:xfrm>
        </p:grpSpPr>
        <p:sp>
          <p:nvSpPr>
            <p:cNvPr id="6225" name="Google Shape;6225;p77"/>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26" name="Google Shape;6226;p77"/>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27" name="Google Shape;6227;p77"/>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28" name="Google Shape;6228;p77"/>
          <p:cNvGrpSpPr/>
          <p:nvPr/>
        </p:nvGrpSpPr>
        <p:grpSpPr>
          <a:xfrm>
            <a:off x="828113" y="1779835"/>
            <a:ext cx="378270" cy="337551"/>
            <a:chOff x="-42996150" y="3612600"/>
            <a:chExt cx="323750" cy="288900"/>
          </a:xfrm>
        </p:grpSpPr>
        <p:sp>
          <p:nvSpPr>
            <p:cNvPr id="6229" name="Google Shape;6229;p77"/>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0" name="Google Shape;6230;p77"/>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1" name="Google Shape;6231;p77"/>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32" name="Google Shape;6232;p77"/>
          <p:cNvGrpSpPr/>
          <p:nvPr/>
        </p:nvGrpSpPr>
        <p:grpSpPr>
          <a:xfrm>
            <a:off x="830874" y="2189205"/>
            <a:ext cx="372749" cy="370909"/>
            <a:chOff x="-42994575" y="3950300"/>
            <a:chExt cx="319025" cy="317450"/>
          </a:xfrm>
        </p:grpSpPr>
        <p:sp>
          <p:nvSpPr>
            <p:cNvPr id="6233" name="Google Shape;6233;p77"/>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4" name="Google Shape;6234;p77"/>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5" name="Google Shape;6235;p77"/>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36" name="Google Shape;6236;p77"/>
          <p:cNvGrpSpPr/>
          <p:nvPr/>
        </p:nvGrpSpPr>
        <p:grpSpPr>
          <a:xfrm>
            <a:off x="2984269" y="1336037"/>
            <a:ext cx="371785" cy="370879"/>
            <a:chOff x="-41111350" y="3239100"/>
            <a:chExt cx="318200" cy="317425"/>
          </a:xfrm>
        </p:grpSpPr>
        <p:sp>
          <p:nvSpPr>
            <p:cNvPr id="6237" name="Google Shape;6237;p77"/>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8" name="Google Shape;6238;p77"/>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9" name="Google Shape;6239;p77"/>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0" name="Google Shape;6240;p77"/>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41" name="Google Shape;6241;p77"/>
          <p:cNvGrpSpPr/>
          <p:nvPr/>
        </p:nvGrpSpPr>
        <p:grpSpPr>
          <a:xfrm>
            <a:off x="2980588" y="1771568"/>
            <a:ext cx="379146" cy="370967"/>
            <a:chOff x="-41117650" y="3605525"/>
            <a:chExt cx="324500" cy="317500"/>
          </a:xfrm>
        </p:grpSpPr>
        <p:sp>
          <p:nvSpPr>
            <p:cNvPr id="6242" name="Google Shape;6242;p77"/>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3" name="Google Shape;6243;p77"/>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4" name="Google Shape;6244;p77"/>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45" name="Google Shape;6245;p77"/>
          <p:cNvSpPr/>
          <p:nvPr/>
        </p:nvSpPr>
        <p:spPr>
          <a:xfrm>
            <a:off x="2986719" y="2221154"/>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46" name="Google Shape;6246;p77"/>
          <p:cNvGrpSpPr/>
          <p:nvPr/>
        </p:nvGrpSpPr>
        <p:grpSpPr>
          <a:xfrm>
            <a:off x="1806843" y="2663092"/>
            <a:ext cx="216271" cy="371814"/>
            <a:chOff x="-39205300" y="3220175"/>
            <a:chExt cx="185100" cy="318225"/>
          </a:xfrm>
        </p:grpSpPr>
        <p:sp>
          <p:nvSpPr>
            <p:cNvPr id="6247" name="Google Shape;6247;p77"/>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8" name="Google Shape;6248;p77"/>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49" name="Google Shape;6249;p77"/>
          <p:cNvGrpSpPr/>
          <p:nvPr/>
        </p:nvGrpSpPr>
        <p:grpSpPr>
          <a:xfrm>
            <a:off x="1772370" y="3123163"/>
            <a:ext cx="300016" cy="369273"/>
            <a:chOff x="-39248625" y="3588600"/>
            <a:chExt cx="256775" cy="316050"/>
          </a:xfrm>
        </p:grpSpPr>
        <p:sp>
          <p:nvSpPr>
            <p:cNvPr id="6250" name="Google Shape;6250;p77"/>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1" name="Google Shape;6251;p77"/>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52" name="Google Shape;6252;p77"/>
          <p:cNvSpPr/>
          <p:nvPr/>
        </p:nvSpPr>
        <p:spPr>
          <a:xfrm>
            <a:off x="1743391" y="3578789"/>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3" name="Google Shape;6253;p77"/>
          <p:cNvSpPr/>
          <p:nvPr/>
        </p:nvSpPr>
        <p:spPr>
          <a:xfrm>
            <a:off x="3932939" y="2650227"/>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54" name="Google Shape;6254;p77"/>
          <p:cNvGrpSpPr/>
          <p:nvPr/>
        </p:nvGrpSpPr>
        <p:grpSpPr>
          <a:xfrm>
            <a:off x="1223084" y="1311179"/>
            <a:ext cx="429504" cy="370879"/>
            <a:chOff x="-42651700" y="3217825"/>
            <a:chExt cx="367600" cy="317425"/>
          </a:xfrm>
        </p:grpSpPr>
        <p:sp>
          <p:nvSpPr>
            <p:cNvPr id="6255" name="Google Shape;6255;p77"/>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6" name="Google Shape;6256;p77"/>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7" name="Google Shape;6257;p77"/>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8" name="Google Shape;6258;p77"/>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59" name="Google Shape;6259;p77"/>
          <p:cNvGrpSpPr/>
          <p:nvPr/>
        </p:nvGrpSpPr>
        <p:grpSpPr>
          <a:xfrm>
            <a:off x="1258516" y="1750829"/>
            <a:ext cx="358640" cy="363226"/>
            <a:chOff x="-42617300" y="3587775"/>
            <a:chExt cx="306950" cy="310875"/>
          </a:xfrm>
        </p:grpSpPr>
        <p:sp>
          <p:nvSpPr>
            <p:cNvPr id="6260" name="Google Shape;6260;p77"/>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1" name="Google Shape;6261;p77"/>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62" name="Google Shape;6262;p77"/>
          <p:cNvSpPr/>
          <p:nvPr/>
        </p:nvSpPr>
        <p:spPr>
          <a:xfrm>
            <a:off x="1254968" y="2189872"/>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63" name="Google Shape;6263;p77"/>
          <p:cNvGrpSpPr/>
          <p:nvPr/>
        </p:nvGrpSpPr>
        <p:grpSpPr>
          <a:xfrm>
            <a:off x="3430343" y="1335569"/>
            <a:ext cx="376926" cy="370324"/>
            <a:chOff x="-40748275" y="3238700"/>
            <a:chExt cx="322600" cy="316950"/>
          </a:xfrm>
        </p:grpSpPr>
        <p:sp>
          <p:nvSpPr>
            <p:cNvPr id="6264" name="Google Shape;6264;p77"/>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5" name="Google Shape;6265;p77"/>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6" name="Google Shape;6266;p77"/>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7" name="Google Shape;6267;p77"/>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8" name="Google Shape;6268;p77"/>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9" name="Google Shape;6269;p77"/>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70" name="Google Shape;6270;p77"/>
          <p:cNvGrpSpPr/>
          <p:nvPr/>
        </p:nvGrpSpPr>
        <p:grpSpPr>
          <a:xfrm>
            <a:off x="3432899" y="1803553"/>
            <a:ext cx="371814" cy="338690"/>
            <a:chOff x="-40745125" y="3632900"/>
            <a:chExt cx="318225" cy="289875"/>
          </a:xfrm>
        </p:grpSpPr>
        <p:sp>
          <p:nvSpPr>
            <p:cNvPr id="6271" name="Google Shape;6271;p77"/>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2" name="Google Shape;6272;p77"/>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3" name="Google Shape;6273;p77"/>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4" name="Google Shape;6274;p77"/>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5" name="Google Shape;6275;p77"/>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6" name="Google Shape;6276;p77"/>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7" name="Google Shape;6277;p77"/>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78" name="Google Shape;6278;p77"/>
          <p:cNvGrpSpPr/>
          <p:nvPr/>
        </p:nvGrpSpPr>
        <p:grpSpPr>
          <a:xfrm>
            <a:off x="3437047" y="2214764"/>
            <a:ext cx="363518" cy="370178"/>
            <a:chOff x="-40742750" y="3972175"/>
            <a:chExt cx="311125" cy="316825"/>
          </a:xfrm>
        </p:grpSpPr>
        <p:sp>
          <p:nvSpPr>
            <p:cNvPr id="6279" name="Google Shape;6279;p77"/>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0" name="Google Shape;6280;p77"/>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81" name="Google Shape;6281;p77"/>
          <p:cNvGrpSpPr/>
          <p:nvPr/>
        </p:nvGrpSpPr>
        <p:grpSpPr>
          <a:xfrm>
            <a:off x="2219708" y="2664932"/>
            <a:ext cx="266892" cy="369974"/>
            <a:chOff x="-38860325" y="3221750"/>
            <a:chExt cx="228425" cy="316650"/>
          </a:xfrm>
        </p:grpSpPr>
        <p:sp>
          <p:nvSpPr>
            <p:cNvPr id="6282" name="Google Shape;6282;p77"/>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3" name="Google Shape;6283;p77"/>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4" name="Google Shape;6284;p77"/>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5" name="Google Shape;6285;p77"/>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86" name="Google Shape;6286;p77"/>
          <p:cNvGrpSpPr/>
          <p:nvPr/>
        </p:nvGrpSpPr>
        <p:grpSpPr>
          <a:xfrm>
            <a:off x="2170515" y="3126989"/>
            <a:ext cx="380081" cy="367111"/>
            <a:chOff x="-38905225" y="3591875"/>
            <a:chExt cx="325300" cy="314200"/>
          </a:xfrm>
        </p:grpSpPr>
        <p:sp>
          <p:nvSpPr>
            <p:cNvPr id="6287" name="Google Shape;6287;p77"/>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8" name="Google Shape;6288;p77"/>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9" name="Google Shape;6289;p77"/>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90" name="Google Shape;6290;p77"/>
          <p:cNvSpPr/>
          <p:nvPr/>
        </p:nvSpPr>
        <p:spPr>
          <a:xfrm>
            <a:off x="2178329" y="3636767"/>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91" name="Google Shape;6291;p77"/>
          <p:cNvGrpSpPr/>
          <p:nvPr/>
        </p:nvGrpSpPr>
        <p:grpSpPr>
          <a:xfrm>
            <a:off x="3977265" y="3112069"/>
            <a:ext cx="290815" cy="369740"/>
            <a:chOff x="-37370925" y="3579105"/>
            <a:chExt cx="248900" cy="316450"/>
          </a:xfrm>
        </p:grpSpPr>
        <p:sp>
          <p:nvSpPr>
            <p:cNvPr id="6292" name="Google Shape;6292;p77"/>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93" name="Google Shape;6293;p77"/>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94" name="Google Shape;6294;p77"/>
          <p:cNvSpPr/>
          <p:nvPr/>
        </p:nvSpPr>
        <p:spPr>
          <a:xfrm>
            <a:off x="1677319" y="1311867"/>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95" name="Google Shape;6295;p77"/>
          <p:cNvSpPr/>
          <p:nvPr/>
        </p:nvSpPr>
        <p:spPr>
          <a:xfrm>
            <a:off x="1702161" y="1747169"/>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96" name="Google Shape;6296;p77"/>
          <p:cNvGrpSpPr/>
          <p:nvPr/>
        </p:nvGrpSpPr>
        <p:grpSpPr>
          <a:xfrm>
            <a:off x="1670640" y="2190140"/>
            <a:ext cx="371814" cy="369974"/>
            <a:chOff x="-42259725" y="3951100"/>
            <a:chExt cx="318225" cy="316650"/>
          </a:xfrm>
        </p:grpSpPr>
        <p:sp>
          <p:nvSpPr>
            <p:cNvPr id="6297" name="Google Shape;6297;p77"/>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98" name="Google Shape;6298;p77"/>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99" name="Google Shape;6299;p77"/>
          <p:cNvGrpSpPr/>
          <p:nvPr/>
        </p:nvGrpSpPr>
        <p:grpSpPr>
          <a:xfrm>
            <a:off x="3869002" y="1369161"/>
            <a:ext cx="370879" cy="337755"/>
            <a:chOff x="-40378075" y="3267450"/>
            <a:chExt cx="317425" cy="289075"/>
          </a:xfrm>
        </p:grpSpPr>
        <p:sp>
          <p:nvSpPr>
            <p:cNvPr id="6300" name="Google Shape;6300;p77"/>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1" name="Google Shape;6301;p77"/>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2" name="Google Shape;6302;p77"/>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3" name="Google Shape;6303;p77"/>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04" name="Google Shape;6304;p77"/>
          <p:cNvGrpSpPr/>
          <p:nvPr/>
        </p:nvGrpSpPr>
        <p:grpSpPr>
          <a:xfrm>
            <a:off x="3872668" y="1770429"/>
            <a:ext cx="363548" cy="369974"/>
            <a:chOff x="-40372575" y="3604550"/>
            <a:chExt cx="311150" cy="316650"/>
          </a:xfrm>
        </p:grpSpPr>
        <p:sp>
          <p:nvSpPr>
            <p:cNvPr id="6305" name="Google Shape;6305;p77"/>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6" name="Google Shape;6306;p77"/>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7" name="Google Shape;6307;p77"/>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08" name="Google Shape;6308;p77"/>
          <p:cNvSpPr/>
          <p:nvPr/>
        </p:nvSpPr>
        <p:spPr>
          <a:xfrm>
            <a:off x="3876000" y="2213706"/>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09" name="Google Shape;6309;p77"/>
          <p:cNvGrpSpPr/>
          <p:nvPr/>
        </p:nvGrpSpPr>
        <p:grpSpPr>
          <a:xfrm>
            <a:off x="2596617" y="2663092"/>
            <a:ext cx="399038" cy="372165"/>
            <a:chOff x="-38542250" y="3220175"/>
            <a:chExt cx="341525" cy="318525"/>
          </a:xfrm>
        </p:grpSpPr>
        <p:sp>
          <p:nvSpPr>
            <p:cNvPr id="6310" name="Google Shape;6310;p77"/>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1" name="Google Shape;6311;p77"/>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2" name="Google Shape;6312;p77"/>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13" name="Google Shape;6313;p77"/>
          <p:cNvGrpSpPr/>
          <p:nvPr/>
        </p:nvGrpSpPr>
        <p:grpSpPr>
          <a:xfrm>
            <a:off x="2618549" y="3122462"/>
            <a:ext cx="369974" cy="369068"/>
            <a:chOff x="-38537400" y="3588000"/>
            <a:chExt cx="316650" cy="315875"/>
          </a:xfrm>
        </p:grpSpPr>
        <p:sp>
          <p:nvSpPr>
            <p:cNvPr id="6314" name="Google Shape;6314;p77"/>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5" name="Google Shape;6315;p77"/>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6" name="Google Shape;6316;p77"/>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7" name="Google Shape;6317;p77"/>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18" name="Google Shape;6318;p77"/>
          <p:cNvGrpSpPr/>
          <p:nvPr/>
        </p:nvGrpSpPr>
        <p:grpSpPr>
          <a:xfrm>
            <a:off x="2617629" y="3579991"/>
            <a:ext cx="371814" cy="369974"/>
            <a:chOff x="-38538975" y="3954250"/>
            <a:chExt cx="318225" cy="316650"/>
          </a:xfrm>
        </p:grpSpPr>
        <p:sp>
          <p:nvSpPr>
            <p:cNvPr id="6319" name="Google Shape;6319;p77"/>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0" name="Google Shape;6320;p77"/>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21" name="Google Shape;6321;p77"/>
          <p:cNvGrpSpPr/>
          <p:nvPr/>
        </p:nvGrpSpPr>
        <p:grpSpPr>
          <a:xfrm>
            <a:off x="3934941" y="3574918"/>
            <a:ext cx="375465" cy="371814"/>
            <a:chOff x="-37385100" y="3949908"/>
            <a:chExt cx="321350" cy="318225"/>
          </a:xfrm>
        </p:grpSpPr>
        <p:sp>
          <p:nvSpPr>
            <p:cNvPr id="6322" name="Google Shape;6322;p77"/>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3" name="Google Shape;6323;p77"/>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24" name="Google Shape;6324;p77"/>
          <p:cNvGrpSpPr/>
          <p:nvPr/>
        </p:nvGrpSpPr>
        <p:grpSpPr>
          <a:xfrm>
            <a:off x="2110600" y="1310478"/>
            <a:ext cx="370909" cy="370675"/>
            <a:chOff x="-41895050" y="3217225"/>
            <a:chExt cx="317450" cy="317250"/>
          </a:xfrm>
        </p:grpSpPr>
        <p:sp>
          <p:nvSpPr>
            <p:cNvPr id="6325" name="Google Shape;6325;p77"/>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6" name="Google Shape;6326;p77"/>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7" name="Google Shape;6327;p77"/>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8" name="Google Shape;6328;p77"/>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9" name="Google Shape;6329;p77"/>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30" name="Google Shape;6330;p77"/>
          <p:cNvGrpSpPr/>
          <p:nvPr/>
        </p:nvGrpSpPr>
        <p:grpSpPr>
          <a:xfrm>
            <a:off x="2110148" y="1747412"/>
            <a:ext cx="371814" cy="369974"/>
            <a:chOff x="-41893475" y="3584850"/>
            <a:chExt cx="318225" cy="316650"/>
          </a:xfrm>
        </p:grpSpPr>
        <p:sp>
          <p:nvSpPr>
            <p:cNvPr id="6331" name="Google Shape;6331;p77"/>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2" name="Google Shape;6332;p77"/>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3" name="Google Shape;6333;p77"/>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4" name="Google Shape;6334;p77"/>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35" name="Google Shape;6335;p77"/>
          <p:cNvSpPr/>
          <p:nvPr/>
        </p:nvSpPr>
        <p:spPr>
          <a:xfrm>
            <a:off x="2113120" y="2191712"/>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6" name="Google Shape;6336;p77"/>
          <p:cNvSpPr/>
          <p:nvPr/>
        </p:nvSpPr>
        <p:spPr>
          <a:xfrm>
            <a:off x="824879" y="2684050"/>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37" name="Google Shape;6337;p77"/>
          <p:cNvGrpSpPr/>
          <p:nvPr/>
        </p:nvGrpSpPr>
        <p:grpSpPr>
          <a:xfrm>
            <a:off x="880176" y="3142704"/>
            <a:ext cx="337522" cy="370909"/>
            <a:chOff x="-39998250" y="3605325"/>
            <a:chExt cx="288875" cy="317450"/>
          </a:xfrm>
        </p:grpSpPr>
        <p:sp>
          <p:nvSpPr>
            <p:cNvPr id="6338" name="Google Shape;6338;p77"/>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9" name="Google Shape;6339;p77"/>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40" name="Google Shape;6340;p77"/>
          <p:cNvGrpSpPr/>
          <p:nvPr/>
        </p:nvGrpSpPr>
        <p:grpSpPr>
          <a:xfrm>
            <a:off x="863950" y="3601168"/>
            <a:ext cx="369974" cy="369945"/>
            <a:chOff x="-40011050" y="3972375"/>
            <a:chExt cx="316650" cy="316625"/>
          </a:xfrm>
        </p:grpSpPr>
        <p:sp>
          <p:nvSpPr>
            <p:cNvPr id="6341" name="Google Shape;6341;p77"/>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2" name="Google Shape;6342;p77"/>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43" name="Google Shape;6343;p77"/>
          <p:cNvGrpSpPr/>
          <p:nvPr/>
        </p:nvGrpSpPr>
        <p:grpSpPr>
          <a:xfrm>
            <a:off x="3095881" y="2665867"/>
            <a:ext cx="266921" cy="369039"/>
            <a:chOff x="-38129425" y="3222550"/>
            <a:chExt cx="228450" cy="315850"/>
          </a:xfrm>
        </p:grpSpPr>
        <p:sp>
          <p:nvSpPr>
            <p:cNvPr id="6344" name="Google Shape;6344;p77"/>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5" name="Google Shape;6345;p77"/>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46" name="Google Shape;6346;p77"/>
          <p:cNvGrpSpPr/>
          <p:nvPr/>
        </p:nvGrpSpPr>
        <p:grpSpPr>
          <a:xfrm>
            <a:off x="3050850" y="3122462"/>
            <a:ext cx="371785" cy="369974"/>
            <a:chOff x="-38172725" y="3588000"/>
            <a:chExt cx="318200" cy="316650"/>
          </a:xfrm>
        </p:grpSpPr>
        <p:sp>
          <p:nvSpPr>
            <p:cNvPr id="6347" name="Google Shape;6347;p77"/>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8" name="Google Shape;6348;p77"/>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9" name="Google Shape;6349;p77"/>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0" name="Google Shape;6350;p77"/>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1" name="Google Shape;6351;p77"/>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2" name="Google Shape;6352;p77"/>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3" name="Google Shape;6353;p77"/>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4" name="Google Shape;6354;p77"/>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55" name="Google Shape;6355;p77"/>
          <p:cNvGrpSpPr/>
          <p:nvPr/>
        </p:nvGrpSpPr>
        <p:grpSpPr>
          <a:xfrm>
            <a:off x="3126752" y="3580897"/>
            <a:ext cx="219981" cy="369974"/>
            <a:chOff x="-38109725" y="3955025"/>
            <a:chExt cx="188275" cy="316650"/>
          </a:xfrm>
        </p:grpSpPr>
        <p:sp>
          <p:nvSpPr>
            <p:cNvPr id="6356" name="Google Shape;6356;p77"/>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7" name="Google Shape;6357;p77"/>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58" name="Google Shape;6358;p77"/>
          <p:cNvSpPr/>
          <p:nvPr/>
        </p:nvSpPr>
        <p:spPr>
          <a:xfrm>
            <a:off x="2228355" y="4040658"/>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59" name="Google Shape;6359;p77"/>
          <p:cNvGrpSpPr/>
          <p:nvPr/>
        </p:nvGrpSpPr>
        <p:grpSpPr>
          <a:xfrm>
            <a:off x="2542151" y="1312318"/>
            <a:ext cx="373654" cy="369068"/>
            <a:chOff x="-41530375" y="3218800"/>
            <a:chExt cx="319800" cy="315875"/>
          </a:xfrm>
        </p:grpSpPr>
        <p:sp>
          <p:nvSpPr>
            <p:cNvPr id="6360" name="Google Shape;6360;p77"/>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1" name="Google Shape;6361;p77"/>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62" name="Google Shape;6362;p77"/>
          <p:cNvGrpSpPr/>
          <p:nvPr/>
        </p:nvGrpSpPr>
        <p:grpSpPr>
          <a:xfrm>
            <a:off x="2544444" y="1827476"/>
            <a:ext cx="369068" cy="289004"/>
            <a:chOff x="-41526450" y="3653375"/>
            <a:chExt cx="315875" cy="247350"/>
          </a:xfrm>
        </p:grpSpPr>
        <p:sp>
          <p:nvSpPr>
            <p:cNvPr id="6363" name="Google Shape;6363;p77"/>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4" name="Google Shape;6364;p77"/>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65" name="Google Shape;6365;p77"/>
          <p:cNvGrpSpPr/>
          <p:nvPr/>
        </p:nvGrpSpPr>
        <p:grpSpPr>
          <a:xfrm>
            <a:off x="2545831" y="2190140"/>
            <a:ext cx="366293" cy="369974"/>
            <a:chOff x="-41526450" y="3951100"/>
            <a:chExt cx="313500" cy="316650"/>
          </a:xfrm>
        </p:grpSpPr>
        <p:sp>
          <p:nvSpPr>
            <p:cNvPr id="6366" name="Google Shape;6366;p77"/>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7" name="Google Shape;6367;p77"/>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8" name="Google Shape;6368;p77"/>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69" name="Google Shape;6369;p77"/>
          <p:cNvGrpSpPr/>
          <p:nvPr/>
        </p:nvGrpSpPr>
        <p:grpSpPr>
          <a:xfrm>
            <a:off x="1311086" y="2684269"/>
            <a:ext cx="339595" cy="371814"/>
            <a:chOff x="-39625900" y="3238300"/>
            <a:chExt cx="290650" cy="318225"/>
          </a:xfrm>
        </p:grpSpPr>
        <p:sp>
          <p:nvSpPr>
            <p:cNvPr id="6370" name="Google Shape;6370;p77"/>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1" name="Google Shape;6371;p77"/>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72" name="Google Shape;6372;p77"/>
          <p:cNvSpPr/>
          <p:nvPr/>
        </p:nvSpPr>
        <p:spPr>
          <a:xfrm>
            <a:off x="1333259" y="3143395"/>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73" name="Google Shape;6373;p77"/>
          <p:cNvGrpSpPr/>
          <p:nvPr/>
        </p:nvGrpSpPr>
        <p:grpSpPr>
          <a:xfrm>
            <a:off x="1305137" y="3600730"/>
            <a:ext cx="366293" cy="370441"/>
            <a:chOff x="-39647175" y="3972000"/>
            <a:chExt cx="313500" cy="317050"/>
          </a:xfrm>
        </p:grpSpPr>
        <p:sp>
          <p:nvSpPr>
            <p:cNvPr id="6374" name="Google Shape;6374;p77"/>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5" name="Google Shape;6375;p77"/>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6" name="Google Shape;6376;p77"/>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77" name="Google Shape;6377;p77"/>
          <p:cNvGrpSpPr/>
          <p:nvPr/>
        </p:nvGrpSpPr>
        <p:grpSpPr>
          <a:xfrm>
            <a:off x="3474265" y="2664728"/>
            <a:ext cx="375495" cy="370879"/>
            <a:chOff x="-37808850" y="3221575"/>
            <a:chExt cx="321375" cy="317425"/>
          </a:xfrm>
        </p:grpSpPr>
        <p:sp>
          <p:nvSpPr>
            <p:cNvPr id="6378" name="Google Shape;6378;p77"/>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9" name="Google Shape;6379;p77"/>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80" name="Google Shape;6380;p77"/>
          <p:cNvGrpSpPr/>
          <p:nvPr/>
        </p:nvGrpSpPr>
        <p:grpSpPr>
          <a:xfrm>
            <a:off x="3483038" y="3186759"/>
            <a:ext cx="372749" cy="241158"/>
            <a:chOff x="-37806500" y="3643030"/>
            <a:chExt cx="319025" cy="206400"/>
          </a:xfrm>
        </p:grpSpPr>
        <p:sp>
          <p:nvSpPr>
            <p:cNvPr id="6381" name="Google Shape;6381;p77"/>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82" name="Google Shape;6382;p77"/>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83" name="Google Shape;6383;p77"/>
          <p:cNvGrpSpPr/>
          <p:nvPr/>
        </p:nvGrpSpPr>
        <p:grpSpPr>
          <a:xfrm>
            <a:off x="3485346" y="3579056"/>
            <a:ext cx="368134" cy="371814"/>
            <a:chOff x="-37804925" y="3953450"/>
            <a:chExt cx="315075" cy="318225"/>
          </a:xfrm>
        </p:grpSpPr>
        <p:sp>
          <p:nvSpPr>
            <p:cNvPr id="6384" name="Google Shape;6384;p77"/>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85" name="Google Shape;6385;p77"/>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86" name="Google Shape;6386;p77"/>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87" name="Google Shape;6387;p77"/>
          <p:cNvSpPr/>
          <p:nvPr/>
        </p:nvSpPr>
        <p:spPr>
          <a:xfrm>
            <a:off x="2734290" y="4043800"/>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88" name="Google Shape;6388;p77"/>
          <p:cNvGrpSpPr/>
          <p:nvPr/>
        </p:nvGrpSpPr>
        <p:grpSpPr>
          <a:xfrm>
            <a:off x="4840364" y="1328538"/>
            <a:ext cx="355663" cy="308725"/>
            <a:chOff x="-28462125" y="3199700"/>
            <a:chExt cx="298550" cy="259150"/>
          </a:xfrm>
        </p:grpSpPr>
        <p:sp>
          <p:nvSpPr>
            <p:cNvPr id="6389" name="Google Shape;6389;p77"/>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0" name="Google Shape;6390;p77"/>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1" name="Google Shape;6391;p77"/>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92" name="Google Shape;6392;p77"/>
          <p:cNvGrpSpPr/>
          <p:nvPr/>
        </p:nvGrpSpPr>
        <p:grpSpPr>
          <a:xfrm>
            <a:off x="4841317" y="1763228"/>
            <a:ext cx="353757" cy="352833"/>
            <a:chOff x="-28461325" y="3545475"/>
            <a:chExt cx="296950" cy="296175"/>
          </a:xfrm>
        </p:grpSpPr>
        <p:sp>
          <p:nvSpPr>
            <p:cNvPr id="6393" name="Google Shape;6393;p77"/>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4" name="Google Shape;6394;p77"/>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5" name="Google Shape;6395;p77"/>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6" name="Google Shape;6396;p77"/>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7" name="Google Shape;6397;p77"/>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8" name="Google Shape;6398;p77"/>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99" name="Google Shape;6399;p77"/>
          <p:cNvGrpSpPr/>
          <p:nvPr/>
        </p:nvGrpSpPr>
        <p:grpSpPr>
          <a:xfrm>
            <a:off x="4837550" y="2213272"/>
            <a:ext cx="361292" cy="352803"/>
            <a:chOff x="-28463700" y="3914875"/>
            <a:chExt cx="303275" cy="296150"/>
          </a:xfrm>
        </p:grpSpPr>
        <p:sp>
          <p:nvSpPr>
            <p:cNvPr id="6400" name="Google Shape;6400;p77"/>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1" name="Google Shape;6401;p77"/>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02" name="Google Shape;6402;p77"/>
          <p:cNvGrpSpPr/>
          <p:nvPr/>
        </p:nvGrpSpPr>
        <p:grpSpPr>
          <a:xfrm>
            <a:off x="7072335" y="1369355"/>
            <a:ext cx="351880" cy="227092"/>
            <a:chOff x="-26573400" y="3224125"/>
            <a:chExt cx="295375" cy="190625"/>
          </a:xfrm>
        </p:grpSpPr>
        <p:sp>
          <p:nvSpPr>
            <p:cNvPr id="6403" name="Google Shape;6403;p77"/>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4" name="Google Shape;6404;p77"/>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05" name="Google Shape;6405;p77"/>
          <p:cNvGrpSpPr/>
          <p:nvPr/>
        </p:nvGrpSpPr>
        <p:grpSpPr>
          <a:xfrm>
            <a:off x="7072335" y="1763690"/>
            <a:ext cx="351880" cy="351910"/>
            <a:chOff x="-26573400" y="3546250"/>
            <a:chExt cx="295375" cy="295400"/>
          </a:xfrm>
        </p:grpSpPr>
        <p:sp>
          <p:nvSpPr>
            <p:cNvPr id="6406" name="Google Shape;6406;p77"/>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7" name="Google Shape;6407;p77"/>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8" name="Google Shape;6408;p77"/>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9" name="Google Shape;6409;p77"/>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0" name="Google Shape;6410;p77"/>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11" name="Google Shape;6411;p77"/>
          <p:cNvGrpSpPr/>
          <p:nvPr/>
        </p:nvGrpSpPr>
        <p:grpSpPr>
          <a:xfrm>
            <a:off x="7060615" y="2213599"/>
            <a:ext cx="375319" cy="352148"/>
            <a:chOff x="-26583625" y="3917025"/>
            <a:chExt cx="315050" cy="295600"/>
          </a:xfrm>
        </p:grpSpPr>
        <p:sp>
          <p:nvSpPr>
            <p:cNvPr id="6412" name="Google Shape;6412;p77"/>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3" name="Google Shape;6413;p77"/>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4" name="Google Shape;6414;p77"/>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5" name="Google Shape;6415;p77"/>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416" name="Google Shape;6416;p77"/>
          <p:cNvSpPr/>
          <p:nvPr/>
        </p:nvSpPr>
        <p:spPr>
          <a:xfrm>
            <a:off x="5727703" y="269411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417" name="Google Shape;6417;p77"/>
          <p:cNvGrpSpPr/>
          <p:nvPr/>
        </p:nvGrpSpPr>
        <p:grpSpPr>
          <a:xfrm>
            <a:off x="5759130" y="3172629"/>
            <a:ext cx="289039" cy="352833"/>
            <a:chOff x="-24694925" y="3518700"/>
            <a:chExt cx="242625" cy="296175"/>
          </a:xfrm>
        </p:grpSpPr>
        <p:sp>
          <p:nvSpPr>
            <p:cNvPr id="6418" name="Google Shape;6418;p77"/>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9" name="Google Shape;6419;p77"/>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0" name="Google Shape;6420;p77"/>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1" name="Google Shape;6421;p77"/>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22" name="Google Shape;6422;p77"/>
          <p:cNvGrpSpPr/>
          <p:nvPr/>
        </p:nvGrpSpPr>
        <p:grpSpPr>
          <a:xfrm>
            <a:off x="5758668" y="3622657"/>
            <a:ext cx="289962" cy="352833"/>
            <a:chOff x="-24709100" y="3888875"/>
            <a:chExt cx="243400" cy="296175"/>
          </a:xfrm>
        </p:grpSpPr>
        <p:sp>
          <p:nvSpPr>
            <p:cNvPr id="6423" name="Google Shape;6423;p77"/>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4" name="Google Shape;6424;p77"/>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5" name="Google Shape;6425;p77"/>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26" name="Google Shape;6426;p77"/>
          <p:cNvGrpSpPr/>
          <p:nvPr/>
        </p:nvGrpSpPr>
        <p:grpSpPr>
          <a:xfrm>
            <a:off x="7958668" y="2695320"/>
            <a:ext cx="356556" cy="349557"/>
            <a:chOff x="-22863675" y="3131775"/>
            <a:chExt cx="299300" cy="293425"/>
          </a:xfrm>
        </p:grpSpPr>
        <p:sp>
          <p:nvSpPr>
            <p:cNvPr id="6427" name="Google Shape;6427;p77"/>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8" name="Google Shape;6428;p77"/>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9" name="Google Shape;6429;p77"/>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30" name="Google Shape;6430;p77"/>
          <p:cNvGrpSpPr/>
          <p:nvPr/>
        </p:nvGrpSpPr>
        <p:grpSpPr>
          <a:xfrm>
            <a:off x="5301532" y="1306499"/>
            <a:ext cx="310602" cy="352803"/>
            <a:chOff x="-28069875" y="3175300"/>
            <a:chExt cx="260725" cy="296150"/>
          </a:xfrm>
        </p:grpSpPr>
        <p:sp>
          <p:nvSpPr>
            <p:cNvPr id="6431" name="Google Shape;6431;p77"/>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2" name="Google Shape;6432;p77"/>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3" name="Google Shape;6433;p77"/>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4" name="Google Shape;6434;p77"/>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5" name="Google Shape;6435;p77"/>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6" name="Google Shape;6436;p77"/>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7" name="Google Shape;6437;p77"/>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8" name="Google Shape;6438;p77"/>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9" name="Google Shape;6439;p77"/>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440" name="Google Shape;6440;p77"/>
          <p:cNvSpPr/>
          <p:nvPr/>
        </p:nvSpPr>
        <p:spPr>
          <a:xfrm>
            <a:off x="5280965" y="176423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441" name="Google Shape;6441;p77"/>
          <p:cNvGrpSpPr/>
          <p:nvPr/>
        </p:nvGrpSpPr>
        <p:grpSpPr>
          <a:xfrm>
            <a:off x="5342810" y="2213733"/>
            <a:ext cx="228045" cy="351880"/>
            <a:chOff x="-28032075" y="3916450"/>
            <a:chExt cx="191425" cy="295375"/>
          </a:xfrm>
        </p:grpSpPr>
        <p:sp>
          <p:nvSpPr>
            <p:cNvPr id="6442" name="Google Shape;6442;p77"/>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43" name="Google Shape;6443;p77"/>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44" name="Google Shape;6444;p77"/>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45" name="Google Shape;6445;p77"/>
          <p:cNvGrpSpPr/>
          <p:nvPr/>
        </p:nvGrpSpPr>
        <p:grpSpPr>
          <a:xfrm>
            <a:off x="7508157" y="1306484"/>
            <a:ext cx="352833" cy="352833"/>
            <a:chOff x="-26201650" y="3176075"/>
            <a:chExt cx="296175" cy="296175"/>
          </a:xfrm>
        </p:grpSpPr>
        <p:sp>
          <p:nvSpPr>
            <p:cNvPr id="6446" name="Google Shape;6446;p77"/>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47" name="Google Shape;6447;p77"/>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48" name="Google Shape;6448;p77"/>
          <p:cNvGrpSpPr/>
          <p:nvPr/>
        </p:nvGrpSpPr>
        <p:grpSpPr>
          <a:xfrm>
            <a:off x="7507680" y="1763705"/>
            <a:ext cx="353786" cy="351880"/>
            <a:chOff x="-26204800" y="3547050"/>
            <a:chExt cx="296975" cy="295375"/>
          </a:xfrm>
        </p:grpSpPr>
        <p:sp>
          <p:nvSpPr>
            <p:cNvPr id="6449" name="Google Shape;6449;p77"/>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0" name="Google Shape;6450;p77"/>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451" name="Google Shape;6451;p77"/>
          <p:cNvSpPr/>
          <p:nvPr/>
        </p:nvSpPr>
        <p:spPr>
          <a:xfrm>
            <a:off x="7540567" y="221320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452" name="Google Shape;6452;p77"/>
          <p:cNvGrpSpPr/>
          <p:nvPr/>
        </p:nvGrpSpPr>
        <p:grpSpPr>
          <a:xfrm>
            <a:off x="6178935" y="2693683"/>
            <a:ext cx="345328" cy="352833"/>
            <a:chOff x="-24353875" y="3147725"/>
            <a:chExt cx="289875" cy="296175"/>
          </a:xfrm>
        </p:grpSpPr>
        <p:sp>
          <p:nvSpPr>
            <p:cNvPr id="6453" name="Google Shape;6453;p77"/>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4" name="Google Shape;6454;p77"/>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55" name="Google Shape;6455;p77"/>
          <p:cNvGrpSpPr/>
          <p:nvPr/>
        </p:nvGrpSpPr>
        <p:grpSpPr>
          <a:xfrm>
            <a:off x="6186917" y="3173090"/>
            <a:ext cx="329365" cy="351910"/>
            <a:chOff x="-24344425" y="3519475"/>
            <a:chExt cx="276475" cy="295400"/>
          </a:xfrm>
        </p:grpSpPr>
        <p:sp>
          <p:nvSpPr>
            <p:cNvPr id="6456" name="Google Shape;6456;p77"/>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7" name="Google Shape;6457;p77"/>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58" name="Google Shape;6458;p77"/>
          <p:cNvGrpSpPr/>
          <p:nvPr/>
        </p:nvGrpSpPr>
        <p:grpSpPr>
          <a:xfrm>
            <a:off x="6176597" y="3625010"/>
            <a:ext cx="350004" cy="348128"/>
            <a:chOff x="-24353075" y="3891250"/>
            <a:chExt cx="293800" cy="292225"/>
          </a:xfrm>
        </p:grpSpPr>
        <p:sp>
          <p:nvSpPr>
            <p:cNvPr id="6459" name="Google Shape;6459;p77"/>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0" name="Google Shape;6460;p77"/>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61" name="Google Shape;6461;p77"/>
          <p:cNvGrpSpPr/>
          <p:nvPr/>
        </p:nvGrpSpPr>
        <p:grpSpPr>
          <a:xfrm>
            <a:off x="7960068" y="3173313"/>
            <a:ext cx="353757" cy="351463"/>
            <a:chOff x="-22845575" y="3504075"/>
            <a:chExt cx="296950" cy="295025"/>
          </a:xfrm>
        </p:grpSpPr>
        <p:sp>
          <p:nvSpPr>
            <p:cNvPr id="6462" name="Google Shape;6462;p77"/>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3" name="Google Shape;6463;p77"/>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64" name="Google Shape;6464;p77"/>
          <p:cNvGrpSpPr/>
          <p:nvPr/>
        </p:nvGrpSpPr>
        <p:grpSpPr>
          <a:xfrm>
            <a:off x="5753249" y="1306961"/>
            <a:ext cx="299344" cy="351880"/>
            <a:chOff x="-27691025" y="3175300"/>
            <a:chExt cx="251275" cy="295375"/>
          </a:xfrm>
        </p:grpSpPr>
        <p:sp>
          <p:nvSpPr>
            <p:cNvPr id="6465" name="Google Shape;6465;p77"/>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6" name="Google Shape;6466;p77"/>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7" name="Google Shape;6467;p77"/>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8" name="Google Shape;6468;p77"/>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69" name="Google Shape;6469;p77"/>
          <p:cNvGrpSpPr/>
          <p:nvPr/>
        </p:nvGrpSpPr>
        <p:grpSpPr>
          <a:xfrm>
            <a:off x="5725566" y="1825637"/>
            <a:ext cx="354710" cy="228015"/>
            <a:chOff x="-27721750" y="3598250"/>
            <a:chExt cx="297750" cy="191400"/>
          </a:xfrm>
        </p:grpSpPr>
        <p:sp>
          <p:nvSpPr>
            <p:cNvPr id="6470" name="Google Shape;6470;p77"/>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1" name="Google Shape;6471;p77"/>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72" name="Google Shape;6472;p77"/>
          <p:cNvGrpSpPr/>
          <p:nvPr/>
        </p:nvGrpSpPr>
        <p:grpSpPr>
          <a:xfrm>
            <a:off x="5726966" y="2219183"/>
            <a:ext cx="351910" cy="340980"/>
            <a:chOff x="-27719400" y="3925600"/>
            <a:chExt cx="295400" cy="286225"/>
          </a:xfrm>
        </p:grpSpPr>
        <p:sp>
          <p:nvSpPr>
            <p:cNvPr id="6473" name="Google Shape;6473;p77"/>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4" name="Google Shape;6474;p77"/>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75" name="Google Shape;6475;p77"/>
          <p:cNvGrpSpPr/>
          <p:nvPr/>
        </p:nvGrpSpPr>
        <p:grpSpPr>
          <a:xfrm>
            <a:off x="7948238" y="1306023"/>
            <a:ext cx="353757" cy="353757"/>
            <a:chOff x="-25834600" y="3176875"/>
            <a:chExt cx="296950" cy="296950"/>
          </a:xfrm>
        </p:grpSpPr>
        <p:sp>
          <p:nvSpPr>
            <p:cNvPr id="6476" name="Google Shape;6476;p77"/>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7" name="Google Shape;6477;p77"/>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8" name="Google Shape;6478;p77"/>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9" name="Google Shape;6479;p77"/>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0" name="Google Shape;6480;p77"/>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81" name="Google Shape;6481;p77"/>
          <p:cNvGrpSpPr/>
          <p:nvPr/>
        </p:nvGrpSpPr>
        <p:grpSpPr>
          <a:xfrm>
            <a:off x="7948238" y="1774024"/>
            <a:ext cx="353757" cy="331241"/>
            <a:chOff x="-25834600" y="3564375"/>
            <a:chExt cx="296950" cy="278050"/>
          </a:xfrm>
        </p:grpSpPr>
        <p:sp>
          <p:nvSpPr>
            <p:cNvPr id="6482" name="Google Shape;6482;p77"/>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3" name="Google Shape;6483;p77"/>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4" name="Google Shape;6484;p77"/>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5" name="Google Shape;6485;p77"/>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6" name="Google Shape;6486;p77"/>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7" name="Google Shape;6487;p77"/>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8" name="Google Shape;6488;p77"/>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9" name="Google Shape;6489;p77"/>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90" name="Google Shape;6490;p77"/>
          <p:cNvGrpSpPr/>
          <p:nvPr/>
        </p:nvGrpSpPr>
        <p:grpSpPr>
          <a:xfrm>
            <a:off x="7946362" y="2213376"/>
            <a:ext cx="357509" cy="352595"/>
            <a:chOff x="-25834600" y="3915850"/>
            <a:chExt cx="300100" cy="295975"/>
          </a:xfrm>
        </p:grpSpPr>
        <p:sp>
          <p:nvSpPr>
            <p:cNvPr id="6491" name="Google Shape;6491;p77"/>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2" name="Google Shape;6492;p77"/>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3" name="Google Shape;6493;p77"/>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94" name="Google Shape;6494;p77"/>
          <p:cNvGrpSpPr/>
          <p:nvPr/>
        </p:nvGrpSpPr>
        <p:grpSpPr>
          <a:xfrm>
            <a:off x="6681790" y="2694606"/>
            <a:ext cx="228968" cy="350987"/>
            <a:chOff x="-23930925" y="3149300"/>
            <a:chExt cx="192200" cy="294625"/>
          </a:xfrm>
        </p:grpSpPr>
        <p:sp>
          <p:nvSpPr>
            <p:cNvPr id="6495" name="Google Shape;6495;p77"/>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6" name="Google Shape;6496;p77"/>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7" name="Google Shape;6497;p77"/>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8" name="Google Shape;6498;p77"/>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99" name="Google Shape;6499;p77"/>
          <p:cNvGrpSpPr/>
          <p:nvPr/>
        </p:nvGrpSpPr>
        <p:grpSpPr>
          <a:xfrm>
            <a:off x="6638620" y="3173090"/>
            <a:ext cx="315307" cy="351910"/>
            <a:chOff x="-23962425" y="3519475"/>
            <a:chExt cx="264675" cy="295400"/>
          </a:xfrm>
        </p:grpSpPr>
        <p:sp>
          <p:nvSpPr>
            <p:cNvPr id="6500" name="Google Shape;6500;p77"/>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1" name="Google Shape;6501;p77"/>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02" name="Google Shape;6502;p77"/>
          <p:cNvSpPr/>
          <p:nvPr/>
        </p:nvSpPr>
        <p:spPr>
          <a:xfrm>
            <a:off x="6609056" y="362680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03" name="Google Shape;6503;p77"/>
          <p:cNvGrpSpPr/>
          <p:nvPr/>
        </p:nvGrpSpPr>
        <p:grpSpPr>
          <a:xfrm>
            <a:off x="8017295" y="3623134"/>
            <a:ext cx="239302" cy="351880"/>
            <a:chOff x="-22788075" y="3904625"/>
            <a:chExt cx="200875" cy="295375"/>
          </a:xfrm>
        </p:grpSpPr>
        <p:sp>
          <p:nvSpPr>
            <p:cNvPr id="6504" name="Google Shape;6504;p77"/>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5" name="Google Shape;6505;p77"/>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6" name="Google Shape;6506;p77"/>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7" name="Google Shape;6507;p77"/>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08" name="Google Shape;6508;p77"/>
          <p:cNvGrpSpPr/>
          <p:nvPr/>
        </p:nvGrpSpPr>
        <p:grpSpPr>
          <a:xfrm>
            <a:off x="6172593" y="1306499"/>
            <a:ext cx="354710" cy="352803"/>
            <a:chOff x="-27351575" y="3175300"/>
            <a:chExt cx="297750" cy="296150"/>
          </a:xfrm>
        </p:grpSpPr>
        <p:sp>
          <p:nvSpPr>
            <p:cNvPr id="6509" name="Google Shape;6509;p77"/>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0" name="Google Shape;6510;p77"/>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1" name="Google Shape;6511;p77"/>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2" name="Google Shape;6512;p77"/>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13" name="Google Shape;6513;p77"/>
          <p:cNvGrpSpPr/>
          <p:nvPr/>
        </p:nvGrpSpPr>
        <p:grpSpPr>
          <a:xfrm>
            <a:off x="6218402" y="1758809"/>
            <a:ext cx="269293" cy="353072"/>
            <a:chOff x="-27313750" y="3545275"/>
            <a:chExt cx="226050" cy="296375"/>
          </a:xfrm>
        </p:grpSpPr>
        <p:sp>
          <p:nvSpPr>
            <p:cNvPr id="6514" name="Google Shape;6514;p77"/>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5" name="Google Shape;6515;p77"/>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6" name="Google Shape;6516;p77"/>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17" name="Google Shape;6517;p77"/>
          <p:cNvGrpSpPr/>
          <p:nvPr/>
        </p:nvGrpSpPr>
        <p:grpSpPr>
          <a:xfrm>
            <a:off x="6172593" y="2211380"/>
            <a:ext cx="354710" cy="356586"/>
            <a:chOff x="-27351575" y="3915650"/>
            <a:chExt cx="297750" cy="299325"/>
          </a:xfrm>
        </p:grpSpPr>
        <p:sp>
          <p:nvSpPr>
            <p:cNvPr id="6518" name="Google Shape;6518;p77"/>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9" name="Google Shape;6519;p77"/>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20" name="Google Shape;6520;p77"/>
          <p:cNvGrpSpPr/>
          <p:nvPr/>
        </p:nvGrpSpPr>
        <p:grpSpPr>
          <a:xfrm>
            <a:off x="4860084" y="2693579"/>
            <a:ext cx="319060" cy="353042"/>
            <a:chOff x="-25445525" y="3175900"/>
            <a:chExt cx="267825" cy="296350"/>
          </a:xfrm>
        </p:grpSpPr>
        <p:sp>
          <p:nvSpPr>
            <p:cNvPr id="6521" name="Google Shape;6521;p77"/>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2" name="Google Shape;6522;p77"/>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3" name="Google Shape;6523;p77"/>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24" name="Google Shape;6524;p77"/>
          <p:cNvGrpSpPr/>
          <p:nvPr/>
        </p:nvGrpSpPr>
        <p:grpSpPr>
          <a:xfrm>
            <a:off x="4841797" y="3183902"/>
            <a:ext cx="355633" cy="330288"/>
            <a:chOff x="-25465200" y="3565175"/>
            <a:chExt cx="298525" cy="277250"/>
          </a:xfrm>
        </p:grpSpPr>
        <p:sp>
          <p:nvSpPr>
            <p:cNvPr id="6525" name="Google Shape;6525;p77"/>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6" name="Google Shape;6526;p77"/>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27" name="Google Shape;6527;p77"/>
          <p:cNvGrpSpPr/>
          <p:nvPr/>
        </p:nvGrpSpPr>
        <p:grpSpPr>
          <a:xfrm>
            <a:off x="4841336" y="3623432"/>
            <a:ext cx="356556" cy="351285"/>
            <a:chOff x="-25465200" y="3916150"/>
            <a:chExt cx="299300" cy="294875"/>
          </a:xfrm>
        </p:grpSpPr>
        <p:sp>
          <p:nvSpPr>
            <p:cNvPr id="6528" name="Google Shape;6528;p77"/>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9" name="Google Shape;6529;p77"/>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30" name="Google Shape;6530;p77"/>
          <p:cNvGrpSpPr/>
          <p:nvPr/>
        </p:nvGrpSpPr>
        <p:grpSpPr>
          <a:xfrm>
            <a:off x="7068775" y="2693698"/>
            <a:ext cx="351880" cy="352803"/>
            <a:chOff x="-23615075" y="3148525"/>
            <a:chExt cx="295375" cy="296150"/>
          </a:xfrm>
        </p:grpSpPr>
        <p:sp>
          <p:nvSpPr>
            <p:cNvPr id="6531" name="Google Shape;6531;p77"/>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2" name="Google Shape;6532;p77"/>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3" name="Google Shape;6533;p77"/>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4" name="Google Shape;6534;p77"/>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35" name="Google Shape;6535;p77"/>
          <p:cNvSpPr/>
          <p:nvPr/>
        </p:nvSpPr>
        <p:spPr>
          <a:xfrm>
            <a:off x="7066872" y="317205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36" name="Google Shape;6536;p77"/>
          <p:cNvGrpSpPr/>
          <p:nvPr/>
        </p:nvGrpSpPr>
        <p:grpSpPr>
          <a:xfrm>
            <a:off x="7068299" y="3632977"/>
            <a:ext cx="352833" cy="332194"/>
            <a:chOff x="-23615075" y="3906200"/>
            <a:chExt cx="296175" cy="278850"/>
          </a:xfrm>
        </p:grpSpPr>
        <p:sp>
          <p:nvSpPr>
            <p:cNvPr id="6537" name="Google Shape;6537;p77"/>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8" name="Google Shape;6538;p77"/>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9" name="Google Shape;6539;p77"/>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40" name="Google Shape;6540;p77"/>
          <p:cNvSpPr/>
          <p:nvPr/>
        </p:nvSpPr>
        <p:spPr>
          <a:xfrm>
            <a:off x="6187131" y="406494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41" name="Google Shape;6541;p77"/>
          <p:cNvGrpSpPr/>
          <p:nvPr/>
        </p:nvGrpSpPr>
        <p:grpSpPr>
          <a:xfrm>
            <a:off x="6617268" y="1306618"/>
            <a:ext cx="353757" cy="352565"/>
            <a:chOff x="-26980600" y="3175500"/>
            <a:chExt cx="296950" cy="295950"/>
          </a:xfrm>
        </p:grpSpPr>
        <p:sp>
          <p:nvSpPr>
            <p:cNvPr id="6542" name="Google Shape;6542;p77"/>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3" name="Google Shape;6543;p77"/>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4" name="Google Shape;6544;p77"/>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45" name="Google Shape;6545;p77"/>
          <p:cNvSpPr/>
          <p:nvPr/>
        </p:nvSpPr>
        <p:spPr>
          <a:xfrm>
            <a:off x="6639835" y="176363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46" name="Google Shape;6546;p77"/>
          <p:cNvGrpSpPr/>
          <p:nvPr/>
        </p:nvGrpSpPr>
        <p:grpSpPr>
          <a:xfrm>
            <a:off x="6617744" y="2245154"/>
            <a:ext cx="352803" cy="289039"/>
            <a:chOff x="-26981375" y="3951875"/>
            <a:chExt cx="296150" cy="242625"/>
          </a:xfrm>
        </p:grpSpPr>
        <p:sp>
          <p:nvSpPr>
            <p:cNvPr id="6547" name="Google Shape;6547;p77"/>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8" name="Google Shape;6548;p77"/>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9" name="Google Shape;6549;p77"/>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50" name="Google Shape;6550;p77"/>
          <p:cNvGrpSpPr/>
          <p:nvPr/>
        </p:nvGrpSpPr>
        <p:grpSpPr>
          <a:xfrm>
            <a:off x="5282787" y="2692745"/>
            <a:ext cx="351910" cy="354710"/>
            <a:chOff x="-25094250" y="3176075"/>
            <a:chExt cx="295400" cy="297750"/>
          </a:xfrm>
        </p:grpSpPr>
        <p:sp>
          <p:nvSpPr>
            <p:cNvPr id="6551" name="Google Shape;6551;p77"/>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2" name="Google Shape;6552;p77"/>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3" name="Google Shape;6553;p77"/>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54" name="Google Shape;6554;p77"/>
          <p:cNvGrpSpPr/>
          <p:nvPr/>
        </p:nvGrpSpPr>
        <p:grpSpPr>
          <a:xfrm>
            <a:off x="5282787" y="3173106"/>
            <a:ext cx="351910" cy="351880"/>
            <a:chOff x="-25094250" y="3547050"/>
            <a:chExt cx="295400" cy="295375"/>
          </a:xfrm>
        </p:grpSpPr>
        <p:sp>
          <p:nvSpPr>
            <p:cNvPr id="6555" name="Google Shape;6555;p77"/>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6" name="Google Shape;6556;p77"/>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7" name="Google Shape;6557;p77"/>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8" name="Google Shape;6558;p77"/>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9" name="Google Shape;6559;p77"/>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60" name="Google Shape;6560;p77"/>
          <p:cNvSpPr/>
          <p:nvPr/>
        </p:nvSpPr>
        <p:spPr>
          <a:xfrm>
            <a:off x="5282803" y="367808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61" name="Google Shape;6561;p77"/>
          <p:cNvGrpSpPr/>
          <p:nvPr/>
        </p:nvGrpSpPr>
        <p:grpSpPr>
          <a:xfrm>
            <a:off x="7514864" y="2693698"/>
            <a:ext cx="352803" cy="352803"/>
            <a:chOff x="-23245675" y="3148525"/>
            <a:chExt cx="296150" cy="296150"/>
          </a:xfrm>
        </p:grpSpPr>
        <p:sp>
          <p:nvSpPr>
            <p:cNvPr id="6562" name="Google Shape;6562;p77"/>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3" name="Google Shape;6563;p77"/>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4" name="Google Shape;6564;p77"/>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65" name="Google Shape;6565;p77"/>
          <p:cNvSpPr/>
          <p:nvPr/>
        </p:nvSpPr>
        <p:spPr>
          <a:xfrm>
            <a:off x="7557046" y="317304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66" name="Google Shape;6566;p77"/>
          <p:cNvGrpSpPr/>
          <p:nvPr/>
        </p:nvGrpSpPr>
        <p:grpSpPr>
          <a:xfrm>
            <a:off x="7515325" y="3622672"/>
            <a:ext cx="351880" cy="352803"/>
            <a:chOff x="-23244900" y="3888100"/>
            <a:chExt cx="295375" cy="296150"/>
          </a:xfrm>
        </p:grpSpPr>
        <p:sp>
          <p:nvSpPr>
            <p:cNvPr id="6567" name="Google Shape;6567;p77"/>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8" name="Google Shape;6568;p77"/>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9" name="Google Shape;6569;p77"/>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0" name="Google Shape;6570;p77"/>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1" name="Google Shape;6571;p77"/>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2" name="Google Shape;6572;p77"/>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3" name="Google Shape;6573;p77"/>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4" name="Google Shape;6574;p77"/>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5" name="Google Shape;6575;p77"/>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6" name="Google Shape;6576;p77"/>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7" name="Google Shape;6577;p77"/>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78" name="Google Shape;6578;p77"/>
          <p:cNvSpPr/>
          <p:nvPr/>
        </p:nvSpPr>
        <p:spPr>
          <a:xfrm>
            <a:off x="6591589" y="406353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9" name="Google Shape;6579;p77"/>
          <p:cNvSpPr txBox="1"/>
          <p:nvPr/>
        </p:nvSpPr>
        <p:spPr>
          <a:xfrm>
            <a:off x="826588"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Educational Icons</a:t>
            </a:r>
          </a:p>
        </p:txBody>
      </p:sp>
      <p:sp>
        <p:nvSpPr>
          <p:cNvPr id="6580" name="Google Shape;6580;p77"/>
          <p:cNvSpPr txBox="1"/>
          <p:nvPr/>
        </p:nvSpPr>
        <p:spPr>
          <a:xfrm>
            <a:off x="4835313"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Medical Icons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584"/>
        <p:cNvGrpSpPr/>
        <p:nvPr/>
      </p:nvGrpSpPr>
      <p:grpSpPr>
        <a:xfrm>
          <a:off x="0" y="0"/>
          <a:ext cx="0" cy="0"/>
          <a:chOff x="0" y="0"/>
          <a:chExt cx="0" cy="0"/>
        </a:xfrm>
      </p:grpSpPr>
      <p:sp>
        <p:nvSpPr>
          <p:cNvPr id="6585" name="Google Shape;6585;p78"/>
          <p:cNvSpPr/>
          <p:nvPr/>
        </p:nvSpPr>
        <p:spPr>
          <a:xfrm>
            <a:off x="832529" y="1377078"/>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86" name="Google Shape;6586;p78"/>
          <p:cNvGrpSpPr/>
          <p:nvPr/>
        </p:nvGrpSpPr>
        <p:grpSpPr>
          <a:xfrm>
            <a:off x="832654" y="1819647"/>
            <a:ext cx="367261" cy="367261"/>
            <a:chOff x="-65145700" y="3727425"/>
            <a:chExt cx="317425" cy="317425"/>
          </a:xfrm>
        </p:grpSpPr>
        <p:sp>
          <p:nvSpPr>
            <p:cNvPr id="6587" name="Google Shape;6587;p78"/>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88" name="Google Shape;6588;p78"/>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89" name="Google Shape;6589;p78"/>
          <p:cNvGrpSpPr/>
          <p:nvPr/>
        </p:nvGrpSpPr>
        <p:grpSpPr>
          <a:xfrm>
            <a:off x="835851" y="2248561"/>
            <a:ext cx="360868" cy="367261"/>
            <a:chOff x="-65144125" y="4094450"/>
            <a:chExt cx="311900" cy="317425"/>
          </a:xfrm>
        </p:grpSpPr>
        <p:sp>
          <p:nvSpPr>
            <p:cNvPr id="6590" name="Google Shape;6590;p78"/>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1" name="Google Shape;6591;p78"/>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2" name="Google Shape;6592;p78"/>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93" name="Google Shape;6593;p78"/>
          <p:cNvSpPr/>
          <p:nvPr/>
        </p:nvSpPr>
        <p:spPr>
          <a:xfrm>
            <a:off x="3040079" y="1375704"/>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94" name="Google Shape;6594;p78"/>
          <p:cNvGrpSpPr/>
          <p:nvPr/>
        </p:nvGrpSpPr>
        <p:grpSpPr>
          <a:xfrm>
            <a:off x="3039420" y="1819256"/>
            <a:ext cx="370645" cy="368042"/>
            <a:chOff x="-63250675" y="3744075"/>
            <a:chExt cx="320350" cy="318100"/>
          </a:xfrm>
        </p:grpSpPr>
        <p:sp>
          <p:nvSpPr>
            <p:cNvPr id="6595" name="Google Shape;6595;p78"/>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6" name="Google Shape;6596;p78"/>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7" name="Google Shape;6597;p78"/>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98" name="Google Shape;6598;p78"/>
          <p:cNvGrpSpPr/>
          <p:nvPr/>
        </p:nvGrpSpPr>
        <p:grpSpPr>
          <a:xfrm>
            <a:off x="3041112" y="2248561"/>
            <a:ext cx="367261" cy="367261"/>
            <a:chOff x="-63250675" y="4110200"/>
            <a:chExt cx="317425" cy="317425"/>
          </a:xfrm>
        </p:grpSpPr>
        <p:sp>
          <p:nvSpPr>
            <p:cNvPr id="6599" name="Google Shape;6599;p78"/>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0" name="Google Shape;6600;p78"/>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1" name="Google Shape;6601;p78"/>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2" name="Google Shape;6602;p78"/>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3" name="Google Shape;6603;p78"/>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4" name="Google Shape;6604;p78"/>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5" name="Google Shape;6605;p78"/>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6" name="Google Shape;6606;p78"/>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7" name="Google Shape;6607;p78"/>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08" name="Google Shape;6608;p78"/>
          <p:cNvGrpSpPr/>
          <p:nvPr/>
        </p:nvGrpSpPr>
        <p:grpSpPr>
          <a:xfrm>
            <a:off x="1720159" y="2745656"/>
            <a:ext cx="359075" cy="358844"/>
            <a:chOff x="-61351725" y="3372400"/>
            <a:chExt cx="310350" cy="310150"/>
          </a:xfrm>
        </p:grpSpPr>
        <p:sp>
          <p:nvSpPr>
            <p:cNvPr id="6609" name="Google Shape;6609;p78"/>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0" name="Google Shape;6610;p78"/>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1" name="Google Shape;6611;p78"/>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12" name="Google Shape;6612;p78"/>
          <p:cNvGrpSpPr/>
          <p:nvPr/>
        </p:nvGrpSpPr>
        <p:grpSpPr>
          <a:xfrm>
            <a:off x="1716514" y="3208713"/>
            <a:ext cx="366364" cy="333534"/>
            <a:chOff x="-61354875" y="3751050"/>
            <a:chExt cx="316650" cy="288275"/>
          </a:xfrm>
        </p:grpSpPr>
        <p:sp>
          <p:nvSpPr>
            <p:cNvPr id="6613" name="Google Shape;6613;p78"/>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4" name="Google Shape;6614;p78"/>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5" name="Google Shape;6615;p78"/>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16" name="Google Shape;6616;p78"/>
          <p:cNvGrpSpPr/>
          <p:nvPr/>
        </p:nvGrpSpPr>
        <p:grpSpPr>
          <a:xfrm>
            <a:off x="1716514" y="3650352"/>
            <a:ext cx="366364" cy="367290"/>
            <a:chOff x="-61354875" y="4101525"/>
            <a:chExt cx="316650" cy="317450"/>
          </a:xfrm>
        </p:grpSpPr>
        <p:sp>
          <p:nvSpPr>
            <p:cNvPr id="6617" name="Google Shape;6617;p78"/>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8" name="Google Shape;6618;p78"/>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19" name="Google Shape;6619;p78"/>
          <p:cNvGrpSpPr/>
          <p:nvPr/>
        </p:nvGrpSpPr>
        <p:grpSpPr>
          <a:xfrm>
            <a:off x="3932949" y="2742228"/>
            <a:ext cx="368157" cy="365699"/>
            <a:chOff x="-59470075" y="3308975"/>
            <a:chExt cx="318200" cy="316075"/>
          </a:xfrm>
        </p:grpSpPr>
        <p:sp>
          <p:nvSpPr>
            <p:cNvPr id="6620" name="Google Shape;6620;p78"/>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1" name="Google Shape;6621;p78"/>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2" name="Google Shape;6622;p78"/>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3" name="Google Shape;6623;p78"/>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4" name="Google Shape;6624;p78"/>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5" name="Google Shape;6625;p78"/>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6" name="Google Shape;6626;p78"/>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7" name="Google Shape;6627;p78"/>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8" name="Google Shape;6628;p78"/>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29" name="Google Shape;6629;p78"/>
          <p:cNvGrpSpPr/>
          <p:nvPr/>
        </p:nvGrpSpPr>
        <p:grpSpPr>
          <a:xfrm>
            <a:off x="1278379" y="1377933"/>
            <a:ext cx="367261" cy="364686"/>
            <a:chOff x="-64781025" y="3361050"/>
            <a:chExt cx="317425" cy="315200"/>
          </a:xfrm>
        </p:grpSpPr>
        <p:sp>
          <p:nvSpPr>
            <p:cNvPr id="6630" name="Google Shape;6630;p78"/>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1" name="Google Shape;6631;p78"/>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2" name="Google Shape;6632;p78"/>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3" name="Google Shape;6633;p78"/>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34" name="Google Shape;6634;p78"/>
          <p:cNvSpPr/>
          <p:nvPr/>
        </p:nvSpPr>
        <p:spPr>
          <a:xfrm>
            <a:off x="1278254" y="1820539"/>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5" name="Google Shape;6635;p78"/>
          <p:cNvSpPr/>
          <p:nvPr/>
        </p:nvSpPr>
        <p:spPr>
          <a:xfrm>
            <a:off x="1305588" y="2248541"/>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6" name="Google Shape;6636;p78"/>
          <p:cNvSpPr/>
          <p:nvPr/>
        </p:nvSpPr>
        <p:spPr>
          <a:xfrm>
            <a:off x="3490873" y="1417182"/>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37" name="Google Shape;6637;p78"/>
          <p:cNvGrpSpPr/>
          <p:nvPr/>
        </p:nvGrpSpPr>
        <p:grpSpPr>
          <a:xfrm>
            <a:off x="3482779" y="1819372"/>
            <a:ext cx="382765" cy="367810"/>
            <a:chOff x="-62890750" y="3747425"/>
            <a:chExt cx="330825" cy="317900"/>
          </a:xfrm>
        </p:grpSpPr>
        <p:sp>
          <p:nvSpPr>
            <p:cNvPr id="6638" name="Google Shape;6638;p78"/>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9" name="Google Shape;6639;p78"/>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0" name="Google Shape;6640;p78"/>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1" name="Google Shape;6641;p78"/>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2" name="Google Shape;6642;p78"/>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3" name="Google Shape;6643;p78"/>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4" name="Google Shape;6644;p78"/>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5" name="Google Shape;6645;p78"/>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6" name="Google Shape;6646;p78"/>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7" name="Google Shape;6647;p78"/>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8" name="Google Shape;6648;p78"/>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9" name="Google Shape;6649;p78"/>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0" name="Google Shape;6650;p78"/>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1" name="Google Shape;6651;p78"/>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52" name="Google Shape;6652;p78"/>
          <p:cNvGrpSpPr/>
          <p:nvPr/>
        </p:nvGrpSpPr>
        <p:grpSpPr>
          <a:xfrm>
            <a:off x="3490531" y="2249009"/>
            <a:ext cx="367261" cy="366364"/>
            <a:chOff x="-62884425" y="4111775"/>
            <a:chExt cx="317425" cy="316650"/>
          </a:xfrm>
        </p:grpSpPr>
        <p:sp>
          <p:nvSpPr>
            <p:cNvPr id="6653" name="Google Shape;6653;p78"/>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4" name="Google Shape;6654;p78"/>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55" name="Google Shape;6655;p78"/>
          <p:cNvGrpSpPr/>
          <p:nvPr/>
        </p:nvGrpSpPr>
        <p:grpSpPr>
          <a:xfrm>
            <a:off x="2163165" y="2745078"/>
            <a:ext cx="365438" cy="360001"/>
            <a:chOff x="-60991775" y="3376900"/>
            <a:chExt cx="315850" cy="311150"/>
          </a:xfrm>
        </p:grpSpPr>
        <p:sp>
          <p:nvSpPr>
            <p:cNvPr id="6656" name="Google Shape;6656;p78"/>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7" name="Google Shape;6657;p78"/>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8" name="Google Shape;6658;p78"/>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59" name="Google Shape;6659;p78"/>
          <p:cNvGrpSpPr/>
          <p:nvPr/>
        </p:nvGrpSpPr>
        <p:grpSpPr>
          <a:xfrm>
            <a:off x="2162702" y="3195942"/>
            <a:ext cx="366364" cy="359075"/>
            <a:chOff x="-60988625" y="3740800"/>
            <a:chExt cx="316650" cy="310350"/>
          </a:xfrm>
        </p:grpSpPr>
        <p:sp>
          <p:nvSpPr>
            <p:cNvPr id="6660" name="Google Shape;6660;p78"/>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1" name="Google Shape;6661;p78"/>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2" name="Google Shape;6662;p78"/>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63" name="Google Shape;6663;p78"/>
          <p:cNvGrpSpPr/>
          <p:nvPr/>
        </p:nvGrpSpPr>
        <p:grpSpPr>
          <a:xfrm>
            <a:off x="2162702" y="3651393"/>
            <a:ext cx="366364" cy="365207"/>
            <a:chOff x="-60987850" y="4100950"/>
            <a:chExt cx="316650" cy="315650"/>
          </a:xfrm>
        </p:grpSpPr>
        <p:sp>
          <p:nvSpPr>
            <p:cNvPr id="6664" name="Google Shape;6664;p78"/>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5" name="Google Shape;6665;p78"/>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6" name="Google Shape;6666;p78"/>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7" name="Google Shape;6667;p78"/>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8" name="Google Shape;6668;p78"/>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69" name="Google Shape;6669;p78"/>
          <p:cNvGrpSpPr/>
          <p:nvPr/>
        </p:nvGrpSpPr>
        <p:grpSpPr>
          <a:xfrm>
            <a:off x="3932486" y="3196853"/>
            <a:ext cx="369083" cy="357253"/>
            <a:chOff x="-59447250" y="3706150"/>
            <a:chExt cx="319000" cy="308775"/>
          </a:xfrm>
        </p:grpSpPr>
        <p:sp>
          <p:nvSpPr>
            <p:cNvPr id="6670" name="Google Shape;6670;p78"/>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1" name="Google Shape;6671;p78"/>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2" name="Google Shape;6672;p78"/>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3" name="Google Shape;6673;p78"/>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74" name="Google Shape;6674;p78"/>
          <p:cNvGrpSpPr/>
          <p:nvPr/>
        </p:nvGrpSpPr>
        <p:grpSpPr>
          <a:xfrm>
            <a:off x="1721214" y="1378164"/>
            <a:ext cx="368186" cy="364224"/>
            <a:chOff x="-64406125" y="3362225"/>
            <a:chExt cx="318225" cy="314800"/>
          </a:xfrm>
        </p:grpSpPr>
        <p:sp>
          <p:nvSpPr>
            <p:cNvPr id="6675" name="Google Shape;6675;p78"/>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6" name="Google Shape;6676;p78"/>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77" name="Google Shape;6677;p78"/>
          <p:cNvSpPr/>
          <p:nvPr/>
        </p:nvSpPr>
        <p:spPr>
          <a:xfrm>
            <a:off x="1784421" y="1819628"/>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78" name="Google Shape;6678;p78"/>
          <p:cNvGrpSpPr/>
          <p:nvPr/>
        </p:nvGrpSpPr>
        <p:grpSpPr>
          <a:xfrm>
            <a:off x="1721677" y="2249009"/>
            <a:ext cx="367261" cy="366364"/>
            <a:chOff x="-64410850" y="4094450"/>
            <a:chExt cx="317425" cy="316650"/>
          </a:xfrm>
        </p:grpSpPr>
        <p:sp>
          <p:nvSpPr>
            <p:cNvPr id="6679" name="Google Shape;6679;p78"/>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0" name="Google Shape;6680;p78"/>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1" name="Google Shape;6681;p78"/>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82" name="Google Shape;6682;p78"/>
          <p:cNvSpPr/>
          <p:nvPr/>
        </p:nvSpPr>
        <p:spPr>
          <a:xfrm>
            <a:off x="3965897" y="1376528"/>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83" name="Google Shape;6683;p78"/>
          <p:cNvGrpSpPr/>
          <p:nvPr/>
        </p:nvGrpSpPr>
        <p:grpSpPr>
          <a:xfrm>
            <a:off x="3943225" y="1819083"/>
            <a:ext cx="365467" cy="368389"/>
            <a:chOff x="-62516625" y="3743175"/>
            <a:chExt cx="315875" cy="318400"/>
          </a:xfrm>
        </p:grpSpPr>
        <p:sp>
          <p:nvSpPr>
            <p:cNvPr id="6684" name="Google Shape;6684;p78"/>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5" name="Google Shape;6685;p78"/>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86" name="Google Shape;6686;p78"/>
          <p:cNvGrpSpPr/>
          <p:nvPr/>
        </p:nvGrpSpPr>
        <p:grpSpPr>
          <a:xfrm>
            <a:off x="3950065" y="2269054"/>
            <a:ext cx="351786" cy="326274"/>
            <a:chOff x="-62511900" y="4129100"/>
            <a:chExt cx="304050" cy="282000"/>
          </a:xfrm>
        </p:grpSpPr>
        <p:sp>
          <p:nvSpPr>
            <p:cNvPr id="6687" name="Google Shape;6687;p78"/>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8" name="Google Shape;6688;p78"/>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9" name="Google Shape;6689;p78"/>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0" name="Google Shape;6690;p78"/>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1" name="Google Shape;6691;p78"/>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92" name="Google Shape;6692;p78"/>
          <p:cNvGrpSpPr/>
          <p:nvPr/>
        </p:nvGrpSpPr>
        <p:grpSpPr>
          <a:xfrm>
            <a:off x="2628187" y="2741448"/>
            <a:ext cx="310770" cy="367261"/>
            <a:chOff x="-60597975" y="3367475"/>
            <a:chExt cx="268600" cy="317425"/>
          </a:xfrm>
        </p:grpSpPr>
        <p:sp>
          <p:nvSpPr>
            <p:cNvPr id="6693" name="Google Shape;6693;p78"/>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4" name="Google Shape;6694;p78"/>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5" name="Google Shape;6695;p78"/>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6" name="Google Shape;6696;p78"/>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7" name="Google Shape;6697;p78"/>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98" name="Google Shape;6698;p78"/>
          <p:cNvSpPr/>
          <p:nvPr/>
        </p:nvSpPr>
        <p:spPr>
          <a:xfrm>
            <a:off x="2598914" y="3192959"/>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99" name="Google Shape;6699;p78"/>
          <p:cNvGrpSpPr/>
          <p:nvPr/>
        </p:nvGrpSpPr>
        <p:grpSpPr>
          <a:xfrm>
            <a:off x="2600390" y="3702764"/>
            <a:ext cx="366364" cy="262465"/>
            <a:chOff x="-60621600" y="4145650"/>
            <a:chExt cx="316650" cy="226850"/>
          </a:xfrm>
        </p:grpSpPr>
        <p:sp>
          <p:nvSpPr>
            <p:cNvPr id="6700" name="Google Shape;6700;p78"/>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1" name="Google Shape;6701;p78"/>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2" name="Google Shape;6702;p78"/>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03" name="Google Shape;6703;p78"/>
          <p:cNvGrpSpPr/>
          <p:nvPr/>
        </p:nvGrpSpPr>
        <p:grpSpPr>
          <a:xfrm>
            <a:off x="3937042" y="3651263"/>
            <a:ext cx="359972" cy="365467"/>
            <a:chOff x="-59400775" y="4084200"/>
            <a:chExt cx="311125" cy="315875"/>
          </a:xfrm>
        </p:grpSpPr>
        <p:sp>
          <p:nvSpPr>
            <p:cNvPr id="6704" name="Google Shape;6704;p78"/>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5" name="Google Shape;6705;p78"/>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6" name="Google Shape;6706;p78"/>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7" name="Google Shape;6707;p78"/>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8" name="Google Shape;6708;p78"/>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9" name="Google Shape;6709;p78"/>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10" name="Google Shape;6710;p78"/>
          <p:cNvGrpSpPr/>
          <p:nvPr/>
        </p:nvGrpSpPr>
        <p:grpSpPr>
          <a:xfrm>
            <a:off x="2161136" y="1377094"/>
            <a:ext cx="365438" cy="366364"/>
            <a:chOff x="-64044600" y="3360375"/>
            <a:chExt cx="315850" cy="316650"/>
          </a:xfrm>
        </p:grpSpPr>
        <p:sp>
          <p:nvSpPr>
            <p:cNvPr id="6711" name="Google Shape;6711;p78"/>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2" name="Google Shape;6712;p78"/>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3" name="Google Shape;6713;p78"/>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14" name="Google Shape;6714;p78"/>
          <p:cNvGrpSpPr/>
          <p:nvPr/>
        </p:nvGrpSpPr>
        <p:grpSpPr>
          <a:xfrm>
            <a:off x="2187559" y="1819647"/>
            <a:ext cx="312592" cy="367261"/>
            <a:chOff x="-64022550" y="3727425"/>
            <a:chExt cx="270175" cy="317425"/>
          </a:xfrm>
        </p:grpSpPr>
        <p:sp>
          <p:nvSpPr>
            <p:cNvPr id="6715" name="Google Shape;6715;p78"/>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6" name="Google Shape;6716;p78"/>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7" name="Google Shape;6717;p78"/>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18" name="Google Shape;6718;p78"/>
          <p:cNvGrpSpPr/>
          <p:nvPr/>
        </p:nvGrpSpPr>
        <p:grpSpPr>
          <a:xfrm>
            <a:off x="2211697" y="2248547"/>
            <a:ext cx="264317" cy="367290"/>
            <a:chOff x="-64001300" y="4093650"/>
            <a:chExt cx="228450" cy="317450"/>
          </a:xfrm>
        </p:grpSpPr>
        <p:sp>
          <p:nvSpPr>
            <p:cNvPr id="6719" name="Google Shape;6719;p78"/>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0" name="Google Shape;6720;p78"/>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1" name="Google Shape;6721;p78"/>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2" name="Google Shape;6722;p78"/>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23" name="Google Shape;6723;p78"/>
          <p:cNvGrpSpPr/>
          <p:nvPr/>
        </p:nvGrpSpPr>
        <p:grpSpPr>
          <a:xfrm>
            <a:off x="830701" y="2741838"/>
            <a:ext cx="359972" cy="366480"/>
            <a:chOff x="-62148800" y="3377700"/>
            <a:chExt cx="311125" cy="316750"/>
          </a:xfrm>
        </p:grpSpPr>
        <p:sp>
          <p:nvSpPr>
            <p:cNvPr id="6724" name="Google Shape;6724;p78"/>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5" name="Google Shape;6725;p78"/>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26" name="Google Shape;6726;p78"/>
          <p:cNvGrpSpPr/>
          <p:nvPr/>
        </p:nvGrpSpPr>
        <p:grpSpPr>
          <a:xfrm>
            <a:off x="826608" y="3191835"/>
            <a:ext cx="368157" cy="367290"/>
            <a:chOff x="-62154300" y="3743950"/>
            <a:chExt cx="318200" cy="317450"/>
          </a:xfrm>
        </p:grpSpPr>
        <p:sp>
          <p:nvSpPr>
            <p:cNvPr id="6727" name="Google Shape;6727;p78"/>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8" name="Google Shape;6728;p78"/>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29" name="Google Shape;6729;p78"/>
          <p:cNvGrpSpPr/>
          <p:nvPr/>
        </p:nvGrpSpPr>
        <p:grpSpPr>
          <a:xfrm>
            <a:off x="826594" y="3650815"/>
            <a:ext cx="368186" cy="366364"/>
            <a:chOff x="-62151950" y="4111775"/>
            <a:chExt cx="318225" cy="316650"/>
          </a:xfrm>
        </p:grpSpPr>
        <p:sp>
          <p:nvSpPr>
            <p:cNvPr id="6730" name="Google Shape;6730;p78"/>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1" name="Google Shape;6731;p78"/>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2" name="Google Shape;6732;p78"/>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3" name="Google Shape;6733;p78"/>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34" name="Google Shape;6734;p78"/>
          <p:cNvGrpSpPr/>
          <p:nvPr/>
        </p:nvGrpSpPr>
        <p:grpSpPr>
          <a:xfrm>
            <a:off x="3045218" y="2741361"/>
            <a:ext cx="368157" cy="367434"/>
            <a:chOff x="-60254550" y="3367325"/>
            <a:chExt cx="318200" cy="317575"/>
          </a:xfrm>
        </p:grpSpPr>
        <p:sp>
          <p:nvSpPr>
            <p:cNvPr id="6735" name="Google Shape;6735;p78"/>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6" name="Google Shape;6736;p78"/>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7" name="Google Shape;6737;p78"/>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8" name="Google Shape;6738;p78"/>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39" name="Google Shape;6739;p78"/>
          <p:cNvGrpSpPr/>
          <p:nvPr/>
        </p:nvGrpSpPr>
        <p:grpSpPr>
          <a:xfrm>
            <a:off x="3046115" y="3192355"/>
            <a:ext cx="366364" cy="366248"/>
            <a:chOff x="-60255350" y="3733825"/>
            <a:chExt cx="316650" cy="316550"/>
          </a:xfrm>
        </p:grpSpPr>
        <p:sp>
          <p:nvSpPr>
            <p:cNvPr id="6740" name="Google Shape;6740;p78"/>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1" name="Google Shape;6741;p78"/>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2" name="Google Shape;6742;p78"/>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3" name="Google Shape;6743;p78"/>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4" name="Google Shape;6744;p78"/>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5" name="Google Shape;6745;p78"/>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6" name="Google Shape;6746;p78"/>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47" name="Google Shape;6747;p78"/>
          <p:cNvGrpSpPr/>
          <p:nvPr/>
        </p:nvGrpSpPr>
        <p:grpSpPr>
          <a:xfrm>
            <a:off x="3073912" y="3651263"/>
            <a:ext cx="310770" cy="365467"/>
            <a:chOff x="-60232500" y="4101525"/>
            <a:chExt cx="268600" cy="315875"/>
          </a:xfrm>
        </p:grpSpPr>
        <p:sp>
          <p:nvSpPr>
            <p:cNvPr id="6748" name="Google Shape;6748;p78"/>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9" name="Google Shape;6749;p78"/>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750" name="Google Shape;6750;p78"/>
          <p:cNvSpPr/>
          <p:nvPr/>
        </p:nvSpPr>
        <p:spPr>
          <a:xfrm>
            <a:off x="2161686" y="4120197"/>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751" name="Google Shape;6751;p78"/>
          <p:cNvGrpSpPr/>
          <p:nvPr/>
        </p:nvGrpSpPr>
        <p:grpSpPr>
          <a:xfrm>
            <a:off x="2606912" y="1377094"/>
            <a:ext cx="368186" cy="366364"/>
            <a:chOff x="-63679950" y="3360375"/>
            <a:chExt cx="318225" cy="316650"/>
          </a:xfrm>
        </p:grpSpPr>
        <p:sp>
          <p:nvSpPr>
            <p:cNvPr id="6752" name="Google Shape;6752;p78"/>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3" name="Google Shape;6753;p78"/>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4" name="Google Shape;6754;p78"/>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5" name="Google Shape;6755;p78"/>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756" name="Google Shape;6756;p78"/>
          <p:cNvSpPr/>
          <p:nvPr/>
        </p:nvSpPr>
        <p:spPr>
          <a:xfrm>
            <a:off x="2605879" y="1819397"/>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757" name="Google Shape;6757;p78"/>
          <p:cNvGrpSpPr/>
          <p:nvPr/>
        </p:nvGrpSpPr>
        <p:grpSpPr>
          <a:xfrm>
            <a:off x="2605539" y="2248431"/>
            <a:ext cx="370934" cy="367521"/>
            <a:chOff x="-63679950" y="4093450"/>
            <a:chExt cx="320600" cy="317650"/>
          </a:xfrm>
        </p:grpSpPr>
        <p:sp>
          <p:nvSpPr>
            <p:cNvPr id="6758" name="Google Shape;6758;p78"/>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9" name="Google Shape;6759;p78"/>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0" name="Google Shape;6760;p78"/>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61" name="Google Shape;6761;p78"/>
          <p:cNvGrpSpPr/>
          <p:nvPr/>
        </p:nvGrpSpPr>
        <p:grpSpPr>
          <a:xfrm>
            <a:off x="1265656" y="2741433"/>
            <a:ext cx="366364" cy="367290"/>
            <a:chOff x="-61784125" y="3377700"/>
            <a:chExt cx="316650" cy="317450"/>
          </a:xfrm>
        </p:grpSpPr>
        <p:sp>
          <p:nvSpPr>
            <p:cNvPr id="6762" name="Google Shape;6762;p78"/>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3" name="Google Shape;6763;p78"/>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4" name="Google Shape;6764;p78"/>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5" name="Google Shape;6765;p78"/>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6" name="Google Shape;6766;p78"/>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7" name="Google Shape;6767;p78"/>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8" name="Google Shape;6768;p78"/>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69" name="Google Shape;6769;p78"/>
          <p:cNvGrpSpPr/>
          <p:nvPr/>
        </p:nvGrpSpPr>
        <p:grpSpPr>
          <a:xfrm>
            <a:off x="1265656" y="3191835"/>
            <a:ext cx="366364" cy="367290"/>
            <a:chOff x="-61783350" y="3743950"/>
            <a:chExt cx="316650" cy="317450"/>
          </a:xfrm>
        </p:grpSpPr>
        <p:sp>
          <p:nvSpPr>
            <p:cNvPr id="6770" name="Google Shape;6770;p78"/>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1" name="Google Shape;6771;p78"/>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772" name="Google Shape;6772;p78"/>
          <p:cNvSpPr/>
          <p:nvPr/>
        </p:nvSpPr>
        <p:spPr>
          <a:xfrm>
            <a:off x="1265537" y="3650636"/>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3" name="Google Shape;6773;p78"/>
          <p:cNvSpPr/>
          <p:nvPr/>
        </p:nvSpPr>
        <p:spPr>
          <a:xfrm>
            <a:off x="3488339" y="2751280"/>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4" name="Google Shape;6774;p78"/>
          <p:cNvSpPr/>
          <p:nvPr/>
        </p:nvSpPr>
        <p:spPr>
          <a:xfrm>
            <a:off x="3487428" y="3231921"/>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775" name="Google Shape;6775;p78"/>
          <p:cNvGrpSpPr/>
          <p:nvPr/>
        </p:nvGrpSpPr>
        <p:grpSpPr>
          <a:xfrm>
            <a:off x="3487080" y="3651668"/>
            <a:ext cx="369112" cy="364657"/>
            <a:chOff x="-59869425" y="4102225"/>
            <a:chExt cx="319025" cy="315175"/>
          </a:xfrm>
        </p:grpSpPr>
        <p:sp>
          <p:nvSpPr>
            <p:cNvPr id="6776" name="Google Shape;6776;p78"/>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7" name="Google Shape;6777;p78"/>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8" name="Google Shape;6778;p78"/>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9" name="Google Shape;6779;p78"/>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80" name="Google Shape;6780;p78"/>
          <p:cNvGrpSpPr/>
          <p:nvPr/>
        </p:nvGrpSpPr>
        <p:grpSpPr>
          <a:xfrm>
            <a:off x="2605883" y="4120490"/>
            <a:ext cx="366364" cy="365467"/>
            <a:chOff x="-59029025" y="3711650"/>
            <a:chExt cx="316650" cy="315875"/>
          </a:xfrm>
        </p:grpSpPr>
        <p:sp>
          <p:nvSpPr>
            <p:cNvPr id="6781" name="Google Shape;6781;p78"/>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2" name="Google Shape;6782;p78"/>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3" name="Google Shape;6783;p78"/>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4" name="Google Shape;6784;p78"/>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5" name="Google Shape;6785;p78"/>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6" name="Google Shape;6786;p78"/>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7" name="Google Shape;6787;p78"/>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88" name="Google Shape;6788;p78"/>
          <p:cNvGrpSpPr/>
          <p:nvPr/>
        </p:nvGrpSpPr>
        <p:grpSpPr>
          <a:xfrm>
            <a:off x="4841373" y="1398014"/>
            <a:ext cx="351940" cy="348188"/>
            <a:chOff x="581525" y="3254850"/>
            <a:chExt cx="297750" cy="294575"/>
          </a:xfrm>
        </p:grpSpPr>
        <p:sp>
          <p:nvSpPr>
            <p:cNvPr id="6789" name="Google Shape;6789;p78"/>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0" name="Google Shape;6790;p78"/>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1" name="Google Shape;6791;p78"/>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92" name="Google Shape;6792;p78"/>
          <p:cNvGrpSpPr/>
          <p:nvPr/>
        </p:nvGrpSpPr>
        <p:grpSpPr>
          <a:xfrm>
            <a:off x="4840442" y="1836950"/>
            <a:ext cx="353802" cy="351497"/>
            <a:chOff x="580725" y="3617925"/>
            <a:chExt cx="299325" cy="297375"/>
          </a:xfrm>
        </p:grpSpPr>
        <p:sp>
          <p:nvSpPr>
            <p:cNvPr id="6793" name="Google Shape;6793;p78"/>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4" name="Google Shape;6794;p78"/>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5" name="Google Shape;6795;p78"/>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6" name="Google Shape;6796;p78"/>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7" name="Google Shape;6797;p78"/>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98" name="Google Shape;6798;p78"/>
          <p:cNvGrpSpPr/>
          <p:nvPr/>
        </p:nvGrpSpPr>
        <p:grpSpPr>
          <a:xfrm>
            <a:off x="4842304" y="2284140"/>
            <a:ext cx="350079" cy="350079"/>
            <a:chOff x="583100" y="3982600"/>
            <a:chExt cx="296175" cy="296175"/>
          </a:xfrm>
        </p:grpSpPr>
        <p:sp>
          <p:nvSpPr>
            <p:cNvPr id="6799" name="Google Shape;6799;p78"/>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0" name="Google Shape;6800;p78"/>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1" name="Google Shape;6801;p78"/>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2" name="Google Shape;6802;p78"/>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3" name="Google Shape;6803;p78"/>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4" name="Google Shape;6804;p78"/>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5" name="Google Shape;6805;p78"/>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06" name="Google Shape;6806;p78"/>
          <p:cNvGrpSpPr/>
          <p:nvPr/>
        </p:nvGrpSpPr>
        <p:grpSpPr>
          <a:xfrm>
            <a:off x="7074918" y="1397764"/>
            <a:ext cx="307231" cy="348690"/>
            <a:chOff x="2423775" y="3226875"/>
            <a:chExt cx="259925" cy="295000"/>
          </a:xfrm>
        </p:grpSpPr>
        <p:sp>
          <p:nvSpPr>
            <p:cNvPr id="6807" name="Google Shape;6807;p78"/>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8" name="Google Shape;6808;p78"/>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9" name="Google Shape;6809;p78"/>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10" name="Google Shape;6810;p78"/>
          <p:cNvGrpSpPr/>
          <p:nvPr/>
        </p:nvGrpSpPr>
        <p:grpSpPr>
          <a:xfrm>
            <a:off x="7052106" y="1839049"/>
            <a:ext cx="352857" cy="347301"/>
            <a:chOff x="2404875" y="3592725"/>
            <a:chExt cx="298525" cy="293825"/>
          </a:xfrm>
        </p:grpSpPr>
        <p:sp>
          <p:nvSpPr>
            <p:cNvPr id="6811" name="Google Shape;6811;p78"/>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2" name="Google Shape;6812;p78"/>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3" name="Google Shape;6813;p78"/>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14" name="Google Shape;6814;p78"/>
          <p:cNvGrpSpPr/>
          <p:nvPr/>
        </p:nvGrpSpPr>
        <p:grpSpPr>
          <a:xfrm>
            <a:off x="7053036" y="2284614"/>
            <a:ext cx="350995" cy="349133"/>
            <a:chOff x="2404875" y="3955825"/>
            <a:chExt cx="296950" cy="295375"/>
          </a:xfrm>
        </p:grpSpPr>
        <p:sp>
          <p:nvSpPr>
            <p:cNvPr id="6815" name="Google Shape;6815;p78"/>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6" name="Google Shape;6816;p78"/>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7" name="Google Shape;6817;p78"/>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8" name="Google Shape;6818;p78"/>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19" name="Google Shape;6819;p78"/>
          <p:cNvGrpSpPr/>
          <p:nvPr/>
        </p:nvGrpSpPr>
        <p:grpSpPr>
          <a:xfrm>
            <a:off x="5747016" y="2748808"/>
            <a:ext cx="349163" cy="350079"/>
            <a:chOff x="4263650" y="3235150"/>
            <a:chExt cx="295400" cy="296175"/>
          </a:xfrm>
        </p:grpSpPr>
        <p:sp>
          <p:nvSpPr>
            <p:cNvPr id="6820" name="Google Shape;6820;p78"/>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1" name="Google Shape;6821;p78"/>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2" name="Google Shape;6822;p78"/>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3" name="Google Shape;6823;p78"/>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4" name="Google Shape;6824;p78"/>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25" name="Google Shape;6825;p78"/>
          <p:cNvGrpSpPr/>
          <p:nvPr/>
        </p:nvGrpSpPr>
        <p:grpSpPr>
          <a:xfrm>
            <a:off x="5744696" y="3207969"/>
            <a:ext cx="353802" cy="327739"/>
            <a:chOff x="4266025" y="3609275"/>
            <a:chExt cx="299325" cy="277275"/>
          </a:xfrm>
        </p:grpSpPr>
        <p:sp>
          <p:nvSpPr>
            <p:cNvPr id="6826" name="Google Shape;6826;p78"/>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7" name="Google Shape;6827;p78"/>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28" name="Google Shape;6828;p78"/>
          <p:cNvGrpSpPr/>
          <p:nvPr/>
        </p:nvGrpSpPr>
        <p:grpSpPr>
          <a:xfrm>
            <a:off x="5745154" y="3673356"/>
            <a:ext cx="352886" cy="349133"/>
            <a:chOff x="4263650" y="3963700"/>
            <a:chExt cx="298550" cy="295375"/>
          </a:xfrm>
        </p:grpSpPr>
        <p:sp>
          <p:nvSpPr>
            <p:cNvPr id="6829" name="Google Shape;6829;p78"/>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0" name="Google Shape;6830;p78"/>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1" name="Google Shape;6831;p78"/>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2" name="Google Shape;6832;p78"/>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3" name="Google Shape;6833;p78"/>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4" name="Google Shape;6834;p78"/>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5" name="Google Shape;6835;p78"/>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36" name="Google Shape;6836;p78"/>
          <p:cNvGrpSpPr/>
          <p:nvPr/>
        </p:nvGrpSpPr>
        <p:grpSpPr>
          <a:xfrm>
            <a:off x="8023491" y="2748809"/>
            <a:ext cx="226264" cy="350079"/>
            <a:chOff x="6164975" y="3211525"/>
            <a:chExt cx="191425" cy="296175"/>
          </a:xfrm>
        </p:grpSpPr>
        <p:sp>
          <p:nvSpPr>
            <p:cNvPr id="6837" name="Google Shape;6837;p78"/>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8" name="Google Shape;6838;p78"/>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9" name="Google Shape;6839;p78"/>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0" name="Google Shape;6840;p78"/>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1" name="Google Shape;6841;p78"/>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2" name="Google Shape;6842;p78"/>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3" name="Google Shape;6843;p78"/>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44" name="Google Shape;6844;p78"/>
          <p:cNvGrpSpPr/>
          <p:nvPr/>
        </p:nvGrpSpPr>
        <p:grpSpPr>
          <a:xfrm>
            <a:off x="5285528" y="1397084"/>
            <a:ext cx="352886" cy="350049"/>
            <a:chOff x="946175" y="3253275"/>
            <a:chExt cx="298550" cy="296150"/>
          </a:xfrm>
        </p:grpSpPr>
        <p:sp>
          <p:nvSpPr>
            <p:cNvPr id="6845" name="Google Shape;6845;p78"/>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6" name="Google Shape;6846;p78"/>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7" name="Google Shape;6847;p78"/>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8" name="Google Shape;6848;p78"/>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9" name="Google Shape;6849;p78"/>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50" name="Google Shape;6850;p78"/>
          <p:cNvGrpSpPr/>
          <p:nvPr/>
        </p:nvGrpSpPr>
        <p:grpSpPr>
          <a:xfrm>
            <a:off x="5286459" y="1839048"/>
            <a:ext cx="351024" cy="347301"/>
            <a:chOff x="946175" y="3619500"/>
            <a:chExt cx="296975" cy="293825"/>
          </a:xfrm>
        </p:grpSpPr>
        <p:sp>
          <p:nvSpPr>
            <p:cNvPr id="6851" name="Google Shape;6851;p78"/>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2" name="Google Shape;6852;p78"/>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3" name="Google Shape;6853;p78"/>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4" name="Google Shape;6854;p78"/>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5" name="Google Shape;6855;p78"/>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6" name="Google Shape;6856;p78"/>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57" name="Google Shape;6857;p78"/>
          <p:cNvGrpSpPr/>
          <p:nvPr/>
        </p:nvGrpSpPr>
        <p:grpSpPr>
          <a:xfrm>
            <a:off x="5286001" y="2283682"/>
            <a:ext cx="351940" cy="350995"/>
            <a:chOff x="944600" y="3981825"/>
            <a:chExt cx="297750" cy="296950"/>
          </a:xfrm>
        </p:grpSpPr>
        <p:sp>
          <p:nvSpPr>
            <p:cNvPr id="6858" name="Google Shape;6858;p78"/>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9" name="Google Shape;6859;p78"/>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0" name="Google Shape;6860;p78"/>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1" name="Google Shape;6861;p78"/>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62" name="Google Shape;6862;p78"/>
          <p:cNvGrpSpPr/>
          <p:nvPr/>
        </p:nvGrpSpPr>
        <p:grpSpPr>
          <a:xfrm>
            <a:off x="7502937" y="1397542"/>
            <a:ext cx="350079" cy="349133"/>
            <a:chOff x="2768750" y="3227275"/>
            <a:chExt cx="296175" cy="295375"/>
          </a:xfrm>
        </p:grpSpPr>
        <p:sp>
          <p:nvSpPr>
            <p:cNvPr id="6863" name="Google Shape;6863;p78"/>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4" name="Google Shape;6864;p78"/>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5" name="Google Shape;6865;p78"/>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6" name="Google Shape;6866;p78"/>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7" name="Google Shape;6867;p78"/>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8" name="Google Shape;6868;p78"/>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9" name="Google Shape;6869;p78"/>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0" name="Google Shape;6870;p78"/>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71" name="Google Shape;6871;p78"/>
          <p:cNvGrpSpPr/>
          <p:nvPr/>
        </p:nvGrpSpPr>
        <p:grpSpPr>
          <a:xfrm>
            <a:off x="7523888" y="1838414"/>
            <a:ext cx="308177" cy="348572"/>
            <a:chOff x="2786075" y="3591800"/>
            <a:chExt cx="260725" cy="294900"/>
          </a:xfrm>
        </p:grpSpPr>
        <p:sp>
          <p:nvSpPr>
            <p:cNvPr id="6872" name="Google Shape;6872;p78"/>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3" name="Google Shape;6873;p78"/>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4" name="Google Shape;6874;p78"/>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5" name="Google Shape;6875;p78"/>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6" name="Google Shape;6876;p78"/>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77" name="Google Shape;6877;p78"/>
          <p:cNvGrpSpPr/>
          <p:nvPr/>
        </p:nvGrpSpPr>
        <p:grpSpPr>
          <a:xfrm>
            <a:off x="7564387" y="2284141"/>
            <a:ext cx="227180" cy="350079"/>
            <a:chOff x="2819150" y="3955025"/>
            <a:chExt cx="192200" cy="296175"/>
          </a:xfrm>
        </p:grpSpPr>
        <p:sp>
          <p:nvSpPr>
            <p:cNvPr id="6878" name="Google Shape;6878;p78"/>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9" name="Google Shape;6879;p78"/>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0" name="Google Shape;6880;p78"/>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1" name="Google Shape;6881;p78"/>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82" name="Google Shape;6882;p78"/>
          <p:cNvGrpSpPr/>
          <p:nvPr/>
        </p:nvGrpSpPr>
        <p:grpSpPr>
          <a:xfrm>
            <a:off x="6188160" y="2749739"/>
            <a:ext cx="349133" cy="348217"/>
            <a:chOff x="4629125" y="3235150"/>
            <a:chExt cx="295375" cy="294600"/>
          </a:xfrm>
        </p:grpSpPr>
        <p:sp>
          <p:nvSpPr>
            <p:cNvPr id="6883" name="Google Shape;6883;p78"/>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4" name="Google Shape;6884;p78"/>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5" name="Google Shape;6885;p78"/>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6" name="Google Shape;6886;p78"/>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7" name="Google Shape;6887;p78"/>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88" name="Google Shape;6888;p78"/>
          <p:cNvGrpSpPr/>
          <p:nvPr/>
        </p:nvGrpSpPr>
        <p:grpSpPr>
          <a:xfrm>
            <a:off x="6188145" y="3197272"/>
            <a:ext cx="349163" cy="349133"/>
            <a:chOff x="4628325" y="3599825"/>
            <a:chExt cx="295400" cy="295375"/>
          </a:xfrm>
        </p:grpSpPr>
        <p:sp>
          <p:nvSpPr>
            <p:cNvPr id="6889" name="Google Shape;6889;p78"/>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0" name="Google Shape;6890;p78"/>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1" name="Google Shape;6891;p78"/>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2" name="Google Shape;6892;p78"/>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3" name="Google Shape;6893;p78"/>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4" name="Google Shape;6894;p78"/>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5" name="Google Shape;6895;p78"/>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6" name="Google Shape;6896;p78"/>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7" name="Google Shape;6897;p78"/>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8" name="Google Shape;6898;p78"/>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9" name="Google Shape;6899;p78"/>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0" name="Google Shape;6900;p78"/>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01" name="Google Shape;6901;p78"/>
          <p:cNvGrpSpPr/>
          <p:nvPr/>
        </p:nvGrpSpPr>
        <p:grpSpPr>
          <a:xfrm>
            <a:off x="6209096" y="3672883"/>
            <a:ext cx="307261" cy="350079"/>
            <a:chOff x="4645650" y="3962900"/>
            <a:chExt cx="259950" cy="296175"/>
          </a:xfrm>
        </p:grpSpPr>
        <p:sp>
          <p:nvSpPr>
            <p:cNvPr id="6902" name="Google Shape;6902;p78"/>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3" name="Google Shape;6903;p78"/>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4" name="Google Shape;6904;p78"/>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5" name="Google Shape;6905;p78"/>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6" name="Google Shape;6906;p78"/>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7" name="Google Shape;6907;p78"/>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08" name="Google Shape;6908;p78"/>
          <p:cNvGrpSpPr/>
          <p:nvPr/>
        </p:nvGrpSpPr>
        <p:grpSpPr>
          <a:xfrm>
            <a:off x="7962056" y="3197745"/>
            <a:ext cx="349133" cy="348188"/>
            <a:chOff x="6143725" y="3582500"/>
            <a:chExt cx="295375" cy="294575"/>
          </a:xfrm>
        </p:grpSpPr>
        <p:sp>
          <p:nvSpPr>
            <p:cNvPr id="6909" name="Google Shape;6909;p78"/>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0" name="Google Shape;6910;p78"/>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1" name="Google Shape;6911;p78"/>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2" name="Google Shape;6912;p78"/>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3" name="Google Shape;6913;p78"/>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4" name="Google Shape;6914;p78"/>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5" name="Google Shape;6915;p78"/>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16" name="Google Shape;6916;p78"/>
          <p:cNvGrpSpPr/>
          <p:nvPr/>
        </p:nvGrpSpPr>
        <p:grpSpPr>
          <a:xfrm>
            <a:off x="5730883" y="1397084"/>
            <a:ext cx="350995" cy="350049"/>
            <a:chOff x="1310075" y="3253275"/>
            <a:chExt cx="296950" cy="296150"/>
          </a:xfrm>
        </p:grpSpPr>
        <p:sp>
          <p:nvSpPr>
            <p:cNvPr id="6917" name="Google Shape;6917;p78"/>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8" name="Google Shape;6918;p78"/>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9" name="Google Shape;6919;p78"/>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920" name="Google Shape;6920;p78"/>
          <p:cNvSpPr/>
          <p:nvPr/>
        </p:nvSpPr>
        <p:spPr>
          <a:xfrm>
            <a:off x="5732303" y="1839172"/>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921" name="Google Shape;6921;p78"/>
          <p:cNvGrpSpPr/>
          <p:nvPr/>
        </p:nvGrpSpPr>
        <p:grpSpPr>
          <a:xfrm>
            <a:off x="5730410" y="2283343"/>
            <a:ext cx="351941" cy="351675"/>
            <a:chOff x="1310075" y="3980250"/>
            <a:chExt cx="297750" cy="297525"/>
          </a:xfrm>
        </p:grpSpPr>
        <p:sp>
          <p:nvSpPr>
            <p:cNvPr id="6922" name="Google Shape;6922;p78"/>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3" name="Google Shape;6923;p78"/>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4" name="Google Shape;6924;p78"/>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5" name="Google Shape;6925;p78"/>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26" name="Google Shape;6926;p78"/>
          <p:cNvGrpSpPr/>
          <p:nvPr/>
        </p:nvGrpSpPr>
        <p:grpSpPr>
          <a:xfrm>
            <a:off x="7995198" y="1397542"/>
            <a:ext cx="266305" cy="349133"/>
            <a:chOff x="3167275" y="3227275"/>
            <a:chExt cx="225300" cy="295375"/>
          </a:xfrm>
        </p:grpSpPr>
        <p:sp>
          <p:nvSpPr>
            <p:cNvPr id="6927" name="Google Shape;6927;p78"/>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8" name="Google Shape;6928;p78"/>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9" name="Google Shape;6929;p78"/>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0" name="Google Shape;6930;p78"/>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1" name="Google Shape;6931;p78"/>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932" name="Google Shape;6932;p78"/>
          <p:cNvSpPr/>
          <p:nvPr/>
        </p:nvSpPr>
        <p:spPr>
          <a:xfrm>
            <a:off x="7944537" y="1837428"/>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933" name="Google Shape;6933;p78"/>
          <p:cNvGrpSpPr/>
          <p:nvPr/>
        </p:nvGrpSpPr>
        <p:grpSpPr>
          <a:xfrm>
            <a:off x="7952380" y="2284599"/>
            <a:ext cx="351940" cy="349163"/>
            <a:chOff x="3133425" y="3955025"/>
            <a:chExt cx="297750" cy="295400"/>
          </a:xfrm>
        </p:grpSpPr>
        <p:sp>
          <p:nvSpPr>
            <p:cNvPr id="6934" name="Google Shape;6934;p78"/>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5" name="Google Shape;6935;p78"/>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6" name="Google Shape;6936;p78"/>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37" name="Google Shape;6937;p78"/>
          <p:cNvGrpSpPr/>
          <p:nvPr/>
        </p:nvGrpSpPr>
        <p:grpSpPr>
          <a:xfrm>
            <a:off x="6632554" y="2748187"/>
            <a:ext cx="350079" cy="351320"/>
            <a:chOff x="4991425" y="3234750"/>
            <a:chExt cx="296175" cy="297225"/>
          </a:xfrm>
        </p:grpSpPr>
        <p:sp>
          <p:nvSpPr>
            <p:cNvPr id="6938" name="Google Shape;6938;p78"/>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9" name="Google Shape;6939;p78"/>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0" name="Google Shape;6940;p78"/>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1" name="Google Shape;6941;p78"/>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2" name="Google Shape;6942;p78"/>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3" name="Google Shape;6943;p78"/>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44" name="Google Shape;6944;p78"/>
          <p:cNvGrpSpPr/>
          <p:nvPr/>
        </p:nvGrpSpPr>
        <p:grpSpPr>
          <a:xfrm>
            <a:off x="6632554" y="3217750"/>
            <a:ext cx="350079" cy="308177"/>
            <a:chOff x="4991425" y="3617150"/>
            <a:chExt cx="296175" cy="260725"/>
          </a:xfrm>
        </p:grpSpPr>
        <p:sp>
          <p:nvSpPr>
            <p:cNvPr id="6945" name="Google Shape;6945;p78"/>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6" name="Google Shape;6946;p78"/>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7" name="Google Shape;6947;p78"/>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8" name="Google Shape;6948;p78"/>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9" name="Google Shape;6949;p78"/>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0" name="Google Shape;6950;p78"/>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1" name="Google Shape;6951;p78"/>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52" name="Google Shape;6952;p78"/>
          <p:cNvGrpSpPr/>
          <p:nvPr/>
        </p:nvGrpSpPr>
        <p:grpSpPr>
          <a:xfrm>
            <a:off x="6709827" y="3673341"/>
            <a:ext cx="195532" cy="349163"/>
            <a:chOff x="5056800" y="3962900"/>
            <a:chExt cx="165425" cy="295400"/>
          </a:xfrm>
        </p:grpSpPr>
        <p:sp>
          <p:nvSpPr>
            <p:cNvPr id="6953" name="Google Shape;6953;p78"/>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4" name="Google Shape;6954;p78"/>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5" name="Google Shape;6955;p78"/>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56" name="Google Shape;6956;p78"/>
          <p:cNvGrpSpPr/>
          <p:nvPr/>
        </p:nvGrpSpPr>
        <p:grpSpPr>
          <a:xfrm>
            <a:off x="7961125" y="3673357"/>
            <a:ext cx="350995" cy="349133"/>
            <a:chOff x="6168925" y="3936925"/>
            <a:chExt cx="296950" cy="295375"/>
          </a:xfrm>
        </p:grpSpPr>
        <p:sp>
          <p:nvSpPr>
            <p:cNvPr id="6957" name="Google Shape;6957;p78"/>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8" name="Google Shape;6958;p78"/>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9" name="Google Shape;6959;p78"/>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0" name="Google Shape;6960;p78"/>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1" name="Google Shape;6961;p78"/>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2" name="Google Shape;6962;p78"/>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63" name="Google Shape;6963;p78"/>
          <p:cNvGrpSpPr/>
          <p:nvPr/>
        </p:nvGrpSpPr>
        <p:grpSpPr>
          <a:xfrm>
            <a:off x="6174844" y="1390429"/>
            <a:ext cx="348188" cy="349133"/>
            <a:chOff x="1674750" y="3254050"/>
            <a:chExt cx="294575" cy="295375"/>
          </a:xfrm>
        </p:grpSpPr>
        <p:sp>
          <p:nvSpPr>
            <p:cNvPr id="6964" name="Google Shape;6964;p78"/>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5" name="Google Shape;6965;p78"/>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6" name="Google Shape;6966;p78"/>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67" name="Google Shape;6967;p78"/>
          <p:cNvGrpSpPr/>
          <p:nvPr/>
        </p:nvGrpSpPr>
        <p:grpSpPr>
          <a:xfrm>
            <a:off x="6189239" y="1838132"/>
            <a:ext cx="319347" cy="349133"/>
            <a:chOff x="1687350" y="3618725"/>
            <a:chExt cx="270175" cy="295375"/>
          </a:xfrm>
        </p:grpSpPr>
        <p:sp>
          <p:nvSpPr>
            <p:cNvPr id="6968" name="Google Shape;6968;p78"/>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9" name="Google Shape;6969;p78"/>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0" name="Google Shape;6970;p78"/>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71" name="Google Shape;6971;p78"/>
          <p:cNvGrpSpPr/>
          <p:nvPr/>
        </p:nvGrpSpPr>
        <p:grpSpPr>
          <a:xfrm>
            <a:off x="6172942" y="2284613"/>
            <a:ext cx="351940" cy="349133"/>
            <a:chOff x="1672375" y="3982600"/>
            <a:chExt cx="297750" cy="295375"/>
          </a:xfrm>
        </p:grpSpPr>
        <p:sp>
          <p:nvSpPr>
            <p:cNvPr id="6972" name="Google Shape;6972;p78"/>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3" name="Google Shape;6973;p78"/>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4" name="Google Shape;6974;p78"/>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75" name="Google Shape;6975;p78"/>
          <p:cNvGrpSpPr/>
          <p:nvPr/>
        </p:nvGrpSpPr>
        <p:grpSpPr>
          <a:xfrm>
            <a:off x="4864934" y="2748808"/>
            <a:ext cx="350079" cy="350079"/>
            <a:chOff x="3497300" y="3227275"/>
            <a:chExt cx="296175" cy="296175"/>
          </a:xfrm>
        </p:grpSpPr>
        <p:sp>
          <p:nvSpPr>
            <p:cNvPr id="6976" name="Google Shape;6976;p78"/>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7" name="Google Shape;6977;p78"/>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8" name="Google Shape;6978;p78"/>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9" name="Google Shape;6979;p78"/>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0" name="Google Shape;6980;p78"/>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1" name="Google Shape;6981;p78"/>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2" name="Google Shape;6982;p78"/>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3" name="Google Shape;6983;p78"/>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84" name="Google Shape;6984;p78"/>
          <p:cNvGrpSpPr/>
          <p:nvPr/>
        </p:nvGrpSpPr>
        <p:grpSpPr>
          <a:xfrm>
            <a:off x="4865407" y="3198203"/>
            <a:ext cx="349133" cy="347272"/>
            <a:chOff x="3497300" y="3591950"/>
            <a:chExt cx="295375" cy="293800"/>
          </a:xfrm>
        </p:grpSpPr>
        <p:sp>
          <p:nvSpPr>
            <p:cNvPr id="6985" name="Google Shape;6985;p78"/>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6" name="Google Shape;6986;p78"/>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7" name="Google Shape;6987;p78"/>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8" name="Google Shape;6988;p78"/>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9" name="Google Shape;6989;p78"/>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0" name="Google Shape;6990;p78"/>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1" name="Google Shape;6991;p78"/>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2" name="Google Shape;6992;p78"/>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93" name="Google Shape;6993;p78"/>
          <p:cNvGrpSpPr/>
          <p:nvPr/>
        </p:nvGrpSpPr>
        <p:grpSpPr>
          <a:xfrm>
            <a:off x="4865407" y="3673341"/>
            <a:ext cx="349133" cy="349163"/>
            <a:chOff x="3497300" y="3955025"/>
            <a:chExt cx="295375" cy="295400"/>
          </a:xfrm>
        </p:grpSpPr>
        <p:sp>
          <p:nvSpPr>
            <p:cNvPr id="6994" name="Google Shape;6994;p78"/>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5" name="Google Shape;6995;p78"/>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6" name="Google Shape;6996;p78"/>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97" name="Google Shape;6997;p78"/>
          <p:cNvGrpSpPr/>
          <p:nvPr/>
        </p:nvGrpSpPr>
        <p:grpSpPr>
          <a:xfrm>
            <a:off x="7089979" y="2749532"/>
            <a:ext cx="327739" cy="348631"/>
            <a:chOff x="5364750" y="3235150"/>
            <a:chExt cx="277275" cy="294950"/>
          </a:xfrm>
        </p:grpSpPr>
        <p:sp>
          <p:nvSpPr>
            <p:cNvPr id="6998" name="Google Shape;6998;p78"/>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9" name="Google Shape;6999;p78"/>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0" name="Google Shape;7000;p78"/>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1" name="Google Shape;7001;p78"/>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2" name="Google Shape;7002;p78"/>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3" name="Google Shape;7003;p78"/>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4" name="Google Shape;7004;p78"/>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5" name="Google Shape;7005;p78"/>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06" name="Google Shape;7006;p78"/>
          <p:cNvGrpSpPr/>
          <p:nvPr/>
        </p:nvGrpSpPr>
        <p:grpSpPr>
          <a:xfrm>
            <a:off x="7078337" y="3195868"/>
            <a:ext cx="351024" cy="351941"/>
            <a:chOff x="5355300" y="3598250"/>
            <a:chExt cx="296975" cy="297750"/>
          </a:xfrm>
        </p:grpSpPr>
        <p:sp>
          <p:nvSpPr>
            <p:cNvPr id="7007" name="Google Shape;7007;p78"/>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8" name="Google Shape;7008;p78"/>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9" name="Google Shape;7009;p78"/>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0" name="Google Shape;7010;p78"/>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1" name="Google Shape;7011;p78"/>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2" name="Google Shape;7012;p78"/>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3" name="Google Shape;7013;p78"/>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4" name="Google Shape;7014;p78"/>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15" name="Google Shape;7015;p78"/>
          <p:cNvGrpSpPr/>
          <p:nvPr/>
        </p:nvGrpSpPr>
        <p:grpSpPr>
          <a:xfrm>
            <a:off x="7082533" y="3734790"/>
            <a:ext cx="342632" cy="226264"/>
            <a:chOff x="5358450" y="4015675"/>
            <a:chExt cx="289875" cy="191425"/>
          </a:xfrm>
        </p:grpSpPr>
        <p:sp>
          <p:nvSpPr>
            <p:cNvPr id="7016" name="Google Shape;7016;p78"/>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7" name="Google Shape;7017;p78"/>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8" name="Google Shape;7018;p78"/>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9" name="Google Shape;7019;p78"/>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20" name="Google Shape;7020;p78"/>
          <p:cNvGrpSpPr/>
          <p:nvPr/>
        </p:nvGrpSpPr>
        <p:grpSpPr>
          <a:xfrm>
            <a:off x="6209015" y="4117322"/>
            <a:ext cx="351024" cy="325464"/>
            <a:chOff x="6543825" y="3202075"/>
            <a:chExt cx="296975" cy="275350"/>
          </a:xfrm>
        </p:grpSpPr>
        <p:sp>
          <p:nvSpPr>
            <p:cNvPr id="7021" name="Google Shape;7021;p78"/>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2" name="Google Shape;7022;p78"/>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3" name="Google Shape;7023;p78"/>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4" name="Google Shape;7024;p78"/>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5" name="Google Shape;7025;p78"/>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6" name="Google Shape;7026;p78"/>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7" name="Google Shape;7027;p78"/>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28" name="Google Shape;7028;p78"/>
          <p:cNvGrpSpPr/>
          <p:nvPr/>
        </p:nvGrpSpPr>
        <p:grpSpPr>
          <a:xfrm>
            <a:off x="6615996" y="1397069"/>
            <a:ext cx="350079" cy="350079"/>
            <a:chOff x="2037825" y="3254050"/>
            <a:chExt cx="296175" cy="296175"/>
          </a:xfrm>
        </p:grpSpPr>
        <p:sp>
          <p:nvSpPr>
            <p:cNvPr id="7029" name="Google Shape;7029;p78"/>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0" name="Google Shape;7030;p78"/>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1" name="Google Shape;7031;p78"/>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2" name="Google Shape;7032;p78"/>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3" name="Google Shape;7033;p78"/>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4" name="Google Shape;7034;p78"/>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35" name="Google Shape;7035;p78"/>
          <p:cNvGrpSpPr/>
          <p:nvPr/>
        </p:nvGrpSpPr>
        <p:grpSpPr>
          <a:xfrm>
            <a:off x="6614135" y="1838236"/>
            <a:ext cx="353802" cy="348926"/>
            <a:chOff x="2034675" y="3617925"/>
            <a:chExt cx="299325" cy="295200"/>
          </a:xfrm>
        </p:grpSpPr>
        <p:sp>
          <p:nvSpPr>
            <p:cNvPr id="7036" name="Google Shape;7036;p78"/>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7" name="Google Shape;7037;p78"/>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8" name="Google Shape;7038;p78"/>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9" name="Google Shape;7039;p78"/>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0" name="Google Shape;7040;p78"/>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41" name="Google Shape;7041;p78"/>
          <p:cNvGrpSpPr/>
          <p:nvPr/>
        </p:nvGrpSpPr>
        <p:grpSpPr>
          <a:xfrm>
            <a:off x="6615996" y="2284613"/>
            <a:ext cx="350079" cy="349133"/>
            <a:chOff x="2037825" y="3981825"/>
            <a:chExt cx="296175" cy="295375"/>
          </a:xfrm>
        </p:grpSpPr>
        <p:sp>
          <p:nvSpPr>
            <p:cNvPr id="7042" name="Google Shape;7042;p78"/>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3" name="Google Shape;7043;p78"/>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4" name="Google Shape;7044;p78"/>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45" name="Google Shape;7045;p78"/>
          <p:cNvGrpSpPr/>
          <p:nvPr/>
        </p:nvGrpSpPr>
        <p:grpSpPr>
          <a:xfrm>
            <a:off x="5301014" y="2780929"/>
            <a:ext cx="350079" cy="285837"/>
            <a:chOff x="3860400" y="3254050"/>
            <a:chExt cx="296175" cy="241825"/>
          </a:xfrm>
        </p:grpSpPr>
        <p:sp>
          <p:nvSpPr>
            <p:cNvPr id="7046" name="Google Shape;7046;p78"/>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7" name="Google Shape;7047;p78"/>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8" name="Google Shape;7048;p78"/>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9" name="Google Shape;7049;p78"/>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0" name="Google Shape;7050;p78"/>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1" name="Google Shape;7051;p78"/>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2" name="Google Shape;7052;p78"/>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53" name="Google Shape;7053;p78"/>
          <p:cNvGrpSpPr/>
          <p:nvPr/>
        </p:nvGrpSpPr>
        <p:grpSpPr>
          <a:xfrm>
            <a:off x="5300541" y="3196800"/>
            <a:ext cx="351024" cy="350079"/>
            <a:chOff x="3859600" y="3591950"/>
            <a:chExt cx="296975" cy="296175"/>
          </a:xfrm>
        </p:grpSpPr>
        <p:sp>
          <p:nvSpPr>
            <p:cNvPr id="7054" name="Google Shape;7054;p78"/>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5" name="Google Shape;7055;p78"/>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6" name="Google Shape;7056;p78"/>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57" name="Google Shape;7057;p78"/>
          <p:cNvGrpSpPr/>
          <p:nvPr/>
        </p:nvGrpSpPr>
        <p:grpSpPr>
          <a:xfrm>
            <a:off x="5301014" y="3672883"/>
            <a:ext cx="350079" cy="350079"/>
            <a:chOff x="3860400" y="3955025"/>
            <a:chExt cx="296175" cy="296175"/>
          </a:xfrm>
        </p:grpSpPr>
        <p:sp>
          <p:nvSpPr>
            <p:cNvPr id="7058" name="Google Shape;7058;p78"/>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9" name="Google Shape;7059;p78"/>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0" name="Google Shape;7060;p78"/>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1" name="Google Shape;7061;p78"/>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2" name="Google Shape;7062;p78"/>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63" name="Google Shape;7063;p78"/>
          <p:cNvGrpSpPr/>
          <p:nvPr/>
        </p:nvGrpSpPr>
        <p:grpSpPr>
          <a:xfrm>
            <a:off x="7516230" y="2749281"/>
            <a:ext cx="355664" cy="349133"/>
            <a:chOff x="5716825" y="3235950"/>
            <a:chExt cx="300900" cy="295375"/>
          </a:xfrm>
        </p:grpSpPr>
        <p:sp>
          <p:nvSpPr>
            <p:cNvPr id="7064" name="Google Shape;7064;p78"/>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5" name="Google Shape;7065;p78"/>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6" name="Google Shape;7066;p78"/>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7" name="Google Shape;7067;p78"/>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68" name="Google Shape;7068;p78"/>
          <p:cNvGrpSpPr/>
          <p:nvPr/>
        </p:nvGrpSpPr>
        <p:grpSpPr>
          <a:xfrm>
            <a:off x="7529261" y="3207969"/>
            <a:ext cx="329601" cy="327739"/>
            <a:chOff x="5727850" y="3609275"/>
            <a:chExt cx="278850" cy="277275"/>
          </a:xfrm>
        </p:grpSpPr>
        <p:sp>
          <p:nvSpPr>
            <p:cNvPr id="7069" name="Google Shape;7069;p78"/>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0" name="Google Shape;7070;p78"/>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1" name="Google Shape;7071;p78"/>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2" name="Google Shape;7072;p78"/>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3" name="Google Shape;7073;p78"/>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74" name="Google Shape;7074;p78"/>
          <p:cNvGrpSpPr/>
          <p:nvPr/>
        </p:nvGrpSpPr>
        <p:grpSpPr>
          <a:xfrm>
            <a:off x="7540446" y="3673356"/>
            <a:ext cx="307231" cy="349133"/>
            <a:chOff x="5736525" y="3963700"/>
            <a:chExt cx="259925" cy="295375"/>
          </a:xfrm>
        </p:grpSpPr>
        <p:sp>
          <p:nvSpPr>
            <p:cNvPr id="7075" name="Google Shape;7075;p78"/>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6" name="Google Shape;7076;p78"/>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7" name="Google Shape;7077;p78"/>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8" name="Google Shape;7078;p78"/>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9" name="Google Shape;7079;p78"/>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0" name="Google Shape;7080;p78"/>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1" name="Google Shape;7081;p78"/>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82" name="Google Shape;7082;p78"/>
          <p:cNvGrpSpPr/>
          <p:nvPr/>
        </p:nvGrpSpPr>
        <p:grpSpPr>
          <a:xfrm>
            <a:off x="6632026" y="4122683"/>
            <a:ext cx="351024" cy="350079"/>
            <a:chOff x="6553275" y="3604550"/>
            <a:chExt cx="296975" cy="296175"/>
          </a:xfrm>
        </p:grpSpPr>
        <p:sp>
          <p:nvSpPr>
            <p:cNvPr id="7083" name="Google Shape;7083;p78"/>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4" name="Google Shape;7084;p78"/>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5" name="Google Shape;7085;p78"/>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6" name="Google Shape;7086;p78"/>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7" name="Google Shape;7087;p78"/>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8" name="Google Shape;7088;p78"/>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089" name="Google Shape;7089;p78"/>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Business Icons</a:t>
            </a:r>
          </a:p>
        </p:txBody>
      </p:sp>
      <p:sp>
        <p:nvSpPr>
          <p:cNvPr id="7090" name="Google Shape;7090;p78"/>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Teamwork Icons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094"/>
        <p:cNvGrpSpPr/>
        <p:nvPr/>
      </p:nvGrpSpPr>
      <p:grpSpPr>
        <a:xfrm>
          <a:off x="0" y="0"/>
          <a:ext cx="0" cy="0"/>
          <a:chOff x="0" y="0"/>
          <a:chExt cx="0" cy="0"/>
        </a:xfrm>
      </p:grpSpPr>
      <p:grpSp>
        <p:nvGrpSpPr>
          <p:cNvPr id="7095" name="Google Shape;7095;p79"/>
          <p:cNvGrpSpPr/>
          <p:nvPr/>
        </p:nvGrpSpPr>
        <p:grpSpPr>
          <a:xfrm>
            <a:off x="859032" y="1380546"/>
            <a:ext cx="294401" cy="353645"/>
            <a:chOff x="-35814600" y="3202075"/>
            <a:chExt cx="242625" cy="291450"/>
          </a:xfrm>
        </p:grpSpPr>
        <p:sp>
          <p:nvSpPr>
            <p:cNvPr id="7096" name="Google Shape;7096;p79"/>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7" name="Google Shape;7097;p79"/>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8" name="Google Shape;7098;p79"/>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9" name="Google Shape;7099;p79"/>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0" name="Google Shape;7100;p79"/>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1" name="Google Shape;7101;p79"/>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2" name="Google Shape;7102;p79"/>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03" name="Google Shape;7103;p79"/>
          <p:cNvGrpSpPr/>
          <p:nvPr/>
        </p:nvGrpSpPr>
        <p:grpSpPr>
          <a:xfrm>
            <a:off x="829410" y="1821466"/>
            <a:ext cx="353645" cy="353888"/>
            <a:chOff x="-35839800" y="3561025"/>
            <a:chExt cx="291450" cy="291650"/>
          </a:xfrm>
        </p:grpSpPr>
        <p:sp>
          <p:nvSpPr>
            <p:cNvPr id="7104" name="Google Shape;7104;p79"/>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5" name="Google Shape;7105;p79"/>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6" name="Google Shape;7106;p79"/>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7" name="Google Shape;7107;p79"/>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8" name="Google Shape;7108;p79"/>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9" name="Google Shape;7109;p79"/>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0" name="Google Shape;7110;p79"/>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111" name="Google Shape;7111;p79"/>
          <p:cNvSpPr/>
          <p:nvPr/>
        </p:nvSpPr>
        <p:spPr>
          <a:xfrm>
            <a:off x="827834" y="22570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112" name="Google Shape;7112;p79"/>
          <p:cNvGrpSpPr/>
          <p:nvPr/>
        </p:nvGrpSpPr>
        <p:grpSpPr>
          <a:xfrm>
            <a:off x="3066955" y="1380546"/>
            <a:ext cx="353645" cy="353645"/>
            <a:chOff x="-34003850" y="3227275"/>
            <a:chExt cx="291450" cy="291450"/>
          </a:xfrm>
        </p:grpSpPr>
        <p:sp>
          <p:nvSpPr>
            <p:cNvPr id="7113" name="Google Shape;7113;p79"/>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4" name="Google Shape;7114;p79"/>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5" name="Google Shape;7115;p79"/>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6" name="Google Shape;7116;p79"/>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7" name="Google Shape;7117;p79"/>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18" name="Google Shape;7118;p79"/>
          <p:cNvGrpSpPr/>
          <p:nvPr/>
        </p:nvGrpSpPr>
        <p:grpSpPr>
          <a:xfrm>
            <a:off x="3066485" y="1821238"/>
            <a:ext cx="354586" cy="354343"/>
            <a:chOff x="-34004625" y="3585850"/>
            <a:chExt cx="292225" cy="292025"/>
          </a:xfrm>
        </p:grpSpPr>
        <p:sp>
          <p:nvSpPr>
            <p:cNvPr id="7119" name="Google Shape;7119;p79"/>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0" name="Google Shape;7120;p79"/>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1" name="Google Shape;7121;p79"/>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2" name="Google Shape;7122;p79"/>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3" name="Google Shape;7123;p79"/>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24" name="Google Shape;7124;p79"/>
          <p:cNvGrpSpPr/>
          <p:nvPr/>
        </p:nvGrpSpPr>
        <p:grpSpPr>
          <a:xfrm>
            <a:off x="3066000" y="2256439"/>
            <a:ext cx="355557" cy="354616"/>
            <a:chOff x="-34005425" y="3945575"/>
            <a:chExt cx="293025" cy="292250"/>
          </a:xfrm>
        </p:grpSpPr>
        <p:sp>
          <p:nvSpPr>
            <p:cNvPr id="7125" name="Google Shape;7125;p79"/>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6" name="Google Shape;7126;p79"/>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7" name="Google Shape;7127;p79"/>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28" name="Google Shape;7128;p79"/>
          <p:cNvGrpSpPr/>
          <p:nvPr/>
        </p:nvGrpSpPr>
        <p:grpSpPr>
          <a:xfrm>
            <a:off x="1713099" y="2729615"/>
            <a:ext cx="358408" cy="355557"/>
            <a:chOff x="-32174975" y="3192625"/>
            <a:chExt cx="295375" cy="293025"/>
          </a:xfrm>
        </p:grpSpPr>
        <p:sp>
          <p:nvSpPr>
            <p:cNvPr id="7129" name="Google Shape;7129;p79"/>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0" name="Google Shape;7130;p79"/>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1" name="Google Shape;7131;p79"/>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2" name="Google Shape;7132;p79"/>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133" name="Google Shape;7133;p79"/>
          <p:cNvSpPr/>
          <p:nvPr/>
        </p:nvSpPr>
        <p:spPr>
          <a:xfrm>
            <a:off x="1710145" y="32006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4" name="Google Shape;7134;p79"/>
          <p:cNvSpPr/>
          <p:nvPr/>
        </p:nvSpPr>
        <p:spPr>
          <a:xfrm>
            <a:off x="1714923" y="36657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135" name="Google Shape;7135;p79"/>
          <p:cNvGrpSpPr/>
          <p:nvPr/>
        </p:nvGrpSpPr>
        <p:grpSpPr>
          <a:xfrm>
            <a:off x="3952249" y="2730570"/>
            <a:ext cx="354586" cy="353645"/>
            <a:chOff x="-30345325" y="3184750"/>
            <a:chExt cx="292225" cy="291450"/>
          </a:xfrm>
        </p:grpSpPr>
        <p:sp>
          <p:nvSpPr>
            <p:cNvPr id="7136" name="Google Shape;7136;p79"/>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7" name="Google Shape;7137;p79"/>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8" name="Google Shape;7138;p79"/>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9" name="Google Shape;7139;p79"/>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0" name="Google Shape;7140;p79"/>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41" name="Google Shape;7141;p79"/>
          <p:cNvGrpSpPr/>
          <p:nvPr/>
        </p:nvGrpSpPr>
        <p:grpSpPr>
          <a:xfrm>
            <a:off x="1277001" y="1380546"/>
            <a:ext cx="353645" cy="353645"/>
            <a:chOff x="-35481425" y="3202075"/>
            <a:chExt cx="291450" cy="291450"/>
          </a:xfrm>
        </p:grpSpPr>
        <p:sp>
          <p:nvSpPr>
            <p:cNvPr id="7142" name="Google Shape;7142;p79"/>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3" name="Google Shape;7143;p79"/>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4" name="Google Shape;7144;p79"/>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5" name="Google Shape;7145;p79"/>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6" name="Google Shape;7146;p79"/>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7" name="Google Shape;7147;p79"/>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8" name="Google Shape;7148;p79"/>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49" name="Google Shape;7149;p79"/>
          <p:cNvGrpSpPr/>
          <p:nvPr/>
        </p:nvGrpSpPr>
        <p:grpSpPr>
          <a:xfrm>
            <a:off x="1276531" y="1822072"/>
            <a:ext cx="354586" cy="352675"/>
            <a:chOff x="-35482200" y="3561225"/>
            <a:chExt cx="292225" cy="290650"/>
          </a:xfrm>
        </p:grpSpPr>
        <p:sp>
          <p:nvSpPr>
            <p:cNvPr id="7150" name="Google Shape;7150;p79"/>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1" name="Google Shape;7151;p79"/>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2" name="Google Shape;7152;p79"/>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53" name="Google Shape;7153;p79"/>
          <p:cNvGrpSpPr/>
          <p:nvPr/>
        </p:nvGrpSpPr>
        <p:grpSpPr>
          <a:xfrm>
            <a:off x="1277001" y="2256940"/>
            <a:ext cx="353645" cy="353615"/>
            <a:chOff x="-35481425" y="3919600"/>
            <a:chExt cx="291450" cy="291425"/>
          </a:xfrm>
        </p:grpSpPr>
        <p:sp>
          <p:nvSpPr>
            <p:cNvPr id="7154" name="Google Shape;7154;p79"/>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5" name="Google Shape;7155;p79"/>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6" name="Google Shape;7156;p79"/>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7" name="Google Shape;7157;p79"/>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8" name="Google Shape;7158;p79"/>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9" name="Google Shape;7159;p79"/>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0" name="Google Shape;7160;p79"/>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1" name="Google Shape;7161;p79"/>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62" name="Google Shape;7162;p79"/>
          <p:cNvGrpSpPr/>
          <p:nvPr/>
        </p:nvGrpSpPr>
        <p:grpSpPr>
          <a:xfrm>
            <a:off x="3512636" y="1381031"/>
            <a:ext cx="357468" cy="352675"/>
            <a:chOff x="-33645475" y="3228075"/>
            <a:chExt cx="294600" cy="290650"/>
          </a:xfrm>
        </p:grpSpPr>
        <p:sp>
          <p:nvSpPr>
            <p:cNvPr id="7163" name="Google Shape;7163;p79"/>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4" name="Google Shape;7164;p79"/>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5" name="Google Shape;7165;p79"/>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6" name="Google Shape;7166;p79"/>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7" name="Google Shape;7167;p79"/>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8" name="Google Shape;7168;p79"/>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9" name="Google Shape;7169;p79"/>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70" name="Google Shape;7170;p79"/>
          <p:cNvGrpSpPr/>
          <p:nvPr/>
        </p:nvGrpSpPr>
        <p:grpSpPr>
          <a:xfrm>
            <a:off x="3513606" y="1821116"/>
            <a:ext cx="355526" cy="354586"/>
            <a:chOff x="-33646250" y="3586425"/>
            <a:chExt cx="293000" cy="292225"/>
          </a:xfrm>
        </p:grpSpPr>
        <p:sp>
          <p:nvSpPr>
            <p:cNvPr id="7171" name="Google Shape;7171;p79"/>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2" name="Google Shape;7172;p79"/>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73" name="Google Shape;7173;p79"/>
          <p:cNvGrpSpPr/>
          <p:nvPr/>
        </p:nvGrpSpPr>
        <p:grpSpPr>
          <a:xfrm>
            <a:off x="3514076" y="2255969"/>
            <a:ext cx="354586" cy="355557"/>
            <a:chOff x="-33645475" y="3944800"/>
            <a:chExt cx="292225" cy="293025"/>
          </a:xfrm>
        </p:grpSpPr>
        <p:sp>
          <p:nvSpPr>
            <p:cNvPr id="7174" name="Google Shape;7174;p79"/>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5" name="Google Shape;7175;p79"/>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6" name="Google Shape;7176;p79"/>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7" name="Google Shape;7177;p79"/>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8" name="Google Shape;7178;p79"/>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9" name="Google Shape;7179;p79"/>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0" name="Google Shape;7180;p79"/>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1" name="Google Shape;7181;p79"/>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2" name="Google Shape;7182;p79"/>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3" name="Google Shape;7183;p79"/>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84" name="Google Shape;7184;p79"/>
          <p:cNvGrpSpPr/>
          <p:nvPr/>
        </p:nvGrpSpPr>
        <p:grpSpPr>
          <a:xfrm>
            <a:off x="2167295" y="2729706"/>
            <a:ext cx="352675" cy="355375"/>
            <a:chOff x="-31809525" y="3192625"/>
            <a:chExt cx="290650" cy="292875"/>
          </a:xfrm>
        </p:grpSpPr>
        <p:sp>
          <p:nvSpPr>
            <p:cNvPr id="7185" name="Google Shape;7185;p79"/>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6" name="Google Shape;7186;p79"/>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7" name="Google Shape;7187;p79"/>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8" name="Google Shape;7188;p79"/>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89" name="Google Shape;7189;p79"/>
          <p:cNvGrpSpPr/>
          <p:nvPr/>
        </p:nvGrpSpPr>
        <p:grpSpPr>
          <a:xfrm>
            <a:off x="2166810" y="3200258"/>
            <a:ext cx="353645" cy="355557"/>
            <a:chOff x="-31811100" y="3550975"/>
            <a:chExt cx="291450" cy="293025"/>
          </a:xfrm>
        </p:grpSpPr>
        <p:sp>
          <p:nvSpPr>
            <p:cNvPr id="7190" name="Google Shape;7190;p79"/>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1" name="Google Shape;7191;p79"/>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2" name="Google Shape;7192;p79"/>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3" name="Google Shape;7193;p79"/>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4" name="Google Shape;7194;p79"/>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5" name="Google Shape;7195;p79"/>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6" name="Google Shape;7196;p79"/>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97" name="Google Shape;7197;p79"/>
          <p:cNvGrpSpPr/>
          <p:nvPr/>
        </p:nvGrpSpPr>
        <p:grpSpPr>
          <a:xfrm>
            <a:off x="2160606" y="3664562"/>
            <a:ext cx="366052" cy="356831"/>
            <a:chOff x="-31817400" y="3910025"/>
            <a:chExt cx="301675" cy="294075"/>
          </a:xfrm>
        </p:grpSpPr>
        <p:sp>
          <p:nvSpPr>
            <p:cNvPr id="7198" name="Google Shape;7198;p79"/>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9" name="Google Shape;7199;p79"/>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0" name="Google Shape;7200;p79"/>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01" name="Google Shape;7201;p79"/>
          <p:cNvGrpSpPr/>
          <p:nvPr/>
        </p:nvGrpSpPr>
        <p:grpSpPr>
          <a:xfrm>
            <a:off x="3952234" y="3200743"/>
            <a:ext cx="354616" cy="354586"/>
            <a:chOff x="-30354000" y="3569100"/>
            <a:chExt cx="292250" cy="292225"/>
          </a:xfrm>
        </p:grpSpPr>
        <p:sp>
          <p:nvSpPr>
            <p:cNvPr id="7202" name="Google Shape;7202;p79"/>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3" name="Google Shape;7203;p79"/>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4" name="Google Shape;7204;p79"/>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5" name="Google Shape;7205;p79"/>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6" name="Google Shape;7206;p79"/>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7" name="Google Shape;7207;p79"/>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08" name="Google Shape;7208;p79"/>
          <p:cNvGrpSpPr/>
          <p:nvPr/>
        </p:nvGrpSpPr>
        <p:grpSpPr>
          <a:xfrm>
            <a:off x="1730812" y="1380546"/>
            <a:ext cx="342148" cy="353645"/>
            <a:chOff x="-35118325" y="3202075"/>
            <a:chExt cx="281975" cy="291450"/>
          </a:xfrm>
        </p:grpSpPr>
        <p:sp>
          <p:nvSpPr>
            <p:cNvPr id="7209" name="Google Shape;7209;p79"/>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0" name="Google Shape;7210;p79"/>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1" name="Google Shape;7211;p79"/>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2" name="Google Shape;7212;p79"/>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13" name="Google Shape;7213;p79"/>
          <p:cNvGrpSpPr/>
          <p:nvPr/>
        </p:nvGrpSpPr>
        <p:grpSpPr>
          <a:xfrm>
            <a:off x="1724593" y="1821799"/>
            <a:ext cx="354586" cy="353221"/>
            <a:chOff x="-35123050" y="3561225"/>
            <a:chExt cx="292225" cy="291100"/>
          </a:xfrm>
        </p:grpSpPr>
        <p:sp>
          <p:nvSpPr>
            <p:cNvPr id="7214" name="Google Shape;7214;p79"/>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5" name="Google Shape;7215;p79"/>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16" name="Google Shape;7216;p79"/>
          <p:cNvGrpSpPr/>
          <p:nvPr/>
        </p:nvGrpSpPr>
        <p:grpSpPr>
          <a:xfrm>
            <a:off x="1766652" y="2256940"/>
            <a:ext cx="270467" cy="353615"/>
            <a:chOff x="-35089175" y="3919600"/>
            <a:chExt cx="222900" cy="291425"/>
          </a:xfrm>
        </p:grpSpPr>
        <p:sp>
          <p:nvSpPr>
            <p:cNvPr id="7217" name="Google Shape;7217;p79"/>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8" name="Google Shape;7218;p79"/>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19" name="Google Shape;7219;p79"/>
          <p:cNvGrpSpPr/>
          <p:nvPr/>
        </p:nvGrpSpPr>
        <p:grpSpPr>
          <a:xfrm>
            <a:off x="3963648" y="1380303"/>
            <a:ext cx="336445" cy="354131"/>
            <a:chOff x="-33277650" y="3226875"/>
            <a:chExt cx="277275" cy="291850"/>
          </a:xfrm>
        </p:grpSpPr>
        <p:sp>
          <p:nvSpPr>
            <p:cNvPr id="7220" name="Google Shape;7220;p79"/>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1" name="Google Shape;7221;p79"/>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2" name="Google Shape;7222;p79"/>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3" name="Google Shape;7223;p79"/>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4" name="Google Shape;7224;p79"/>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5" name="Google Shape;7225;p79"/>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6" name="Google Shape;7226;p79"/>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27" name="Google Shape;7227;p79"/>
          <p:cNvGrpSpPr/>
          <p:nvPr/>
        </p:nvGrpSpPr>
        <p:grpSpPr>
          <a:xfrm>
            <a:off x="3955048" y="1821587"/>
            <a:ext cx="353645" cy="353645"/>
            <a:chOff x="-33286325" y="3586425"/>
            <a:chExt cx="291450" cy="291450"/>
          </a:xfrm>
        </p:grpSpPr>
        <p:sp>
          <p:nvSpPr>
            <p:cNvPr id="7228" name="Google Shape;7228;p79"/>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9" name="Google Shape;7229;p79"/>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0" name="Google Shape;7230;p79"/>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1" name="Google Shape;7231;p79"/>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2" name="Google Shape;7232;p79"/>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33" name="Google Shape;7233;p79"/>
          <p:cNvGrpSpPr/>
          <p:nvPr/>
        </p:nvGrpSpPr>
        <p:grpSpPr>
          <a:xfrm>
            <a:off x="3955048" y="2255969"/>
            <a:ext cx="353645" cy="355557"/>
            <a:chOff x="-33286325" y="3944800"/>
            <a:chExt cx="291450" cy="293025"/>
          </a:xfrm>
        </p:grpSpPr>
        <p:sp>
          <p:nvSpPr>
            <p:cNvPr id="7234" name="Google Shape;7234;p79"/>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5" name="Google Shape;7235;p79"/>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6" name="Google Shape;7236;p79"/>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7" name="Google Shape;7237;p79"/>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38" name="Google Shape;7238;p79"/>
          <p:cNvGrpSpPr/>
          <p:nvPr/>
        </p:nvGrpSpPr>
        <p:grpSpPr>
          <a:xfrm>
            <a:off x="2613445" y="2729129"/>
            <a:ext cx="353645" cy="356527"/>
            <a:chOff x="-31452725" y="3191825"/>
            <a:chExt cx="291450" cy="293825"/>
          </a:xfrm>
        </p:grpSpPr>
        <p:sp>
          <p:nvSpPr>
            <p:cNvPr id="7239" name="Google Shape;7239;p79"/>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0" name="Google Shape;7240;p79"/>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1" name="Google Shape;7241;p79"/>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2" name="Google Shape;7242;p79"/>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43" name="Google Shape;7243;p79"/>
          <p:cNvGrpSpPr/>
          <p:nvPr/>
        </p:nvGrpSpPr>
        <p:grpSpPr>
          <a:xfrm>
            <a:off x="2612975" y="3200744"/>
            <a:ext cx="354586" cy="354586"/>
            <a:chOff x="-31452725" y="3551775"/>
            <a:chExt cx="292225" cy="292225"/>
          </a:xfrm>
        </p:grpSpPr>
        <p:sp>
          <p:nvSpPr>
            <p:cNvPr id="7244" name="Google Shape;7244;p79"/>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5" name="Google Shape;7245;p79"/>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6" name="Google Shape;7246;p79"/>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7" name="Google Shape;7247;p79"/>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48" name="Google Shape;7248;p79"/>
          <p:cNvGrpSpPr/>
          <p:nvPr/>
        </p:nvGrpSpPr>
        <p:grpSpPr>
          <a:xfrm>
            <a:off x="2611534" y="3664729"/>
            <a:ext cx="357468" cy="356497"/>
            <a:chOff x="-31455100" y="3909350"/>
            <a:chExt cx="294600" cy="293800"/>
          </a:xfrm>
        </p:grpSpPr>
        <p:sp>
          <p:nvSpPr>
            <p:cNvPr id="7249" name="Google Shape;7249;p79"/>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0" name="Google Shape;7250;p79"/>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51" name="Google Shape;7251;p79"/>
          <p:cNvGrpSpPr/>
          <p:nvPr/>
        </p:nvGrpSpPr>
        <p:grpSpPr>
          <a:xfrm>
            <a:off x="3952719" y="3665684"/>
            <a:ext cx="353645" cy="354586"/>
            <a:chOff x="-30345325" y="3918800"/>
            <a:chExt cx="291450" cy="292225"/>
          </a:xfrm>
        </p:grpSpPr>
        <p:sp>
          <p:nvSpPr>
            <p:cNvPr id="7252" name="Google Shape;7252;p79"/>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3" name="Google Shape;7253;p79"/>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4" name="Google Shape;7254;p79"/>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5" name="Google Shape;7255;p79"/>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6" name="Google Shape;7256;p79"/>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57" name="Google Shape;7257;p79"/>
          <p:cNvGrpSpPr/>
          <p:nvPr/>
        </p:nvGrpSpPr>
        <p:grpSpPr>
          <a:xfrm>
            <a:off x="2172184" y="1821587"/>
            <a:ext cx="353645" cy="353645"/>
            <a:chOff x="-34763900" y="3561225"/>
            <a:chExt cx="291450" cy="291450"/>
          </a:xfrm>
        </p:grpSpPr>
        <p:sp>
          <p:nvSpPr>
            <p:cNvPr id="7258" name="Google Shape;7258;p79"/>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9" name="Google Shape;7259;p79"/>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0" name="Google Shape;7260;p79"/>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261" name="Google Shape;7261;p79"/>
          <p:cNvSpPr/>
          <p:nvPr/>
        </p:nvSpPr>
        <p:spPr>
          <a:xfrm>
            <a:off x="2171583" y="22570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262" name="Google Shape;7262;p79"/>
          <p:cNvGrpSpPr/>
          <p:nvPr/>
        </p:nvGrpSpPr>
        <p:grpSpPr>
          <a:xfrm>
            <a:off x="827081" y="2730099"/>
            <a:ext cx="354586" cy="354586"/>
            <a:chOff x="-32927950" y="3227275"/>
            <a:chExt cx="292225" cy="292225"/>
          </a:xfrm>
        </p:grpSpPr>
        <p:sp>
          <p:nvSpPr>
            <p:cNvPr id="7263" name="Google Shape;7263;p79"/>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4" name="Google Shape;7264;p79"/>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5" name="Google Shape;7265;p79"/>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6" name="Google Shape;7266;p79"/>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7" name="Google Shape;7267;p79"/>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68" name="Google Shape;7268;p79"/>
          <p:cNvGrpSpPr/>
          <p:nvPr/>
        </p:nvGrpSpPr>
        <p:grpSpPr>
          <a:xfrm>
            <a:off x="826596" y="3201213"/>
            <a:ext cx="355557" cy="353645"/>
            <a:chOff x="-32927950" y="3586425"/>
            <a:chExt cx="293025" cy="291450"/>
          </a:xfrm>
        </p:grpSpPr>
        <p:sp>
          <p:nvSpPr>
            <p:cNvPr id="7269" name="Google Shape;7269;p79"/>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0" name="Google Shape;7270;p79"/>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1" name="Google Shape;7271;p79"/>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2" name="Google Shape;7272;p79"/>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3" name="Google Shape;7273;p79"/>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74" name="Google Shape;7274;p79"/>
          <p:cNvGrpSpPr/>
          <p:nvPr/>
        </p:nvGrpSpPr>
        <p:grpSpPr>
          <a:xfrm>
            <a:off x="827081" y="3665198"/>
            <a:ext cx="354586" cy="355557"/>
            <a:chOff x="-32927950" y="3944800"/>
            <a:chExt cx="292225" cy="293025"/>
          </a:xfrm>
        </p:grpSpPr>
        <p:sp>
          <p:nvSpPr>
            <p:cNvPr id="7275" name="Google Shape;7275;p79"/>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6" name="Google Shape;7276;p79"/>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7" name="Google Shape;7277;p79"/>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8" name="Google Shape;7278;p79"/>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9" name="Google Shape;7279;p79"/>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0" name="Google Shape;7280;p79"/>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1" name="Google Shape;7281;p79"/>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2" name="Google Shape;7282;p79"/>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3" name="Google Shape;7283;p79"/>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84" name="Google Shape;7284;p79"/>
          <p:cNvGrpSpPr/>
          <p:nvPr/>
        </p:nvGrpSpPr>
        <p:grpSpPr>
          <a:xfrm>
            <a:off x="3055873" y="2730449"/>
            <a:ext cx="354586" cy="353888"/>
            <a:chOff x="-31094350" y="3194000"/>
            <a:chExt cx="292225" cy="291650"/>
          </a:xfrm>
        </p:grpSpPr>
        <p:sp>
          <p:nvSpPr>
            <p:cNvPr id="7285" name="Google Shape;7285;p79"/>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6" name="Google Shape;7286;p79"/>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7" name="Google Shape;7287;p79"/>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8" name="Google Shape;7288;p79"/>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9" name="Google Shape;7289;p79"/>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0" name="Google Shape;7290;p79"/>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1" name="Google Shape;7291;p79"/>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2" name="Google Shape;7292;p79"/>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93" name="Google Shape;7293;p79"/>
          <p:cNvGrpSpPr/>
          <p:nvPr/>
        </p:nvGrpSpPr>
        <p:grpSpPr>
          <a:xfrm>
            <a:off x="3056343" y="3200941"/>
            <a:ext cx="353645" cy="354191"/>
            <a:chOff x="-31093575" y="3552550"/>
            <a:chExt cx="291450" cy="291900"/>
          </a:xfrm>
        </p:grpSpPr>
        <p:sp>
          <p:nvSpPr>
            <p:cNvPr id="7294" name="Google Shape;7294;p79"/>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5" name="Google Shape;7295;p79"/>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6" name="Google Shape;7296;p79"/>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7" name="Google Shape;7297;p79"/>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98" name="Google Shape;7298;p79"/>
          <p:cNvGrpSpPr/>
          <p:nvPr/>
        </p:nvGrpSpPr>
        <p:grpSpPr>
          <a:xfrm>
            <a:off x="2182711" y="1380546"/>
            <a:ext cx="332593" cy="353645"/>
            <a:chOff x="-34755225" y="3202075"/>
            <a:chExt cx="274100" cy="291450"/>
          </a:xfrm>
        </p:grpSpPr>
        <p:sp>
          <p:nvSpPr>
            <p:cNvPr id="7299" name="Google Shape;7299;p79"/>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0" name="Google Shape;7300;p79"/>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1" name="Google Shape;7301;p79"/>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2" name="Google Shape;7302;p79"/>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3" name="Google Shape;7303;p79"/>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4" name="Google Shape;7304;p79"/>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5" name="Google Shape;7305;p79"/>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06" name="Google Shape;7306;p79"/>
          <p:cNvGrpSpPr/>
          <p:nvPr/>
        </p:nvGrpSpPr>
        <p:grpSpPr>
          <a:xfrm>
            <a:off x="3056343" y="3666169"/>
            <a:ext cx="353645" cy="353615"/>
            <a:chOff x="-31093575" y="3911725"/>
            <a:chExt cx="291450" cy="291425"/>
          </a:xfrm>
        </p:grpSpPr>
        <p:sp>
          <p:nvSpPr>
            <p:cNvPr id="7307" name="Google Shape;7307;p79"/>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8" name="Google Shape;7308;p79"/>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09" name="Google Shape;7309;p79"/>
          <p:cNvGrpSpPr/>
          <p:nvPr/>
        </p:nvGrpSpPr>
        <p:grpSpPr>
          <a:xfrm>
            <a:off x="2165773" y="4123136"/>
            <a:ext cx="356497" cy="354586"/>
            <a:chOff x="-29946000" y="3183175"/>
            <a:chExt cx="293800" cy="292225"/>
          </a:xfrm>
        </p:grpSpPr>
        <p:sp>
          <p:nvSpPr>
            <p:cNvPr id="7310" name="Google Shape;7310;p79"/>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1" name="Google Shape;7311;p79"/>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2" name="Google Shape;7312;p79"/>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3" name="Google Shape;7313;p79"/>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4" name="Google Shape;7314;p79"/>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5" name="Google Shape;7315;p79"/>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16" name="Google Shape;7316;p79"/>
          <p:cNvGrpSpPr/>
          <p:nvPr/>
        </p:nvGrpSpPr>
        <p:grpSpPr>
          <a:xfrm>
            <a:off x="2610305" y="1380289"/>
            <a:ext cx="358408" cy="354161"/>
            <a:chOff x="-34408675" y="3202075"/>
            <a:chExt cx="295375" cy="291875"/>
          </a:xfrm>
        </p:grpSpPr>
        <p:sp>
          <p:nvSpPr>
            <p:cNvPr id="7317" name="Google Shape;7317;p79"/>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8" name="Google Shape;7318;p79"/>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9" name="Google Shape;7319;p79"/>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0" name="Google Shape;7320;p79"/>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21" name="Google Shape;7321;p79"/>
          <p:cNvGrpSpPr/>
          <p:nvPr/>
        </p:nvGrpSpPr>
        <p:grpSpPr>
          <a:xfrm>
            <a:off x="2612216" y="1820283"/>
            <a:ext cx="354586" cy="356254"/>
            <a:chOff x="-34405525" y="3558075"/>
            <a:chExt cx="292225" cy="293600"/>
          </a:xfrm>
        </p:grpSpPr>
        <p:sp>
          <p:nvSpPr>
            <p:cNvPr id="7322" name="Google Shape;7322;p79"/>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3" name="Google Shape;7323;p79"/>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4" name="Google Shape;7324;p79"/>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25" name="Google Shape;7325;p79"/>
          <p:cNvGrpSpPr/>
          <p:nvPr/>
        </p:nvGrpSpPr>
        <p:grpSpPr>
          <a:xfrm>
            <a:off x="2611730" y="2256940"/>
            <a:ext cx="355557" cy="353615"/>
            <a:chOff x="-34406325" y="3919600"/>
            <a:chExt cx="293025" cy="291425"/>
          </a:xfrm>
        </p:grpSpPr>
        <p:sp>
          <p:nvSpPr>
            <p:cNvPr id="7326" name="Google Shape;7326;p79"/>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7" name="Google Shape;7327;p79"/>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8" name="Google Shape;7328;p79"/>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9" name="Google Shape;7329;p79"/>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0" name="Google Shape;7330;p79"/>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1" name="Google Shape;7331;p79"/>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2" name="Google Shape;7332;p79"/>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33" name="Google Shape;7333;p79"/>
          <p:cNvGrpSpPr/>
          <p:nvPr/>
        </p:nvGrpSpPr>
        <p:grpSpPr>
          <a:xfrm>
            <a:off x="1275628" y="2736303"/>
            <a:ext cx="353645" cy="342179"/>
            <a:chOff x="-32568800" y="3232000"/>
            <a:chExt cx="291450" cy="282000"/>
          </a:xfrm>
        </p:grpSpPr>
        <p:sp>
          <p:nvSpPr>
            <p:cNvPr id="7334" name="Google Shape;7334;p79"/>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5" name="Google Shape;7335;p79"/>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36" name="Google Shape;7336;p79"/>
          <p:cNvGrpSpPr/>
          <p:nvPr/>
        </p:nvGrpSpPr>
        <p:grpSpPr>
          <a:xfrm>
            <a:off x="1275158" y="3201213"/>
            <a:ext cx="354586" cy="353645"/>
            <a:chOff x="-32569575" y="3586425"/>
            <a:chExt cx="292225" cy="291450"/>
          </a:xfrm>
        </p:grpSpPr>
        <p:sp>
          <p:nvSpPr>
            <p:cNvPr id="7337" name="Google Shape;7337;p79"/>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8" name="Google Shape;7338;p79"/>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39" name="Google Shape;7339;p79"/>
          <p:cNvGrpSpPr/>
          <p:nvPr/>
        </p:nvGrpSpPr>
        <p:grpSpPr>
          <a:xfrm>
            <a:off x="1266073" y="3665805"/>
            <a:ext cx="372756" cy="354343"/>
            <a:chOff x="-32576675" y="3944600"/>
            <a:chExt cx="307200" cy="292025"/>
          </a:xfrm>
        </p:grpSpPr>
        <p:sp>
          <p:nvSpPr>
            <p:cNvPr id="7340" name="Google Shape;7340;p79"/>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1" name="Google Shape;7341;p79"/>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42" name="Google Shape;7342;p79"/>
          <p:cNvGrpSpPr/>
          <p:nvPr/>
        </p:nvGrpSpPr>
        <p:grpSpPr>
          <a:xfrm>
            <a:off x="3511040" y="2730100"/>
            <a:ext cx="354586" cy="354586"/>
            <a:chOff x="-30735200" y="3192625"/>
            <a:chExt cx="292225" cy="292225"/>
          </a:xfrm>
        </p:grpSpPr>
        <p:sp>
          <p:nvSpPr>
            <p:cNvPr id="7343" name="Google Shape;7343;p79"/>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4" name="Google Shape;7344;p79"/>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5" name="Google Shape;7345;p79"/>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6" name="Google Shape;7346;p79"/>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7" name="Google Shape;7347;p79"/>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8" name="Google Shape;7348;p79"/>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9" name="Google Shape;7349;p79"/>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50" name="Google Shape;7350;p79"/>
          <p:cNvGrpSpPr/>
          <p:nvPr/>
        </p:nvGrpSpPr>
        <p:grpSpPr>
          <a:xfrm>
            <a:off x="3511040" y="3201532"/>
            <a:ext cx="354586" cy="353008"/>
            <a:chOff x="-30735200" y="3552550"/>
            <a:chExt cx="292225" cy="290925"/>
          </a:xfrm>
        </p:grpSpPr>
        <p:sp>
          <p:nvSpPr>
            <p:cNvPr id="7351" name="Google Shape;7351;p79"/>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52" name="Google Shape;7352;p79"/>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53" name="Google Shape;7353;p79"/>
          <p:cNvGrpSpPr/>
          <p:nvPr/>
        </p:nvGrpSpPr>
        <p:grpSpPr>
          <a:xfrm>
            <a:off x="3511040" y="3666154"/>
            <a:ext cx="354586" cy="353645"/>
            <a:chOff x="-30735200" y="3910925"/>
            <a:chExt cx="292225" cy="291450"/>
          </a:xfrm>
        </p:grpSpPr>
        <p:sp>
          <p:nvSpPr>
            <p:cNvPr id="7354" name="Google Shape;7354;p79"/>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55" name="Google Shape;7355;p79"/>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356" name="Google Shape;7356;p79"/>
          <p:cNvSpPr/>
          <p:nvPr/>
        </p:nvSpPr>
        <p:spPr>
          <a:xfrm>
            <a:off x="2614155" y="41232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357" name="Google Shape;7357;p79"/>
          <p:cNvGrpSpPr/>
          <p:nvPr/>
        </p:nvGrpSpPr>
        <p:grpSpPr>
          <a:xfrm>
            <a:off x="4864547" y="1375808"/>
            <a:ext cx="358971" cy="359224"/>
            <a:chOff x="-57956275" y="3197925"/>
            <a:chExt cx="319000" cy="319225"/>
          </a:xfrm>
        </p:grpSpPr>
        <p:sp>
          <p:nvSpPr>
            <p:cNvPr id="7358" name="Google Shape;7358;p79"/>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59" name="Google Shape;7359;p79"/>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0" name="Google Shape;7360;p79"/>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1" name="Google Shape;7361;p79"/>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2" name="Google Shape;7362;p79"/>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3" name="Google Shape;7363;p79"/>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4" name="Google Shape;7364;p79"/>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65" name="Google Shape;7365;p79"/>
          <p:cNvGrpSpPr/>
          <p:nvPr/>
        </p:nvGrpSpPr>
        <p:grpSpPr>
          <a:xfrm>
            <a:off x="4886701" y="1832234"/>
            <a:ext cx="314662" cy="358971"/>
            <a:chOff x="-57940525" y="3590375"/>
            <a:chExt cx="279625" cy="319000"/>
          </a:xfrm>
        </p:grpSpPr>
        <p:sp>
          <p:nvSpPr>
            <p:cNvPr id="7366" name="Google Shape;7366;p79"/>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7" name="Google Shape;7367;p79"/>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8" name="Google Shape;7368;p79"/>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9" name="Google Shape;7369;p79"/>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0" name="Google Shape;7370;p79"/>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71" name="Google Shape;7371;p79"/>
          <p:cNvGrpSpPr/>
          <p:nvPr/>
        </p:nvGrpSpPr>
        <p:grpSpPr>
          <a:xfrm>
            <a:off x="4857582" y="2273605"/>
            <a:ext cx="358099" cy="358999"/>
            <a:chOff x="-57959425" y="3982600"/>
            <a:chExt cx="318225" cy="319025"/>
          </a:xfrm>
        </p:grpSpPr>
        <p:sp>
          <p:nvSpPr>
            <p:cNvPr id="7372" name="Google Shape;7372;p79"/>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3" name="Google Shape;7373;p79"/>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4" name="Google Shape;7374;p79"/>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5" name="Google Shape;7375;p79"/>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76" name="Google Shape;7376;p79"/>
          <p:cNvGrpSpPr/>
          <p:nvPr/>
        </p:nvGrpSpPr>
        <p:grpSpPr>
          <a:xfrm>
            <a:off x="7057749" y="1376934"/>
            <a:ext cx="357226" cy="357226"/>
            <a:chOff x="-55987225" y="3198925"/>
            <a:chExt cx="317450" cy="317450"/>
          </a:xfrm>
        </p:grpSpPr>
        <p:sp>
          <p:nvSpPr>
            <p:cNvPr id="7377" name="Google Shape;7377;p79"/>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8" name="Google Shape;7378;p79"/>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9" name="Google Shape;7379;p79"/>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0" name="Google Shape;7380;p79"/>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81" name="Google Shape;7381;p79"/>
          <p:cNvGrpSpPr/>
          <p:nvPr/>
        </p:nvGrpSpPr>
        <p:grpSpPr>
          <a:xfrm>
            <a:off x="7057749" y="1832965"/>
            <a:ext cx="357226" cy="357367"/>
            <a:chOff x="-55987225" y="3591025"/>
            <a:chExt cx="317450" cy="317575"/>
          </a:xfrm>
        </p:grpSpPr>
        <p:sp>
          <p:nvSpPr>
            <p:cNvPr id="7382" name="Google Shape;7382;p79"/>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3" name="Google Shape;7383;p79"/>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4" name="Google Shape;7384;p79"/>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5" name="Google Shape;7385;p79"/>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6" name="Google Shape;7386;p79"/>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87" name="Google Shape;7387;p79"/>
          <p:cNvGrpSpPr/>
          <p:nvPr/>
        </p:nvGrpSpPr>
        <p:grpSpPr>
          <a:xfrm>
            <a:off x="7071665" y="2273605"/>
            <a:ext cx="358999" cy="358999"/>
            <a:chOff x="-55988800" y="3982600"/>
            <a:chExt cx="319025" cy="319025"/>
          </a:xfrm>
        </p:grpSpPr>
        <p:sp>
          <p:nvSpPr>
            <p:cNvPr id="7388" name="Google Shape;7388;p79"/>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9" name="Google Shape;7389;p79"/>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0" name="Google Shape;7390;p79"/>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1" name="Google Shape;7391;p79"/>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2" name="Google Shape;7392;p79"/>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93" name="Google Shape;7393;p79"/>
          <p:cNvGrpSpPr/>
          <p:nvPr/>
        </p:nvGrpSpPr>
        <p:grpSpPr>
          <a:xfrm>
            <a:off x="5730184" y="2731562"/>
            <a:ext cx="356326" cy="358971"/>
            <a:chOff x="-54026025" y="3192625"/>
            <a:chExt cx="316650" cy="319000"/>
          </a:xfrm>
        </p:grpSpPr>
        <p:sp>
          <p:nvSpPr>
            <p:cNvPr id="7394" name="Google Shape;7394;p79"/>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5" name="Google Shape;7395;p79"/>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6" name="Google Shape;7396;p79"/>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7" name="Google Shape;7397;p79"/>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8" name="Google Shape;7398;p79"/>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9" name="Google Shape;7399;p79"/>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0" name="Google Shape;7400;p79"/>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1" name="Google Shape;7401;p79"/>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02" name="Google Shape;7402;p79"/>
          <p:cNvGrpSpPr/>
          <p:nvPr/>
        </p:nvGrpSpPr>
        <p:grpSpPr>
          <a:xfrm>
            <a:off x="5750130" y="3202536"/>
            <a:ext cx="316434" cy="358099"/>
            <a:chOff x="-54007925" y="3584850"/>
            <a:chExt cx="281200" cy="318225"/>
          </a:xfrm>
        </p:grpSpPr>
        <p:sp>
          <p:nvSpPr>
            <p:cNvPr id="7403" name="Google Shape;7403;p79"/>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4" name="Google Shape;7404;p79"/>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5" name="Google Shape;7405;p79"/>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6" name="Google Shape;7406;p79"/>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7" name="Google Shape;7407;p79"/>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8" name="Google Shape;7408;p79"/>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09" name="Google Shape;7409;p79"/>
          <p:cNvGrpSpPr/>
          <p:nvPr/>
        </p:nvGrpSpPr>
        <p:grpSpPr>
          <a:xfrm>
            <a:off x="5750130" y="3664421"/>
            <a:ext cx="316434" cy="358914"/>
            <a:chOff x="-54007925" y="3975575"/>
            <a:chExt cx="281200" cy="318950"/>
          </a:xfrm>
        </p:grpSpPr>
        <p:sp>
          <p:nvSpPr>
            <p:cNvPr id="7410" name="Google Shape;7410;p79"/>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1" name="Google Shape;7411;p79"/>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2" name="Google Shape;7412;p79"/>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3" name="Google Shape;7413;p79"/>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14" name="Google Shape;7414;p79"/>
          <p:cNvGrpSpPr/>
          <p:nvPr/>
        </p:nvGrpSpPr>
        <p:grpSpPr>
          <a:xfrm>
            <a:off x="7984996" y="2748891"/>
            <a:ext cx="274770" cy="358492"/>
            <a:chOff x="-52005775" y="3208025"/>
            <a:chExt cx="244175" cy="318575"/>
          </a:xfrm>
        </p:grpSpPr>
        <p:sp>
          <p:nvSpPr>
            <p:cNvPr id="7415" name="Google Shape;7415;p79"/>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6" name="Google Shape;7416;p79"/>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7" name="Google Shape;7417;p79"/>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8" name="Google Shape;7418;p79"/>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9" name="Google Shape;7419;p79"/>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0" name="Google Shape;7420;p79"/>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1" name="Google Shape;7421;p79"/>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2" name="Google Shape;7422;p79"/>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3" name="Google Shape;7423;p79"/>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4" name="Google Shape;7424;p79"/>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5" name="Google Shape;7425;p79"/>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26" name="Google Shape;7426;p79"/>
          <p:cNvGrpSpPr/>
          <p:nvPr/>
        </p:nvGrpSpPr>
        <p:grpSpPr>
          <a:xfrm>
            <a:off x="5291462" y="1376934"/>
            <a:ext cx="358099" cy="358099"/>
            <a:chOff x="-57568775" y="3198925"/>
            <a:chExt cx="318225" cy="318225"/>
          </a:xfrm>
        </p:grpSpPr>
        <p:sp>
          <p:nvSpPr>
            <p:cNvPr id="7427" name="Google Shape;7427;p79"/>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8" name="Google Shape;7428;p79"/>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9" name="Google Shape;7429;p79"/>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0" name="Google Shape;7430;p79"/>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1" name="Google Shape;7431;p79"/>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2" name="Google Shape;7432;p79"/>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33" name="Google Shape;7433;p79"/>
          <p:cNvGrpSpPr/>
          <p:nvPr/>
        </p:nvGrpSpPr>
        <p:grpSpPr>
          <a:xfrm>
            <a:off x="5313181" y="1832234"/>
            <a:ext cx="314662" cy="358099"/>
            <a:chOff x="-57549075" y="3590375"/>
            <a:chExt cx="279625" cy="318225"/>
          </a:xfrm>
        </p:grpSpPr>
        <p:sp>
          <p:nvSpPr>
            <p:cNvPr id="7434" name="Google Shape;7434;p79"/>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5" name="Google Shape;7435;p79"/>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6" name="Google Shape;7436;p79"/>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7" name="Google Shape;7437;p79"/>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38" name="Google Shape;7438;p79"/>
          <p:cNvGrpSpPr/>
          <p:nvPr/>
        </p:nvGrpSpPr>
        <p:grpSpPr>
          <a:xfrm>
            <a:off x="5305378" y="2273605"/>
            <a:ext cx="359871" cy="359871"/>
            <a:chOff x="-57570350" y="3982600"/>
            <a:chExt cx="319800" cy="319800"/>
          </a:xfrm>
        </p:grpSpPr>
        <p:sp>
          <p:nvSpPr>
            <p:cNvPr id="7439" name="Google Shape;7439;p79"/>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0" name="Google Shape;7440;p79"/>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1" name="Google Shape;7441;p79"/>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2" name="Google Shape;7442;p79"/>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43" name="Google Shape;7443;p79"/>
          <p:cNvGrpSpPr/>
          <p:nvPr/>
        </p:nvGrpSpPr>
        <p:grpSpPr>
          <a:xfrm>
            <a:off x="7520416" y="1376033"/>
            <a:ext cx="314662" cy="358999"/>
            <a:chOff x="-55576850" y="3198125"/>
            <a:chExt cx="279625" cy="319025"/>
          </a:xfrm>
        </p:grpSpPr>
        <p:sp>
          <p:nvSpPr>
            <p:cNvPr id="7444" name="Google Shape;7444;p79"/>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5" name="Google Shape;7445;p79"/>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6" name="Google Shape;7446;p79"/>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7" name="Google Shape;7447;p79"/>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48" name="Google Shape;7448;p79"/>
          <p:cNvGrpSpPr/>
          <p:nvPr/>
        </p:nvGrpSpPr>
        <p:grpSpPr>
          <a:xfrm>
            <a:off x="7497812" y="1832009"/>
            <a:ext cx="359871" cy="358324"/>
            <a:chOff x="-55596550" y="3590175"/>
            <a:chExt cx="319800" cy="318425"/>
          </a:xfrm>
        </p:grpSpPr>
        <p:sp>
          <p:nvSpPr>
            <p:cNvPr id="7449" name="Google Shape;7449;p79"/>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0" name="Google Shape;7450;p79"/>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1" name="Google Shape;7451;p79"/>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2" name="Google Shape;7452;p79"/>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53" name="Google Shape;7453;p79"/>
          <p:cNvGrpSpPr/>
          <p:nvPr/>
        </p:nvGrpSpPr>
        <p:grpSpPr>
          <a:xfrm>
            <a:off x="7513049" y="2273351"/>
            <a:ext cx="358999" cy="359252"/>
            <a:chOff x="-55595775" y="3982375"/>
            <a:chExt cx="319025" cy="319250"/>
          </a:xfrm>
        </p:grpSpPr>
        <p:sp>
          <p:nvSpPr>
            <p:cNvPr id="7454" name="Google Shape;7454;p79"/>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5" name="Google Shape;7455;p79"/>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6" name="Google Shape;7456;p79"/>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7" name="Google Shape;7457;p79"/>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8" name="Google Shape;7458;p79"/>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9" name="Google Shape;7459;p79"/>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60" name="Google Shape;7460;p79"/>
          <p:cNvGrpSpPr/>
          <p:nvPr/>
        </p:nvGrpSpPr>
        <p:grpSpPr>
          <a:xfrm>
            <a:off x="6170232" y="2731562"/>
            <a:ext cx="358999" cy="358099"/>
            <a:chOff x="-53635375" y="3192625"/>
            <a:chExt cx="319025" cy="318225"/>
          </a:xfrm>
        </p:grpSpPr>
        <p:sp>
          <p:nvSpPr>
            <p:cNvPr id="7461" name="Google Shape;7461;p79"/>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2" name="Google Shape;7462;p79"/>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3" name="Google Shape;7463;p79"/>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64" name="Google Shape;7464;p79"/>
          <p:cNvGrpSpPr/>
          <p:nvPr/>
        </p:nvGrpSpPr>
        <p:grpSpPr>
          <a:xfrm>
            <a:off x="6192401" y="3202536"/>
            <a:ext cx="314662" cy="358999"/>
            <a:chOff x="-53615675" y="3584850"/>
            <a:chExt cx="279625" cy="319025"/>
          </a:xfrm>
        </p:grpSpPr>
        <p:sp>
          <p:nvSpPr>
            <p:cNvPr id="7465" name="Google Shape;7465;p79"/>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6" name="Google Shape;7466;p79"/>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7" name="Google Shape;7467;p79"/>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68" name="Google Shape;7468;p79"/>
          <p:cNvGrpSpPr/>
          <p:nvPr/>
        </p:nvGrpSpPr>
        <p:grpSpPr>
          <a:xfrm>
            <a:off x="6170246" y="3665461"/>
            <a:ext cx="358971" cy="357874"/>
            <a:chOff x="-53634575" y="3976500"/>
            <a:chExt cx="319000" cy="318025"/>
          </a:xfrm>
        </p:grpSpPr>
        <p:sp>
          <p:nvSpPr>
            <p:cNvPr id="7469" name="Google Shape;7469;p79"/>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0" name="Google Shape;7470;p79"/>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1" name="Google Shape;7471;p79"/>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2" name="Google Shape;7472;p79"/>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3" name="Google Shape;7473;p79"/>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4" name="Google Shape;7474;p79"/>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5" name="Google Shape;7475;p79"/>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6" name="Google Shape;7476;p79"/>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77" name="Google Shape;7477;p79"/>
          <p:cNvGrpSpPr/>
          <p:nvPr/>
        </p:nvGrpSpPr>
        <p:grpSpPr>
          <a:xfrm>
            <a:off x="7965050" y="3208415"/>
            <a:ext cx="314662" cy="358436"/>
            <a:chOff x="-52023900" y="3590075"/>
            <a:chExt cx="279625" cy="318525"/>
          </a:xfrm>
        </p:grpSpPr>
        <p:sp>
          <p:nvSpPr>
            <p:cNvPr id="7478" name="Google Shape;7478;p79"/>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9" name="Google Shape;7479;p79"/>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0" name="Google Shape;7480;p79"/>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1" name="Google Shape;7481;p79"/>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2" name="Google Shape;7482;p79"/>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3" name="Google Shape;7483;p79"/>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4" name="Google Shape;7484;p79"/>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85" name="Google Shape;7485;p79"/>
          <p:cNvGrpSpPr/>
          <p:nvPr/>
        </p:nvGrpSpPr>
        <p:grpSpPr>
          <a:xfrm>
            <a:off x="5728292" y="1376934"/>
            <a:ext cx="358971" cy="358971"/>
            <a:chOff x="-57173375" y="3198925"/>
            <a:chExt cx="319000" cy="319000"/>
          </a:xfrm>
        </p:grpSpPr>
        <p:sp>
          <p:nvSpPr>
            <p:cNvPr id="7486" name="Google Shape;7486;p79"/>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7" name="Google Shape;7487;p79"/>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8" name="Google Shape;7488;p79"/>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9" name="Google Shape;7489;p79"/>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90" name="Google Shape;7490;p79"/>
          <p:cNvGrpSpPr/>
          <p:nvPr/>
        </p:nvGrpSpPr>
        <p:grpSpPr>
          <a:xfrm>
            <a:off x="5729178" y="1854374"/>
            <a:ext cx="357198" cy="314690"/>
            <a:chOff x="-57176525" y="3610050"/>
            <a:chExt cx="317425" cy="279650"/>
          </a:xfrm>
        </p:grpSpPr>
        <p:sp>
          <p:nvSpPr>
            <p:cNvPr id="7491" name="Google Shape;7491;p79"/>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2" name="Google Shape;7492;p79"/>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3" name="Google Shape;7493;p79"/>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4" name="Google Shape;7494;p79"/>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5" name="Google Shape;7495;p79"/>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96" name="Google Shape;7496;p79"/>
          <p:cNvGrpSpPr/>
          <p:nvPr/>
        </p:nvGrpSpPr>
        <p:grpSpPr>
          <a:xfrm>
            <a:off x="7939633" y="1376934"/>
            <a:ext cx="358099" cy="356326"/>
            <a:chOff x="-55202750" y="3198925"/>
            <a:chExt cx="318225" cy="316650"/>
          </a:xfrm>
        </p:grpSpPr>
        <p:sp>
          <p:nvSpPr>
            <p:cNvPr id="7497" name="Google Shape;7497;p79"/>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8" name="Google Shape;7498;p79"/>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99" name="Google Shape;7499;p79"/>
          <p:cNvGrpSpPr/>
          <p:nvPr/>
        </p:nvGrpSpPr>
        <p:grpSpPr>
          <a:xfrm>
            <a:off x="7950267" y="1832234"/>
            <a:ext cx="336830" cy="358099"/>
            <a:chOff x="-55194875" y="3590375"/>
            <a:chExt cx="299325" cy="318225"/>
          </a:xfrm>
        </p:grpSpPr>
        <p:sp>
          <p:nvSpPr>
            <p:cNvPr id="7500" name="Google Shape;7500;p79"/>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1" name="Google Shape;7501;p79"/>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2" name="Google Shape;7502;p79"/>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3" name="Google Shape;7503;p79"/>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4" name="Google Shape;7504;p79"/>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05" name="Google Shape;7505;p79"/>
          <p:cNvGrpSpPr/>
          <p:nvPr/>
        </p:nvGrpSpPr>
        <p:grpSpPr>
          <a:xfrm>
            <a:off x="7954884" y="2274505"/>
            <a:ext cx="357198" cy="357198"/>
            <a:chOff x="-55203525" y="3983400"/>
            <a:chExt cx="317425" cy="317425"/>
          </a:xfrm>
        </p:grpSpPr>
        <p:sp>
          <p:nvSpPr>
            <p:cNvPr id="7506" name="Google Shape;7506;p79"/>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7" name="Google Shape;7507;p79"/>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8" name="Google Shape;7508;p79"/>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09" name="Google Shape;7509;p79"/>
          <p:cNvGrpSpPr/>
          <p:nvPr/>
        </p:nvGrpSpPr>
        <p:grpSpPr>
          <a:xfrm>
            <a:off x="6621365" y="2731562"/>
            <a:ext cx="335930" cy="358971"/>
            <a:chOff x="-53232900" y="3192625"/>
            <a:chExt cx="298525" cy="319000"/>
          </a:xfrm>
        </p:grpSpPr>
        <p:sp>
          <p:nvSpPr>
            <p:cNvPr id="7510" name="Google Shape;7510;p79"/>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1" name="Google Shape;7511;p79"/>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2" name="Google Shape;7512;p79"/>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3" name="Google Shape;7513;p79"/>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4" name="Google Shape;7514;p79"/>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5" name="Google Shape;7515;p79"/>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6" name="Google Shape;7516;p79"/>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7" name="Google Shape;7517;p79"/>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18" name="Google Shape;7518;p79"/>
          <p:cNvGrpSpPr/>
          <p:nvPr/>
        </p:nvGrpSpPr>
        <p:grpSpPr>
          <a:xfrm>
            <a:off x="6610731" y="3202536"/>
            <a:ext cx="357198" cy="356326"/>
            <a:chOff x="-53242350" y="3584850"/>
            <a:chExt cx="317425" cy="316650"/>
          </a:xfrm>
        </p:grpSpPr>
        <p:sp>
          <p:nvSpPr>
            <p:cNvPr id="7519" name="Google Shape;7519;p79"/>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0" name="Google Shape;7520;p79"/>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1" name="Google Shape;7521;p79"/>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2" name="Google Shape;7522;p79"/>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3" name="Google Shape;7523;p79"/>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24" name="Google Shape;7524;p79"/>
          <p:cNvGrpSpPr/>
          <p:nvPr/>
        </p:nvGrpSpPr>
        <p:grpSpPr>
          <a:xfrm>
            <a:off x="6631999" y="3665236"/>
            <a:ext cx="314662" cy="358999"/>
            <a:chOff x="-53224225" y="3976300"/>
            <a:chExt cx="279625" cy="319025"/>
          </a:xfrm>
        </p:grpSpPr>
        <p:sp>
          <p:nvSpPr>
            <p:cNvPr id="7525" name="Google Shape;7525;p79"/>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6" name="Google Shape;7526;p79"/>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7" name="Google Shape;7527;p79"/>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8" name="Google Shape;7528;p79"/>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9" name="Google Shape;7529;p79"/>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0" name="Google Shape;7530;p79"/>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1" name="Google Shape;7531;p79"/>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32" name="Google Shape;7532;p79"/>
          <p:cNvGrpSpPr/>
          <p:nvPr/>
        </p:nvGrpSpPr>
        <p:grpSpPr>
          <a:xfrm>
            <a:off x="7942896" y="3672917"/>
            <a:ext cx="358971" cy="358408"/>
            <a:chOff x="-52043575" y="3983125"/>
            <a:chExt cx="319000" cy="318500"/>
          </a:xfrm>
        </p:grpSpPr>
        <p:sp>
          <p:nvSpPr>
            <p:cNvPr id="7533" name="Google Shape;7533;p79"/>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4" name="Google Shape;7534;p79"/>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5" name="Google Shape;7535;p79"/>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6" name="Google Shape;7536;p79"/>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7" name="Google Shape;7537;p79"/>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8" name="Google Shape;7538;p79"/>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9" name="Google Shape;7539;p79"/>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0" name="Google Shape;7540;p79"/>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1" name="Google Shape;7541;p79"/>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42" name="Google Shape;7542;p79"/>
          <p:cNvGrpSpPr/>
          <p:nvPr/>
        </p:nvGrpSpPr>
        <p:grpSpPr>
          <a:xfrm>
            <a:off x="6196836" y="1376934"/>
            <a:ext cx="314662" cy="358971"/>
            <a:chOff x="-56766175" y="3198925"/>
            <a:chExt cx="279625" cy="319000"/>
          </a:xfrm>
        </p:grpSpPr>
        <p:sp>
          <p:nvSpPr>
            <p:cNvPr id="7543" name="Google Shape;7543;p79"/>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4" name="Google Shape;7544;p79"/>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5" name="Google Shape;7545;p79"/>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6" name="Google Shape;7546;p79"/>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7" name="Google Shape;7547;p79"/>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8" name="Google Shape;7548;p79"/>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9" name="Google Shape;7549;p79"/>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50" name="Google Shape;7550;p79"/>
          <p:cNvGrpSpPr/>
          <p:nvPr/>
        </p:nvGrpSpPr>
        <p:grpSpPr>
          <a:xfrm>
            <a:off x="6195950" y="1832234"/>
            <a:ext cx="316434" cy="358099"/>
            <a:chOff x="-56766175" y="3590375"/>
            <a:chExt cx="281200" cy="318225"/>
          </a:xfrm>
        </p:grpSpPr>
        <p:sp>
          <p:nvSpPr>
            <p:cNvPr id="7551" name="Google Shape;7551;p79"/>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2" name="Google Shape;7552;p79"/>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3" name="Google Shape;7553;p79"/>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4" name="Google Shape;7554;p79"/>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55" name="Google Shape;7555;p79"/>
          <p:cNvGrpSpPr/>
          <p:nvPr/>
        </p:nvGrpSpPr>
        <p:grpSpPr>
          <a:xfrm>
            <a:off x="6232906" y="2273605"/>
            <a:ext cx="272126" cy="358099"/>
            <a:chOff x="-56747275" y="3982600"/>
            <a:chExt cx="241825" cy="318225"/>
          </a:xfrm>
        </p:grpSpPr>
        <p:sp>
          <p:nvSpPr>
            <p:cNvPr id="7556" name="Google Shape;7556;p79"/>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7" name="Google Shape;7557;p79"/>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8" name="Google Shape;7558;p79"/>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9" name="Google Shape;7559;p79"/>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0" name="Google Shape;7560;p79"/>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1" name="Google Shape;7561;p79"/>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2" name="Google Shape;7562;p79"/>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63" name="Google Shape;7563;p79"/>
          <p:cNvGrpSpPr/>
          <p:nvPr/>
        </p:nvGrpSpPr>
        <p:grpSpPr>
          <a:xfrm>
            <a:off x="4840657" y="3215842"/>
            <a:ext cx="358999" cy="342991"/>
            <a:chOff x="-54812875" y="3596675"/>
            <a:chExt cx="319025" cy="304800"/>
          </a:xfrm>
        </p:grpSpPr>
        <p:sp>
          <p:nvSpPr>
            <p:cNvPr id="7564" name="Google Shape;7564;p79"/>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5" name="Google Shape;7565;p79"/>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6" name="Google Shape;7566;p79"/>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7" name="Google Shape;7567;p79"/>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8" name="Google Shape;7568;p79"/>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9" name="Google Shape;7569;p79"/>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0" name="Google Shape;7570;p79"/>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571" name="Google Shape;7571;p79"/>
          <p:cNvSpPr/>
          <p:nvPr/>
        </p:nvSpPr>
        <p:spPr>
          <a:xfrm>
            <a:off x="5015548" y="3590113"/>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2" name="Google Shape;7572;p79"/>
          <p:cNvSpPr/>
          <p:nvPr/>
        </p:nvSpPr>
        <p:spPr>
          <a:xfrm>
            <a:off x="5015998" y="3590985"/>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573" name="Google Shape;7573;p79"/>
          <p:cNvGrpSpPr/>
          <p:nvPr/>
        </p:nvGrpSpPr>
        <p:grpSpPr>
          <a:xfrm>
            <a:off x="4862826" y="3672326"/>
            <a:ext cx="314662" cy="358099"/>
            <a:chOff x="-54793175" y="3982600"/>
            <a:chExt cx="279625" cy="318225"/>
          </a:xfrm>
        </p:grpSpPr>
        <p:sp>
          <p:nvSpPr>
            <p:cNvPr id="7574" name="Google Shape;7574;p79"/>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5" name="Google Shape;7575;p79"/>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6" name="Google Shape;7576;p79"/>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7" name="Google Shape;7577;p79"/>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8" name="Google Shape;7578;p79"/>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9" name="Google Shape;7579;p79"/>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0" name="Google Shape;7580;p79"/>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81" name="Google Shape;7581;p79"/>
          <p:cNvGrpSpPr/>
          <p:nvPr/>
        </p:nvGrpSpPr>
        <p:grpSpPr>
          <a:xfrm>
            <a:off x="7074284" y="2731562"/>
            <a:ext cx="314662" cy="358099"/>
            <a:chOff x="-52832000" y="3192625"/>
            <a:chExt cx="279625" cy="318225"/>
          </a:xfrm>
        </p:grpSpPr>
        <p:sp>
          <p:nvSpPr>
            <p:cNvPr id="7582" name="Google Shape;7582;p79"/>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3" name="Google Shape;7583;p79"/>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4" name="Google Shape;7584;p79"/>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5" name="Google Shape;7585;p79"/>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6" name="Google Shape;7586;p79"/>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7" name="Google Shape;7587;p79"/>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8" name="Google Shape;7588;p79"/>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9" name="Google Shape;7589;p79"/>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90" name="Google Shape;7590;p79"/>
          <p:cNvGrpSpPr/>
          <p:nvPr/>
        </p:nvGrpSpPr>
        <p:grpSpPr>
          <a:xfrm>
            <a:off x="5760817" y="2272929"/>
            <a:ext cx="323524" cy="358774"/>
            <a:chOff x="-57162350" y="3982000"/>
            <a:chExt cx="287500" cy="318825"/>
          </a:xfrm>
        </p:grpSpPr>
        <p:sp>
          <p:nvSpPr>
            <p:cNvPr id="7591" name="Google Shape;7591;p79"/>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2" name="Google Shape;7592;p79"/>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3" name="Google Shape;7593;p79"/>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4" name="Google Shape;7594;p79"/>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5" name="Google Shape;7595;p79"/>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6" name="Google Shape;7596;p79"/>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7" name="Google Shape;7597;p79"/>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8" name="Google Shape;7598;p79"/>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99" name="Google Shape;7599;p79"/>
          <p:cNvGrpSpPr/>
          <p:nvPr/>
        </p:nvGrpSpPr>
        <p:grpSpPr>
          <a:xfrm>
            <a:off x="7052130" y="3203436"/>
            <a:ext cx="358971" cy="357198"/>
            <a:chOff x="-52851675" y="3585650"/>
            <a:chExt cx="319000" cy="317425"/>
          </a:xfrm>
        </p:grpSpPr>
        <p:sp>
          <p:nvSpPr>
            <p:cNvPr id="7600" name="Google Shape;7600;p79"/>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1" name="Google Shape;7601;p79"/>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2" name="Google Shape;7602;p79"/>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3" name="Google Shape;7603;p79"/>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4" name="Google Shape;7604;p79"/>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5" name="Google Shape;7605;p79"/>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06" name="Google Shape;7606;p79"/>
          <p:cNvGrpSpPr/>
          <p:nvPr/>
        </p:nvGrpSpPr>
        <p:grpSpPr>
          <a:xfrm>
            <a:off x="7074284" y="3665236"/>
            <a:ext cx="314662" cy="358999"/>
            <a:chOff x="-52832000" y="3976300"/>
            <a:chExt cx="279625" cy="319025"/>
          </a:xfrm>
        </p:grpSpPr>
        <p:sp>
          <p:nvSpPr>
            <p:cNvPr id="7607" name="Google Shape;7607;p79"/>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8" name="Google Shape;7608;p79"/>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9" name="Google Shape;7609;p79"/>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0" name="Google Shape;7610;p79"/>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1" name="Google Shape;7611;p79"/>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12" name="Google Shape;7612;p79"/>
          <p:cNvGrpSpPr/>
          <p:nvPr/>
        </p:nvGrpSpPr>
        <p:grpSpPr>
          <a:xfrm>
            <a:off x="6191490" y="4119884"/>
            <a:ext cx="316434" cy="358099"/>
            <a:chOff x="-51633225" y="3198925"/>
            <a:chExt cx="281200" cy="318225"/>
          </a:xfrm>
        </p:grpSpPr>
        <p:sp>
          <p:nvSpPr>
            <p:cNvPr id="7613" name="Google Shape;7613;p79"/>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4" name="Google Shape;7614;p79"/>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5" name="Google Shape;7615;p79"/>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6" name="Google Shape;7616;p79"/>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7" name="Google Shape;7617;p79"/>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8" name="Google Shape;7618;p79"/>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9" name="Google Shape;7619;p79"/>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20" name="Google Shape;7620;p79"/>
          <p:cNvGrpSpPr/>
          <p:nvPr/>
        </p:nvGrpSpPr>
        <p:grpSpPr>
          <a:xfrm>
            <a:off x="6610314" y="1377806"/>
            <a:ext cx="365188" cy="357226"/>
            <a:chOff x="-56396775" y="3199700"/>
            <a:chExt cx="324525" cy="317450"/>
          </a:xfrm>
        </p:grpSpPr>
        <p:sp>
          <p:nvSpPr>
            <p:cNvPr id="7621" name="Google Shape;7621;p79"/>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2" name="Google Shape;7622;p79"/>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3" name="Google Shape;7623;p79"/>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4" name="Google Shape;7624;p79"/>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5" name="Google Shape;7625;p79"/>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6" name="Google Shape;7626;p79"/>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27" name="Google Shape;7627;p79"/>
          <p:cNvGrpSpPr/>
          <p:nvPr/>
        </p:nvGrpSpPr>
        <p:grpSpPr>
          <a:xfrm>
            <a:off x="6613408" y="1843740"/>
            <a:ext cx="358999" cy="335958"/>
            <a:chOff x="-56394425" y="3600600"/>
            <a:chExt cx="319025" cy="298550"/>
          </a:xfrm>
        </p:grpSpPr>
        <p:sp>
          <p:nvSpPr>
            <p:cNvPr id="7628" name="Google Shape;7628;p79"/>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9" name="Google Shape;7629;p79"/>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0" name="Google Shape;7630;p79"/>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31" name="Google Shape;7631;p79"/>
          <p:cNvGrpSpPr/>
          <p:nvPr/>
        </p:nvGrpSpPr>
        <p:grpSpPr>
          <a:xfrm>
            <a:off x="6644175" y="2274505"/>
            <a:ext cx="327068" cy="357198"/>
            <a:chOff x="-56379450" y="3983400"/>
            <a:chExt cx="290650" cy="317425"/>
          </a:xfrm>
        </p:grpSpPr>
        <p:sp>
          <p:nvSpPr>
            <p:cNvPr id="7632" name="Google Shape;7632;p79"/>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3" name="Google Shape;7633;p79"/>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4" name="Google Shape;7634;p79"/>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5" name="Google Shape;7635;p79"/>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6" name="Google Shape;7636;p79"/>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7" name="Google Shape;7637;p79"/>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8" name="Google Shape;7638;p79"/>
            <p:cNvSpPr/>
            <p:nvPr/>
          </p:nvSpPr>
          <p:spPr>
            <a:xfrm>
              <a:off x="-56181750" y="4039300"/>
              <a:ext cx="0" cy="25"/>
            </a:xfrm>
            <a:custGeom>
              <a:avLst/>
              <a:gdLst/>
              <a:ahLst/>
              <a:cxnLst/>
              <a:rect l="l" t="t" r="r" b="b"/>
              <a:pathLst>
                <a:path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9" name="Google Shape;7639;p79"/>
            <p:cNvSpPr/>
            <p:nvPr/>
          </p:nvSpPr>
          <p:spPr>
            <a:xfrm>
              <a:off x="-56332200" y="4039300"/>
              <a:ext cx="25" cy="25"/>
            </a:xfrm>
            <a:custGeom>
              <a:avLst/>
              <a:gdLst/>
              <a:ahLst/>
              <a:cxnLst/>
              <a:rect l="l" t="t" r="r" b="b"/>
              <a:pathLst>
                <a:path w="1" h="1" extrusionOk="0">
                  <a:moveTo>
                    <a:pt x="1"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40" name="Google Shape;7640;p79"/>
          <p:cNvGrpSpPr/>
          <p:nvPr/>
        </p:nvGrpSpPr>
        <p:grpSpPr>
          <a:xfrm>
            <a:off x="5307879" y="2738651"/>
            <a:ext cx="316434" cy="358971"/>
            <a:chOff x="-54401725" y="3198925"/>
            <a:chExt cx="281200" cy="319000"/>
          </a:xfrm>
        </p:grpSpPr>
        <p:sp>
          <p:nvSpPr>
            <p:cNvPr id="7641" name="Google Shape;7641;p79"/>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2" name="Google Shape;7642;p79"/>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3" name="Google Shape;7643;p79"/>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4" name="Google Shape;7644;p79"/>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5" name="Google Shape;7645;p79"/>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6" name="Google Shape;7646;p79"/>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7" name="Google Shape;7647;p79"/>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8" name="Google Shape;7648;p79"/>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9" name="Google Shape;7649;p79"/>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0" name="Google Shape;7650;p79"/>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1" name="Google Shape;7651;p79"/>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52" name="Google Shape;7652;p79"/>
          <p:cNvGrpSpPr/>
          <p:nvPr/>
        </p:nvGrpSpPr>
        <p:grpSpPr>
          <a:xfrm>
            <a:off x="5308766" y="3208753"/>
            <a:ext cx="314662" cy="358099"/>
            <a:chOff x="-54401725" y="3590375"/>
            <a:chExt cx="279625" cy="318225"/>
          </a:xfrm>
        </p:grpSpPr>
        <p:sp>
          <p:nvSpPr>
            <p:cNvPr id="7653" name="Google Shape;7653;p79"/>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4" name="Google Shape;7654;p79"/>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5" name="Google Shape;7655;p79"/>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6" name="Google Shape;7656;p79"/>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7" name="Google Shape;7657;p79"/>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8" name="Google Shape;7658;p79"/>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59" name="Google Shape;7659;p79"/>
          <p:cNvGrpSpPr/>
          <p:nvPr/>
        </p:nvGrpSpPr>
        <p:grpSpPr>
          <a:xfrm>
            <a:off x="5306557" y="3672326"/>
            <a:ext cx="319079" cy="358099"/>
            <a:chOff x="-54403300" y="3982600"/>
            <a:chExt cx="283550" cy="318225"/>
          </a:xfrm>
        </p:grpSpPr>
        <p:sp>
          <p:nvSpPr>
            <p:cNvPr id="7660" name="Google Shape;7660;p79"/>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1" name="Google Shape;7661;p79"/>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2" name="Google Shape;7662;p79"/>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3" name="Google Shape;7663;p79"/>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4" name="Google Shape;7664;p79"/>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65" name="Google Shape;7665;p79"/>
          <p:cNvGrpSpPr/>
          <p:nvPr/>
        </p:nvGrpSpPr>
        <p:grpSpPr>
          <a:xfrm>
            <a:off x="7493951" y="2733559"/>
            <a:ext cx="356298" cy="356973"/>
            <a:chOff x="-52458650" y="3194400"/>
            <a:chExt cx="316625" cy="317225"/>
          </a:xfrm>
        </p:grpSpPr>
        <p:sp>
          <p:nvSpPr>
            <p:cNvPr id="7666" name="Google Shape;7666;p79"/>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7" name="Google Shape;7667;p79"/>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8" name="Google Shape;7668;p79"/>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9" name="Google Shape;7669;p79"/>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0" name="Google Shape;7670;p79"/>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1" name="Google Shape;7671;p79"/>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2" name="Google Shape;7672;p79"/>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3" name="Google Shape;7673;p79"/>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74" name="Google Shape;7674;p79"/>
          <p:cNvGrpSpPr/>
          <p:nvPr/>
        </p:nvGrpSpPr>
        <p:grpSpPr>
          <a:xfrm>
            <a:off x="4862826" y="2738651"/>
            <a:ext cx="314662" cy="358971"/>
            <a:chOff x="-54793175" y="3198925"/>
            <a:chExt cx="279625" cy="319000"/>
          </a:xfrm>
        </p:grpSpPr>
        <p:sp>
          <p:nvSpPr>
            <p:cNvPr id="7675" name="Google Shape;7675;p79"/>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6" name="Google Shape;7676;p79"/>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7" name="Google Shape;7677;p79"/>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8" name="Google Shape;7678;p79"/>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9" name="Google Shape;7679;p79"/>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0" name="Google Shape;7680;p79"/>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1" name="Google Shape;7681;p79"/>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82" name="Google Shape;7682;p79"/>
          <p:cNvGrpSpPr/>
          <p:nvPr/>
        </p:nvGrpSpPr>
        <p:grpSpPr>
          <a:xfrm>
            <a:off x="7503249" y="3202536"/>
            <a:ext cx="337703" cy="357845"/>
            <a:chOff x="-52450000" y="3584850"/>
            <a:chExt cx="300100" cy="318000"/>
          </a:xfrm>
        </p:grpSpPr>
        <p:sp>
          <p:nvSpPr>
            <p:cNvPr id="7683" name="Google Shape;7683;p79"/>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4" name="Google Shape;7684;p79"/>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5" name="Google Shape;7685;p79"/>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6" name="Google Shape;7686;p79"/>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7" name="Google Shape;7687;p79"/>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8" name="Google Shape;7688;p79"/>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9" name="Google Shape;7689;p79"/>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90" name="Google Shape;7690;p79"/>
          <p:cNvGrpSpPr/>
          <p:nvPr/>
        </p:nvGrpSpPr>
        <p:grpSpPr>
          <a:xfrm>
            <a:off x="7514769" y="3667009"/>
            <a:ext cx="314662" cy="357226"/>
            <a:chOff x="-52440550" y="3977875"/>
            <a:chExt cx="279625" cy="317450"/>
          </a:xfrm>
        </p:grpSpPr>
        <p:sp>
          <p:nvSpPr>
            <p:cNvPr id="7691" name="Google Shape;7691;p79"/>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2" name="Google Shape;7692;p79"/>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3" name="Google Shape;7693;p79"/>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4" name="Google Shape;7694;p79"/>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5" name="Google Shape;7695;p79"/>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6" name="Google Shape;7696;p79"/>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7" name="Google Shape;7697;p79"/>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8" name="Google Shape;7698;p79"/>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99" name="Google Shape;7699;p79"/>
          <p:cNvGrpSpPr/>
          <p:nvPr/>
        </p:nvGrpSpPr>
        <p:grpSpPr>
          <a:xfrm>
            <a:off x="6626703" y="4123215"/>
            <a:ext cx="314662" cy="358999"/>
            <a:chOff x="-51623775" y="3584850"/>
            <a:chExt cx="279625" cy="319025"/>
          </a:xfrm>
        </p:grpSpPr>
        <p:sp>
          <p:nvSpPr>
            <p:cNvPr id="7700" name="Google Shape;7700;p79"/>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1" name="Google Shape;7701;p79"/>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2" name="Google Shape;7702;p79"/>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3" name="Google Shape;7703;p79"/>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4" name="Google Shape;7704;p79"/>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5" name="Google Shape;7705;p79"/>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6" name="Google Shape;7706;p79"/>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7" name="Google Shape;7707;p79"/>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8" name="Google Shape;7708;p79"/>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709" name="Google Shape;7709;p79"/>
          <p:cNvSpPr txBox="1"/>
          <p:nvPr/>
        </p:nvSpPr>
        <p:spPr>
          <a:xfrm>
            <a:off x="826588"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Help &amp; Support Icons</a:t>
            </a:r>
          </a:p>
        </p:txBody>
      </p:sp>
      <p:sp>
        <p:nvSpPr>
          <p:cNvPr id="7710" name="Google Shape;7710;p79"/>
          <p:cNvSpPr txBox="1"/>
          <p:nvPr/>
        </p:nvSpPr>
        <p:spPr>
          <a:xfrm>
            <a:off x="4835313"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Avatar Icons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714"/>
        <p:cNvGrpSpPr/>
        <p:nvPr/>
      </p:nvGrpSpPr>
      <p:grpSpPr>
        <a:xfrm>
          <a:off x="0" y="0"/>
          <a:ext cx="0" cy="0"/>
          <a:chOff x="0" y="0"/>
          <a:chExt cx="0" cy="0"/>
        </a:xfrm>
      </p:grpSpPr>
      <p:grpSp>
        <p:nvGrpSpPr>
          <p:cNvPr id="7715" name="Google Shape;7715;p80"/>
          <p:cNvGrpSpPr/>
          <p:nvPr/>
        </p:nvGrpSpPr>
        <p:grpSpPr>
          <a:xfrm>
            <a:off x="866775" y="1386849"/>
            <a:ext cx="276003" cy="357300"/>
            <a:chOff x="-50469125" y="3183175"/>
            <a:chExt cx="233150" cy="301825"/>
          </a:xfrm>
        </p:grpSpPr>
        <p:sp>
          <p:nvSpPr>
            <p:cNvPr id="7716" name="Google Shape;7716;p80"/>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17" name="Google Shape;7717;p80"/>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18" name="Google Shape;7718;p80"/>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19" name="Google Shape;7719;p80"/>
          <p:cNvGrpSpPr/>
          <p:nvPr/>
        </p:nvGrpSpPr>
        <p:grpSpPr>
          <a:xfrm>
            <a:off x="826674" y="1822251"/>
            <a:ext cx="356205" cy="355288"/>
            <a:chOff x="-50504575" y="3550975"/>
            <a:chExt cx="300900" cy="300125"/>
          </a:xfrm>
        </p:grpSpPr>
        <p:sp>
          <p:nvSpPr>
            <p:cNvPr id="7720" name="Google Shape;7720;p80"/>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1" name="Google Shape;7721;p80"/>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2" name="Google Shape;7722;p80"/>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3" name="Google Shape;7723;p80"/>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24" name="Google Shape;7724;p80"/>
          <p:cNvGrpSpPr/>
          <p:nvPr/>
        </p:nvGrpSpPr>
        <p:grpSpPr>
          <a:xfrm>
            <a:off x="826674" y="2260493"/>
            <a:ext cx="356205" cy="354341"/>
            <a:chOff x="-50503000" y="3921175"/>
            <a:chExt cx="300900" cy="299325"/>
          </a:xfrm>
        </p:grpSpPr>
        <p:sp>
          <p:nvSpPr>
            <p:cNvPr id="7725" name="Google Shape;7725;p80"/>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6" name="Google Shape;7726;p80"/>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7" name="Google Shape;7727;p80"/>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8" name="Google Shape;7728;p80"/>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9" name="Google Shape;7729;p80"/>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30" name="Google Shape;7730;p80"/>
          <p:cNvGrpSpPr/>
          <p:nvPr/>
        </p:nvGrpSpPr>
        <p:grpSpPr>
          <a:xfrm>
            <a:off x="3030727" y="1406411"/>
            <a:ext cx="355258" cy="356205"/>
            <a:chOff x="-48630025" y="3199700"/>
            <a:chExt cx="300100" cy="300900"/>
          </a:xfrm>
        </p:grpSpPr>
        <p:sp>
          <p:nvSpPr>
            <p:cNvPr id="7731" name="Google Shape;7731;p80"/>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2" name="Google Shape;7732;p80"/>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3" name="Google Shape;7733;p80"/>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34" name="Google Shape;7734;p80"/>
          <p:cNvGrpSpPr/>
          <p:nvPr/>
        </p:nvGrpSpPr>
        <p:grpSpPr>
          <a:xfrm>
            <a:off x="3030727" y="1843707"/>
            <a:ext cx="355258" cy="355258"/>
            <a:chOff x="-48630025" y="3569100"/>
            <a:chExt cx="300100" cy="300100"/>
          </a:xfrm>
        </p:grpSpPr>
        <p:sp>
          <p:nvSpPr>
            <p:cNvPr id="7735" name="Google Shape;7735;p80"/>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6" name="Google Shape;7736;p80"/>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7" name="Google Shape;7737;p80"/>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8" name="Google Shape;7738;p80"/>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9" name="Google Shape;7739;p80"/>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0" name="Google Shape;7740;p80"/>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1" name="Google Shape;7741;p80"/>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2" name="Google Shape;7742;p80"/>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3" name="Google Shape;7743;p80"/>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4" name="Google Shape;7744;p80"/>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45" name="Google Shape;7745;p80"/>
          <p:cNvGrpSpPr/>
          <p:nvPr/>
        </p:nvGrpSpPr>
        <p:grpSpPr>
          <a:xfrm>
            <a:off x="3031201" y="2281003"/>
            <a:ext cx="354311" cy="353394"/>
            <a:chOff x="-48629225" y="3938500"/>
            <a:chExt cx="299300" cy="298525"/>
          </a:xfrm>
        </p:grpSpPr>
        <p:sp>
          <p:nvSpPr>
            <p:cNvPr id="7746" name="Google Shape;7746;p80"/>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7" name="Google Shape;7747;p80"/>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8" name="Google Shape;7748;p80"/>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9" name="Google Shape;7749;p80"/>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50" name="Google Shape;7750;p80"/>
          <p:cNvGrpSpPr/>
          <p:nvPr/>
        </p:nvGrpSpPr>
        <p:grpSpPr>
          <a:xfrm>
            <a:off x="1766604" y="2752344"/>
            <a:ext cx="311458" cy="354341"/>
            <a:chOff x="-46762575" y="3200500"/>
            <a:chExt cx="263100" cy="299325"/>
          </a:xfrm>
        </p:grpSpPr>
        <p:sp>
          <p:nvSpPr>
            <p:cNvPr id="7751" name="Google Shape;7751;p80"/>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2" name="Google Shape;7752;p80"/>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3" name="Google Shape;7753;p80"/>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4" name="Google Shape;7754;p80"/>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5" name="Google Shape;7755;p80"/>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56" name="Google Shape;7756;p80"/>
          <p:cNvGrpSpPr/>
          <p:nvPr/>
        </p:nvGrpSpPr>
        <p:grpSpPr>
          <a:xfrm>
            <a:off x="1744689" y="3211066"/>
            <a:ext cx="355288" cy="312375"/>
            <a:chOff x="-46779900" y="3588000"/>
            <a:chExt cx="300125" cy="263875"/>
          </a:xfrm>
        </p:grpSpPr>
        <p:sp>
          <p:nvSpPr>
            <p:cNvPr id="7757" name="Google Shape;7757;p80"/>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8" name="Google Shape;7758;p80"/>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9" name="Google Shape;7759;p80"/>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0" name="Google Shape;7760;p80"/>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61" name="Google Shape;7761;p80"/>
          <p:cNvGrpSpPr/>
          <p:nvPr/>
        </p:nvGrpSpPr>
        <p:grpSpPr>
          <a:xfrm>
            <a:off x="1745162" y="3625988"/>
            <a:ext cx="354341" cy="353394"/>
            <a:chOff x="-46779100" y="3938500"/>
            <a:chExt cx="299325" cy="298525"/>
          </a:xfrm>
        </p:grpSpPr>
        <p:sp>
          <p:nvSpPr>
            <p:cNvPr id="7762" name="Google Shape;7762;p80"/>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3" name="Google Shape;7763;p80"/>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64" name="Google Shape;7764;p80"/>
          <p:cNvGrpSpPr/>
          <p:nvPr/>
        </p:nvGrpSpPr>
        <p:grpSpPr>
          <a:xfrm>
            <a:off x="3952900" y="2758855"/>
            <a:ext cx="355258" cy="355288"/>
            <a:chOff x="-44924250" y="3206000"/>
            <a:chExt cx="300100" cy="300125"/>
          </a:xfrm>
        </p:grpSpPr>
        <p:sp>
          <p:nvSpPr>
            <p:cNvPr id="7765" name="Google Shape;7765;p80"/>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6" name="Google Shape;7766;p80"/>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7" name="Google Shape;7767;p80"/>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8" name="Google Shape;7768;p80"/>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9" name="Google Shape;7769;p80"/>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70" name="Google Shape;7770;p80"/>
          <p:cNvGrpSpPr/>
          <p:nvPr/>
        </p:nvGrpSpPr>
        <p:grpSpPr>
          <a:xfrm>
            <a:off x="1267386" y="1386849"/>
            <a:ext cx="355258" cy="355258"/>
            <a:chOff x="-50134375" y="3183175"/>
            <a:chExt cx="300100" cy="300100"/>
          </a:xfrm>
        </p:grpSpPr>
        <p:sp>
          <p:nvSpPr>
            <p:cNvPr id="7771" name="Google Shape;7771;p80"/>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2" name="Google Shape;7772;p80"/>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3" name="Google Shape;7773;p80"/>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4" name="Google Shape;7774;p80"/>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5" name="Google Shape;7775;p80"/>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6" name="Google Shape;7776;p80"/>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7" name="Google Shape;7777;p80"/>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8" name="Google Shape;7778;p80"/>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9" name="Google Shape;7779;p80"/>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0" name="Google Shape;7780;p80"/>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81" name="Google Shape;7781;p80"/>
          <p:cNvGrpSpPr/>
          <p:nvPr/>
        </p:nvGrpSpPr>
        <p:grpSpPr>
          <a:xfrm>
            <a:off x="1267386" y="1822251"/>
            <a:ext cx="355258" cy="355288"/>
            <a:chOff x="-50134375" y="3550975"/>
            <a:chExt cx="300100" cy="300125"/>
          </a:xfrm>
        </p:grpSpPr>
        <p:sp>
          <p:nvSpPr>
            <p:cNvPr id="7782" name="Google Shape;7782;p80"/>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3" name="Google Shape;7783;p80"/>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84" name="Google Shape;7784;p80"/>
          <p:cNvGrpSpPr/>
          <p:nvPr/>
        </p:nvGrpSpPr>
        <p:grpSpPr>
          <a:xfrm>
            <a:off x="1267386" y="2259783"/>
            <a:ext cx="355258" cy="355051"/>
            <a:chOff x="-50134375" y="3920575"/>
            <a:chExt cx="300100" cy="299925"/>
          </a:xfrm>
        </p:grpSpPr>
        <p:sp>
          <p:nvSpPr>
            <p:cNvPr id="7785" name="Google Shape;7785;p80"/>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6" name="Google Shape;7786;p80"/>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7" name="Google Shape;7787;p80"/>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88" name="Google Shape;7788;p80"/>
          <p:cNvGrpSpPr/>
          <p:nvPr/>
        </p:nvGrpSpPr>
        <p:grpSpPr>
          <a:xfrm>
            <a:off x="3478110" y="1407358"/>
            <a:ext cx="357123" cy="355258"/>
            <a:chOff x="-48262200" y="3200500"/>
            <a:chExt cx="301675" cy="300100"/>
          </a:xfrm>
        </p:grpSpPr>
        <p:sp>
          <p:nvSpPr>
            <p:cNvPr id="7789" name="Google Shape;7789;p80"/>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0" name="Google Shape;7790;p80"/>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1" name="Google Shape;7791;p80"/>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2" name="Google Shape;7792;p80"/>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3" name="Google Shape;7793;p80"/>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4" name="Google Shape;7794;p80"/>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5" name="Google Shape;7795;p80"/>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6" name="Google Shape;7796;p80"/>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7" name="Google Shape;7797;p80"/>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98" name="Google Shape;7798;p80"/>
          <p:cNvGrpSpPr/>
          <p:nvPr/>
        </p:nvGrpSpPr>
        <p:grpSpPr>
          <a:xfrm>
            <a:off x="3507483" y="1844447"/>
            <a:ext cx="298377" cy="354519"/>
            <a:chOff x="-48233050" y="3569725"/>
            <a:chExt cx="252050" cy="299475"/>
          </a:xfrm>
        </p:grpSpPr>
        <p:sp>
          <p:nvSpPr>
            <p:cNvPr id="7799" name="Google Shape;7799;p80"/>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0" name="Google Shape;7800;p80"/>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1" name="Google Shape;7801;p80"/>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02" name="Google Shape;7802;p80"/>
          <p:cNvGrpSpPr/>
          <p:nvPr/>
        </p:nvGrpSpPr>
        <p:grpSpPr>
          <a:xfrm>
            <a:off x="3531248" y="2278191"/>
            <a:ext cx="250847" cy="358070"/>
            <a:chOff x="-48216525" y="3936125"/>
            <a:chExt cx="211900" cy="302475"/>
          </a:xfrm>
        </p:grpSpPr>
        <p:sp>
          <p:nvSpPr>
            <p:cNvPr id="7803" name="Google Shape;7803;p80"/>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4" name="Google Shape;7804;p80"/>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5" name="Google Shape;7805;p80"/>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6" name="Google Shape;7806;p80"/>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07" name="Google Shape;7807;p80"/>
          <p:cNvGrpSpPr/>
          <p:nvPr/>
        </p:nvGrpSpPr>
        <p:grpSpPr>
          <a:xfrm>
            <a:off x="2186966" y="2753261"/>
            <a:ext cx="355258" cy="355288"/>
            <a:chOff x="-46410500" y="3201275"/>
            <a:chExt cx="300100" cy="300125"/>
          </a:xfrm>
        </p:grpSpPr>
        <p:sp>
          <p:nvSpPr>
            <p:cNvPr id="7808" name="Google Shape;7808;p80"/>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9" name="Google Shape;7809;p80"/>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0" name="Google Shape;7810;p80"/>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1" name="Google Shape;7811;p80"/>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2" name="Google Shape;7812;p80"/>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13" name="Google Shape;7813;p80"/>
          <p:cNvGrpSpPr/>
          <p:nvPr/>
        </p:nvGrpSpPr>
        <p:grpSpPr>
          <a:xfrm>
            <a:off x="2186966" y="3188692"/>
            <a:ext cx="355258" cy="356205"/>
            <a:chOff x="-46409700" y="3569100"/>
            <a:chExt cx="300100" cy="300900"/>
          </a:xfrm>
        </p:grpSpPr>
        <p:sp>
          <p:nvSpPr>
            <p:cNvPr id="7814" name="Google Shape;7814;p80"/>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5" name="Google Shape;7815;p80"/>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6" name="Google Shape;7816;p80"/>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7" name="Google Shape;7817;p80"/>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8" name="Google Shape;7818;p80"/>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19" name="Google Shape;7819;p80"/>
          <p:cNvGrpSpPr/>
          <p:nvPr/>
        </p:nvGrpSpPr>
        <p:grpSpPr>
          <a:xfrm>
            <a:off x="2174847" y="3624124"/>
            <a:ext cx="379497" cy="358070"/>
            <a:chOff x="-46422300" y="3936925"/>
            <a:chExt cx="320575" cy="302475"/>
          </a:xfrm>
        </p:grpSpPr>
        <p:sp>
          <p:nvSpPr>
            <p:cNvPr id="7820" name="Google Shape;7820;p80"/>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1" name="Google Shape;7821;p80"/>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22" name="Google Shape;7822;p80"/>
          <p:cNvGrpSpPr/>
          <p:nvPr/>
        </p:nvGrpSpPr>
        <p:grpSpPr>
          <a:xfrm>
            <a:off x="3952426" y="3178452"/>
            <a:ext cx="356205" cy="355258"/>
            <a:chOff x="-44914800" y="3560450"/>
            <a:chExt cx="300900" cy="300100"/>
          </a:xfrm>
        </p:grpSpPr>
        <p:sp>
          <p:nvSpPr>
            <p:cNvPr id="7823" name="Google Shape;7823;p80"/>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4" name="Google Shape;7824;p80"/>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5" name="Google Shape;7825;p80"/>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6" name="Google Shape;7826;p80"/>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7" name="Google Shape;7827;p80"/>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28" name="Google Shape;7828;p80"/>
          <p:cNvGrpSpPr/>
          <p:nvPr/>
        </p:nvGrpSpPr>
        <p:grpSpPr>
          <a:xfrm>
            <a:off x="1707478" y="1387086"/>
            <a:ext cx="354311" cy="354104"/>
            <a:chOff x="-49764975" y="3183375"/>
            <a:chExt cx="299300" cy="299125"/>
          </a:xfrm>
        </p:grpSpPr>
        <p:sp>
          <p:nvSpPr>
            <p:cNvPr id="7829" name="Google Shape;7829;p80"/>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0" name="Google Shape;7830;p80"/>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1" name="Google Shape;7831;p80"/>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2" name="Google Shape;7832;p80"/>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3" name="Google Shape;7833;p80"/>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4" name="Google Shape;7834;p80"/>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5" name="Google Shape;7835;p80"/>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6" name="Google Shape;7836;p80"/>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7" name="Google Shape;7837;p80"/>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38" name="Google Shape;7838;p80"/>
          <p:cNvGrpSpPr/>
          <p:nvPr/>
        </p:nvGrpSpPr>
        <p:grpSpPr>
          <a:xfrm>
            <a:off x="1707478" y="1822547"/>
            <a:ext cx="354311" cy="355909"/>
            <a:chOff x="-49764975" y="3551225"/>
            <a:chExt cx="299300" cy="300650"/>
          </a:xfrm>
        </p:grpSpPr>
        <p:sp>
          <p:nvSpPr>
            <p:cNvPr id="7839" name="Google Shape;7839;p80"/>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0" name="Google Shape;7840;p80"/>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1" name="Google Shape;7841;p80"/>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2" name="Google Shape;7842;p80"/>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3" name="Google Shape;7843;p80"/>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4" name="Google Shape;7844;p80"/>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5" name="Google Shape;7845;p80"/>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6" name="Google Shape;7846;p80"/>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7" name="Google Shape;7847;p80"/>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8" name="Google Shape;7848;p80"/>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9" name="Google Shape;7849;p80"/>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50" name="Google Shape;7850;p80"/>
          <p:cNvGrpSpPr/>
          <p:nvPr/>
        </p:nvGrpSpPr>
        <p:grpSpPr>
          <a:xfrm>
            <a:off x="1705140" y="2259310"/>
            <a:ext cx="358987" cy="355525"/>
            <a:chOff x="-49766550" y="3920175"/>
            <a:chExt cx="303250" cy="300325"/>
          </a:xfrm>
        </p:grpSpPr>
        <p:sp>
          <p:nvSpPr>
            <p:cNvPr id="7851" name="Google Shape;7851;p80"/>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2" name="Google Shape;7852;p80"/>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3" name="Google Shape;7853;p80"/>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4" name="Google Shape;7854;p80"/>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55" name="Google Shape;7855;p80"/>
          <p:cNvGrpSpPr/>
          <p:nvPr/>
        </p:nvGrpSpPr>
        <p:grpSpPr>
          <a:xfrm>
            <a:off x="3920671" y="1407358"/>
            <a:ext cx="357123" cy="354341"/>
            <a:chOff x="-47892800" y="3200500"/>
            <a:chExt cx="301675" cy="299325"/>
          </a:xfrm>
        </p:grpSpPr>
        <p:sp>
          <p:nvSpPr>
            <p:cNvPr id="7856" name="Google Shape;7856;p80"/>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7" name="Google Shape;7857;p80"/>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8" name="Google Shape;7858;p80"/>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9" name="Google Shape;7859;p80"/>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0" name="Google Shape;7860;p80"/>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1" name="Google Shape;7861;p80"/>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62" name="Google Shape;7862;p80"/>
          <p:cNvGrpSpPr/>
          <p:nvPr/>
        </p:nvGrpSpPr>
        <p:grpSpPr>
          <a:xfrm>
            <a:off x="3984537" y="1843707"/>
            <a:ext cx="229391" cy="355258"/>
            <a:chOff x="-47839250" y="3569100"/>
            <a:chExt cx="193775" cy="300100"/>
          </a:xfrm>
        </p:grpSpPr>
        <p:sp>
          <p:nvSpPr>
            <p:cNvPr id="7863" name="Google Shape;7863;p80"/>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4" name="Google Shape;7864;p80"/>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5" name="Google Shape;7865;p80"/>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6" name="Google Shape;7866;p80"/>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7" name="Google Shape;7867;p80"/>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8" name="Google Shape;7868;p80"/>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69" name="Google Shape;7869;p80"/>
          <p:cNvGrpSpPr/>
          <p:nvPr/>
        </p:nvGrpSpPr>
        <p:grpSpPr>
          <a:xfrm>
            <a:off x="3921603" y="2280056"/>
            <a:ext cx="355258" cy="356205"/>
            <a:chOff x="-47892800" y="3937700"/>
            <a:chExt cx="300100" cy="300900"/>
          </a:xfrm>
        </p:grpSpPr>
        <p:sp>
          <p:nvSpPr>
            <p:cNvPr id="7870" name="Google Shape;7870;p80"/>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1" name="Google Shape;7871;p80"/>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2" name="Google Shape;7872;p80"/>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3" name="Google Shape;7873;p80"/>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4" name="Google Shape;7874;p80"/>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5" name="Google Shape;7875;p80"/>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6" name="Google Shape;7876;p80"/>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7" name="Google Shape;7877;p80"/>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78" name="Google Shape;7878;p80"/>
          <p:cNvGrpSpPr/>
          <p:nvPr/>
        </p:nvGrpSpPr>
        <p:grpSpPr>
          <a:xfrm>
            <a:off x="2626898" y="2773770"/>
            <a:ext cx="355258" cy="311458"/>
            <a:chOff x="-46042675" y="3218600"/>
            <a:chExt cx="300100" cy="263100"/>
          </a:xfrm>
        </p:grpSpPr>
        <p:sp>
          <p:nvSpPr>
            <p:cNvPr id="7879" name="Google Shape;7879;p80"/>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0" name="Google Shape;7880;p80"/>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1" name="Google Shape;7881;p80"/>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2" name="Google Shape;7882;p80"/>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3" name="Google Shape;7883;p80"/>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4" name="Google Shape;7884;p80"/>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85" name="Google Shape;7885;p80"/>
          <p:cNvGrpSpPr/>
          <p:nvPr/>
        </p:nvGrpSpPr>
        <p:grpSpPr>
          <a:xfrm>
            <a:off x="2626898" y="3188219"/>
            <a:ext cx="355258" cy="323118"/>
            <a:chOff x="-46042675" y="3568700"/>
            <a:chExt cx="300100" cy="272950"/>
          </a:xfrm>
        </p:grpSpPr>
        <p:sp>
          <p:nvSpPr>
            <p:cNvPr id="7886" name="Google Shape;7886;p80"/>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7" name="Google Shape;7887;p80"/>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8" name="Google Shape;7888;p80"/>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9" name="Google Shape;7889;p80"/>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90" name="Google Shape;7890;p80"/>
          <p:cNvGrpSpPr/>
          <p:nvPr/>
        </p:nvGrpSpPr>
        <p:grpSpPr>
          <a:xfrm>
            <a:off x="2668849" y="3625189"/>
            <a:ext cx="271357" cy="356057"/>
            <a:chOff x="-46007225" y="3937825"/>
            <a:chExt cx="229225" cy="300775"/>
          </a:xfrm>
        </p:grpSpPr>
        <p:sp>
          <p:nvSpPr>
            <p:cNvPr id="7891" name="Google Shape;7891;p80"/>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2" name="Google Shape;7892;p80"/>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3" name="Google Shape;7893;p80"/>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4" name="Google Shape;7894;p80"/>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5" name="Google Shape;7895;p80"/>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6" name="Google Shape;7896;p80"/>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7" name="Google Shape;7897;p80"/>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8" name="Google Shape;7898;p80"/>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9" name="Google Shape;7899;p80"/>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0" name="Google Shape;7900;p80"/>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01" name="Google Shape;7901;p80"/>
          <p:cNvGrpSpPr/>
          <p:nvPr/>
        </p:nvGrpSpPr>
        <p:grpSpPr>
          <a:xfrm>
            <a:off x="3974341" y="3615275"/>
            <a:ext cx="312375" cy="357596"/>
            <a:chOff x="-44895900" y="3929450"/>
            <a:chExt cx="263875" cy="302075"/>
          </a:xfrm>
        </p:grpSpPr>
        <p:sp>
          <p:nvSpPr>
            <p:cNvPr id="7902" name="Google Shape;7902;p80"/>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3" name="Google Shape;7903;p80"/>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4" name="Google Shape;7904;p80"/>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5" name="Google Shape;7905;p80"/>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6" name="Google Shape;7906;p80"/>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7" name="Google Shape;7907;p80"/>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08" name="Google Shape;7908;p80"/>
          <p:cNvGrpSpPr/>
          <p:nvPr/>
        </p:nvGrpSpPr>
        <p:grpSpPr>
          <a:xfrm>
            <a:off x="2148160" y="1398036"/>
            <a:ext cx="356205" cy="332885"/>
            <a:chOff x="-49397175" y="3192625"/>
            <a:chExt cx="300900" cy="281200"/>
          </a:xfrm>
        </p:grpSpPr>
        <p:sp>
          <p:nvSpPr>
            <p:cNvPr id="7909" name="Google Shape;7909;p80"/>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0" name="Google Shape;7910;p80"/>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1" name="Google Shape;7911;p80"/>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2" name="Google Shape;7912;p80"/>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3" name="Google Shape;7913;p80"/>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4" name="Google Shape;7914;p80"/>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5" name="Google Shape;7915;p80"/>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16" name="Google Shape;7916;p80"/>
          <p:cNvGrpSpPr/>
          <p:nvPr/>
        </p:nvGrpSpPr>
        <p:grpSpPr>
          <a:xfrm>
            <a:off x="2174263" y="1822251"/>
            <a:ext cx="304000" cy="356205"/>
            <a:chOff x="-49375900" y="3550975"/>
            <a:chExt cx="256800" cy="300900"/>
          </a:xfrm>
        </p:grpSpPr>
        <p:sp>
          <p:nvSpPr>
            <p:cNvPr id="7917" name="Google Shape;7917;p80"/>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8" name="Google Shape;7918;p80"/>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9" name="Google Shape;7919;p80"/>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0" name="Google Shape;7920;p80"/>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1" name="Google Shape;7921;p80"/>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2" name="Google Shape;7922;p80"/>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3" name="Google Shape;7923;p80"/>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4" name="Google Shape;7924;p80"/>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5" name="Google Shape;7925;p80"/>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6" name="Google Shape;7926;p80"/>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7" name="Google Shape;7927;p80"/>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28" name="Google Shape;7928;p80"/>
          <p:cNvGrpSpPr/>
          <p:nvPr/>
        </p:nvGrpSpPr>
        <p:grpSpPr>
          <a:xfrm>
            <a:off x="2169616" y="2259546"/>
            <a:ext cx="313293" cy="356205"/>
            <a:chOff x="-49378250" y="3920375"/>
            <a:chExt cx="264650" cy="300900"/>
          </a:xfrm>
        </p:grpSpPr>
        <p:sp>
          <p:nvSpPr>
            <p:cNvPr id="7929" name="Google Shape;7929;p80"/>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0" name="Google Shape;7930;p80"/>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1" name="Google Shape;7931;p80"/>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2" name="Google Shape;7932;p80"/>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3" name="Google Shape;7933;p80"/>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4" name="Google Shape;7934;p80"/>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5" name="Google Shape;7935;p80"/>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36" name="Google Shape;7936;p80"/>
          <p:cNvGrpSpPr/>
          <p:nvPr/>
        </p:nvGrpSpPr>
        <p:grpSpPr>
          <a:xfrm>
            <a:off x="888604" y="2752344"/>
            <a:ext cx="312375" cy="357123"/>
            <a:chOff x="-47505300" y="3200500"/>
            <a:chExt cx="263875" cy="301675"/>
          </a:xfrm>
        </p:grpSpPr>
        <p:sp>
          <p:nvSpPr>
            <p:cNvPr id="7937" name="Google Shape;7937;p80"/>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8" name="Google Shape;7938;p80"/>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9" name="Google Shape;7939;p80"/>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0" name="Google Shape;7940;p80"/>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1" name="Google Shape;7941;p80"/>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2" name="Google Shape;7942;p80"/>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3" name="Google Shape;7943;p80"/>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4" name="Google Shape;7944;p80"/>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5" name="Google Shape;7945;p80"/>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6" name="Google Shape;7946;p80"/>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7" name="Google Shape;7947;p80"/>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8" name="Google Shape;7948;p80"/>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9" name="Google Shape;7949;p80"/>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50" name="Google Shape;7950;p80"/>
          <p:cNvGrpSpPr/>
          <p:nvPr/>
        </p:nvGrpSpPr>
        <p:grpSpPr>
          <a:xfrm>
            <a:off x="866704" y="3188692"/>
            <a:ext cx="356176" cy="355051"/>
            <a:chOff x="-47524975" y="3569100"/>
            <a:chExt cx="300875" cy="299925"/>
          </a:xfrm>
        </p:grpSpPr>
        <p:sp>
          <p:nvSpPr>
            <p:cNvPr id="7951" name="Google Shape;7951;p80"/>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2" name="Google Shape;7952;p80"/>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3" name="Google Shape;7953;p80"/>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4" name="Google Shape;7954;p80"/>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5" name="Google Shape;7955;p80"/>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56" name="Google Shape;7956;p80"/>
          <p:cNvGrpSpPr/>
          <p:nvPr/>
        </p:nvGrpSpPr>
        <p:grpSpPr>
          <a:xfrm>
            <a:off x="867162" y="3667954"/>
            <a:ext cx="355258" cy="270410"/>
            <a:chOff x="-47523400" y="3973950"/>
            <a:chExt cx="300100" cy="228425"/>
          </a:xfrm>
        </p:grpSpPr>
        <p:sp>
          <p:nvSpPr>
            <p:cNvPr id="7957" name="Google Shape;7957;p80"/>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8" name="Google Shape;7958;p80"/>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9" name="Google Shape;7959;p80"/>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0" name="Google Shape;7960;p80"/>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1" name="Google Shape;7961;p80"/>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62" name="Google Shape;7962;p80"/>
          <p:cNvGrpSpPr/>
          <p:nvPr/>
        </p:nvGrpSpPr>
        <p:grpSpPr>
          <a:xfrm>
            <a:off x="3072283" y="2750953"/>
            <a:ext cx="354341" cy="357596"/>
            <a:chOff x="-45673275" y="3199325"/>
            <a:chExt cx="299325" cy="302075"/>
          </a:xfrm>
        </p:grpSpPr>
        <p:sp>
          <p:nvSpPr>
            <p:cNvPr id="7963" name="Google Shape;7963;p80"/>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4" name="Google Shape;7964;p80"/>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5" name="Google Shape;7965;p80"/>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66" name="Google Shape;7966;p80"/>
          <p:cNvGrpSpPr/>
          <p:nvPr/>
        </p:nvGrpSpPr>
        <p:grpSpPr>
          <a:xfrm>
            <a:off x="3071351" y="3209202"/>
            <a:ext cx="356205" cy="314240"/>
            <a:chOff x="-45674075" y="3586425"/>
            <a:chExt cx="300900" cy="265450"/>
          </a:xfrm>
        </p:grpSpPr>
        <p:sp>
          <p:nvSpPr>
            <p:cNvPr id="7967" name="Google Shape;7967;p80"/>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8" name="Google Shape;7968;p80"/>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69" name="Google Shape;7969;p80"/>
          <p:cNvGrpSpPr/>
          <p:nvPr/>
        </p:nvGrpSpPr>
        <p:grpSpPr>
          <a:xfrm>
            <a:off x="3072283" y="3625041"/>
            <a:ext cx="354341" cy="356205"/>
            <a:chOff x="-45673275" y="3937700"/>
            <a:chExt cx="299325" cy="300900"/>
          </a:xfrm>
        </p:grpSpPr>
        <p:sp>
          <p:nvSpPr>
            <p:cNvPr id="7970" name="Google Shape;7970;p80"/>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1" name="Google Shape;7971;p80"/>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2" name="Google Shape;7972;p80"/>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3" name="Google Shape;7973;p80"/>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4" name="Google Shape;7974;p80"/>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5" name="Google Shape;7975;p80"/>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76" name="Google Shape;7976;p80"/>
          <p:cNvGrpSpPr/>
          <p:nvPr/>
        </p:nvGrpSpPr>
        <p:grpSpPr>
          <a:xfrm>
            <a:off x="2186449" y="4117825"/>
            <a:ext cx="356205" cy="356205"/>
            <a:chOff x="-44512325" y="3176075"/>
            <a:chExt cx="300900" cy="300900"/>
          </a:xfrm>
        </p:grpSpPr>
        <p:sp>
          <p:nvSpPr>
            <p:cNvPr id="7977" name="Google Shape;7977;p80"/>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8" name="Google Shape;7978;p80"/>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9" name="Google Shape;7979;p80"/>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80" name="Google Shape;7980;p80"/>
          <p:cNvGrpSpPr/>
          <p:nvPr/>
        </p:nvGrpSpPr>
        <p:grpSpPr>
          <a:xfrm>
            <a:off x="2589789" y="1386849"/>
            <a:ext cx="354341" cy="354341"/>
            <a:chOff x="-49027775" y="3183175"/>
            <a:chExt cx="299325" cy="299325"/>
          </a:xfrm>
        </p:grpSpPr>
        <p:sp>
          <p:nvSpPr>
            <p:cNvPr id="7981" name="Google Shape;7981;p80"/>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2" name="Google Shape;7982;p80"/>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3" name="Google Shape;7983;p80"/>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4" name="Google Shape;7984;p80"/>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85" name="Google Shape;7985;p80"/>
          <p:cNvGrpSpPr/>
          <p:nvPr/>
        </p:nvGrpSpPr>
        <p:grpSpPr>
          <a:xfrm>
            <a:off x="2589330" y="1822251"/>
            <a:ext cx="355258" cy="357152"/>
            <a:chOff x="-49027775" y="3550975"/>
            <a:chExt cx="300100" cy="301700"/>
          </a:xfrm>
        </p:grpSpPr>
        <p:sp>
          <p:nvSpPr>
            <p:cNvPr id="7986" name="Google Shape;7986;p80"/>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7" name="Google Shape;7987;p80"/>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8" name="Google Shape;7988;p80"/>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9" name="Google Shape;7989;p80"/>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0" name="Google Shape;7990;p80"/>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1" name="Google Shape;7991;p80"/>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2" name="Google Shape;7992;p80"/>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3" name="Google Shape;7993;p80"/>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4" name="Google Shape;7994;p80"/>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5" name="Google Shape;7995;p80"/>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96" name="Google Shape;7996;p80"/>
          <p:cNvGrpSpPr/>
          <p:nvPr/>
        </p:nvGrpSpPr>
        <p:grpSpPr>
          <a:xfrm>
            <a:off x="2587406" y="2259310"/>
            <a:ext cx="359106" cy="355525"/>
            <a:chOff x="-49031025" y="3920175"/>
            <a:chExt cx="303350" cy="300325"/>
          </a:xfrm>
        </p:grpSpPr>
        <p:sp>
          <p:nvSpPr>
            <p:cNvPr id="7997" name="Google Shape;7997;p80"/>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8" name="Google Shape;7998;p80"/>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9" name="Google Shape;7999;p80"/>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0" name="Google Shape;8000;p80"/>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1" name="Google Shape;8001;p80"/>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2" name="Google Shape;8002;p80"/>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03" name="Google Shape;8003;p80"/>
          <p:cNvGrpSpPr/>
          <p:nvPr/>
        </p:nvGrpSpPr>
        <p:grpSpPr>
          <a:xfrm>
            <a:off x="1303511" y="2752344"/>
            <a:ext cx="356176" cy="354341"/>
            <a:chOff x="-47155575" y="3200500"/>
            <a:chExt cx="300875" cy="299325"/>
          </a:xfrm>
        </p:grpSpPr>
        <p:sp>
          <p:nvSpPr>
            <p:cNvPr id="8004" name="Google Shape;8004;p80"/>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5" name="Google Shape;8005;p80"/>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6" name="Google Shape;8006;p80"/>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7" name="Google Shape;8007;p80"/>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8" name="Google Shape;8008;p80"/>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9" name="Google Shape;8009;p80"/>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10" name="Google Shape;8010;p80"/>
          <p:cNvGrpSpPr/>
          <p:nvPr/>
        </p:nvGrpSpPr>
        <p:grpSpPr>
          <a:xfrm>
            <a:off x="1303970" y="3188692"/>
            <a:ext cx="355258" cy="355258"/>
            <a:chOff x="-47154800" y="3569100"/>
            <a:chExt cx="300100" cy="300100"/>
          </a:xfrm>
        </p:grpSpPr>
        <p:sp>
          <p:nvSpPr>
            <p:cNvPr id="8011" name="Google Shape;8011;p80"/>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2" name="Google Shape;8012;p80"/>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3" name="Google Shape;8013;p80"/>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4" name="Google Shape;8014;p80"/>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5" name="Google Shape;8015;p80"/>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6" name="Google Shape;8016;p80"/>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17" name="Google Shape;8017;p80"/>
          <p:cNvGrpSpPr/>
          <p:nvPr/>
        </p:nvGrpSpPr>
        <p:grpSpPr>
          <a:xfrm>
            <a:off x="1304443" y="3626905"/>
            <a:ext cx="354311" cy="353423"/>
            <a:chOff x="-47154000" y="3939275"/>
            <a:chExt cx="299300" cy="298550"/>
          </a:xfrm>
        </p:grpSpPr>
        <p:sp>
          <p:nvSpPr>
            <p:cNvPr id="8018" name="Google Shape;8018;p80"/>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9" name="Google Shape;8019;p80"/>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0" name="Google Shape;8020;p80"/>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1" name="Google Shape;8021;p80"/>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22" name="Google Shape;8022;p80"/>
          <p:cNvGrpSpPr/>
          <p:nvPr/>
        </p:nvGrpSpPr>
        <p:grpSpPr>
          <a:xfrm>
            <a:off x="3529733" y="2752344"/>
            <a:ext cx="312375" cy="354341"/>
            <a:chOff x="-45286550" y="3200500"/>
            <a:chExt cx="263875" cy="299325"/>
          </a:xfrm>
        </p:grpSpPr>
        <p:sp>
          <p:nvSpPr>
            <p:cNvPr id="8023" name="Google Shape;8023;p80"/>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4" name="Google Shape;8024;p80"/>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5" name="Google Shape;8025;p80"/>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26" name="Google Shape;8026;p80"/>
          <p:cNvGrpSpPr/>
          <p:nvPr/>
        </p:nvGrpSpPr>
        <p:grpSpPr>
          <a:xfrm>
            <a:off x="3529733" y="3189639"/>
            <a:ext cx="312375" cy="354311"/>
            <a:chOff x="-45286550" y="3569900"/>
            <a:chExt cx="263875" cy="299300"/>
          </a:xfrm>
        </p:grpSpPr>
        <p:sp>
          <p:nvSpPr>
            <p:cNvPr id="8027" name="Google Shape;8027;p80"/>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8" name="Google Shape;8028;p80"/>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9" name="Google Shape;8029;p80"/>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0" name="Google Shape;8030;p80"/>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1" name="Google Shape;8031;p80"/>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2" name="Google Shape;8032;p80"/>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33" name="Google Shape;8033;p80"/>
          <p:cNvGrpSpPr/>
          <p:nvPr/>
        </p:nvGrpSpPr>
        <p:grpSpPr>
          <a:xfrm>
            <a:off x="3540920" y="3625988"/>
            <a:ext cx="290001" cy="355258"/>
            <a:chOff x="-45277900" y="3938500"/>
            <a:chExt cx="244975" cy="300100"/>
          </a:xfrm>
        </p:grpSpPr>
        <p:sp>
          <p:nvSpPr>
            <p:cNvPr id="8034" name="Google Shape;8034;p80"/>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5" name="Google Shape;8035;p80"/>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6" name="Google Shape;8036;p80"/>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7" name="Google Shape;8037;p80"/>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38" name="Google Shape;8038;p80"/>
          <p:cNvGrpSpPr/>
          <p:nvPr/>
        </p:nvGrpSpPr>
        <p:grpSpPr>
          <a:xfrm>
            <a:off x="2626869" y="4095090"/>
            <a:ext cx="355258" cy="355258"/>
            <a:chOff x="-44502875" y="3576975"/>
            <a:chExt cx="300100" cy="300100"/>
          </a:xfrm>
        </p:grpSpPr>
        <p:sp>
          <p:nvSpPr>
            <p:cNvPr id="8039" name="Google Shape;8039;p80"/>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0" name="Google Shape;8040;p80"/>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1" name="Google Shape;8041;p80"/>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42" name="Google Shape;8042;p80"/>
          <p:cNvGrpSpPr/>
          <p:nvPr/>
        </p:nvGrpSpPr>
        <p:grpSpPr>
          <a:xfrm>
            <a:off x="4835456" y="1828361"/>
            <a:ext cx="356196" cy="354670"/>
            <a:chOff x="-13946200" y="3647075"/>
            <a:chExt cx="353650" cy="352100"/>
          </a:xfrm>
        </p:grpSpPr>
        <p:sp>
          <p:nvSpPr>
            <p:cNvPr id="8043" name="Google Shape;8043;p80"/>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4" name="Google Shape;8044;p80"/>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5" name="Google Shape;8045;p80"/>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6" name="Google Shape;8046;p80"/>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7" name="Google Shape;8047;p80"/>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8" name="Google Shape;8048;p80"/>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49" name="Google Shape;8049;p80"/>
          <p:cNvGrpSpPr/>
          <p:nvPr/>
        </p:nvGrpSpPr>
        <p:grpSpPr>
          <a:xfrm>
            <a:off x="6618849" y="1387844"/>
            <a:ext cx="357002" cy="354267"/>
            <a:chOff x="-12163025" y="3214275"/>
            <a:chExt cx="354450" cy="351700"/>
          </a:xfrm>
        </p:grpSpPr>
        <p:sp>
          <p:nvSpPr>
            <p:cNvPr id="8050" name="Google Shape;8050;p80"/>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1" name="Google Shape;8051;p80"/>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2" name="Google Shape;8052;p80"/>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53" name="Google Shape;8053;p80"/>
          <p:cNvGrpSpPr/>
          <p:nvPr/>
        </p:nvGrpSpPr>
        <p:grpSpPr>
          <a:xfrm>
            <a:off x="6619629" y="1827581"/>
            <a:ext cx="355441" cy="356232"/>
            <a:chOff x="-12160675" y="3647875"/>
            <a:chExt cx="352900" cy="353650"/>
          </a:xfrm>
        </p:grpSpPr>
        <p:sp>
          <p:nvSpPr>
            <p:cNvPr id="8054" name="Google Shape;8054;p80"/>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5" name="Google Shape;8055;p80"/>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6" name="Google Shape;8056;p80"/>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7" name="Google Shape;8057;p80"/>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8" name="Google Shape;8058;p80"/>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9" name="Google Shape;8059;p80"/>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0" name="Google Shape;8060;p80"/>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61" name="Google Shape;8061;p80"/>
          <p:cNvGrpSpPr/>
          <p:nvPr/>
        </p:nvGrpSpPr>
        <p:grpSpPr>
          <a:xfrm>
            <a:off x="6630345" y="2272036"/>
            <a:ext cx="354635" cy="356232"/>
            <a:chOff x="-12160675" y="4081850"/>
            <a:chExt cx="352100" cy="353650"/>
          </a:xfrm>
        </p:grpSpPr>
        <p:sp>
          <p:nvSpPr>
            <p:cNvPr id="8062" name="Google Shape;8062;p80"/>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3" name="Google Shape;8063;p80"/>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4" name="Google Shape;8064;p80"/>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5" name="Google Shape;8065;p80"/>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6" name="Google Shape;8066;p80"/>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7" name="Google Shape;8067;p80"/>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68" name="Google Shape;8068;p80"/>
          <p:cNvGrpSpPr/>
          <p:nvPr/>
        </p:nvGrpSpPr>
        <p:grpSpPr>
          <a:xfrm>
            <a:off x="4835311" y="2746480"/>
            <a:ext cx="355416" cy="355652"/>
            <a:chOff x="-10391650" y="3180600"/>
            <a:chExt cx="352875" cy="353075"/>
          </a:xfrm>
        </p:grpSpPr>
        <p:sp>
          <p:nvSpPr>
            <p:cNvPr id="8069" name="Google Shape;8069;p80"/>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0" name="Google Shape;8070;p80"/>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1" name="Google Shape;8071;p80"/>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2" name="Google Shape;8072;p80"/>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3" name="Google Shape;8073;p80"/>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4" name="Google Shape;8074;p80"/>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75" name="Google Shape;8075;p80"/>
          <p:cNvGrpSpPr/>
          <p:nvPr/>
        </p:nvGrpSpPr>
        <p:grpSpPr>
          <a:xfrm>
            <a:off x="4835310" y="3223278"/>
            <a:ext cx="354635" cy="353890"/>
            <a:chOff x="-10390875" y="3616350"/>
            <a:chExt cx="352100" cy="351325"/>
          </a:xfrm>
        </p:grpSpPr>
        <p:sp>
          <p:nvSpPr>
            <p:cNvPr id="8076" name="Google Shape;8076;p80"/>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7" name="Google Shape;8077;p80"/>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8" name="Google Shape;8078;p80"/>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79" name="Google Shape;8079;p80"/>
          <p:cNvGrpSpPr/>
          <p:nvPr/>
        </p:nvGrpSpPr>
        <p:grpSpPr>
          <a:xfrm>
            <a:off x="7502285" y="2747943"/>
            <a:ext cx="312585" cy="354670"/>
            <a:chOff x="-10370400" y="4049550"/>
            <a:chExt cx="310350" cy="352100"/>
          </a:xfrm>
        </p:grpSpPr>
        <p:sp>
          <p:nvSpPr>
            <p:cNvPr id="8080" name="Google Shape;8080;p80"/>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1" name="Google Shape;8081;p80"/>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2" name="Google Shape;8082;p80"/>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3" name="Google Shape;8083;p80"/>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4" name="Google Shape;8084;p80"/>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85" name="Google Shape;8085;p80"/>
          <p:cNvGrpSpPr/>
          <p:nvPr/>
        </p:nvGrpSpPr>
        <p:grpSpPr>
          <a:xfrm>
            <a:off x="6606541" y="2746884"/>
            <a:ext cx="379236" cy="354847"/>
            <a:chOff x="-8674650" y="3210975"/>
            <a:chExt cx="376525" cy="352275"/>
          </a:xfrm>
        </p:grpSpPr>
        <p:sp>
          <p:nvSpPr>
            <p:cNvPr id="8086" name="Google Shape;8086;p80"/>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7" name="Google Shape;8087;p80"/>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8" name="Google Shape;8088;p80"/>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9" name="Google Shape;8089;p80"/>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0" name="Google Shape;8090;p80"/>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1" name="Google Shape;8091;p80"/>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92" name="Google Shape;8092;p80"/>
          <p:cNvGrpSpPr/>
          <p:nvPr/>
        </p:nvGrpSpPr>
        <p:grpSpPr>
          <a:xfrm>
            <a:off x="5278038" y="1828361"/>
            <a:ext cx="356221" cy="354670"/>
            <a:chOff x="-13512225" y="3647075"/>
            <a:chExt cx="353675" cy="352100"/>
          </a:xfrm>
        </p:grpSpPr>
        <p:sp>
          <p:nvSpPr>
            <p:cNvPr id="8093" name="Google Shape;8093;p80"/>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4" name="Google Shape;8094;p80"/>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5" name="Google Shape;8095;p80"/>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6" name="Google Shape;8096;p80"/>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7" name="Google Shape;8097;p80"/>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8" name="Google Shape;8098;p80"/>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9" name="Google Shape;8099;p80"/>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0" name="Google Shape;8100;p80"/>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1" name="Google Shape;8101;p80"/>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2" name="Google Shape;8102;p80"/>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03" name="Google Shape;8103;p80"/>
          <p:cNvGrpSpPr/>
          <p:nvPr/>
        </p:nvGrpSpPr>
        <p:grpSpPr>
          <a:xfrm>
            <a:off x="5288351" y="2272427"/>
            <a:ext cx="356221" cy="355451"/>
            <a:chOff x="-13512225" y="4080275"/>
            <a:chExt cx="353675" cy="352875"/>
          </a:xfrm>
        </p:grpSpPr>
        <p:sp>
          <p:nvSpPr>
            <p:cNvPr id="8104" name="Google Shape;8104;p80"/>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5" name="Google Shape;8105;p80"/>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6" name="Google Shape;8106;p80"/>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7" name="Google Shape;8107;p80"/>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8" name="Google Shape;8108;p80"/>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9" name="Google Shape;8109;p80"/>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0" name="Google Shape;8110;p80"/>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1" name="Google Shape;8111;p80"/>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2" name="Google Shape;8112;p80"/>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3" name="Google Shape;8113;p80"/>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4" name="Google Shape;8114;p80"/>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15" name="Google Shape;8115;p80"/>
          <p:cNvGrpSpPr/>
          <p:nvPr/>
        </p:nvGrpSpPr>
        <p:grpSpPr>
          <a:xfrm>
            <a:off x="7061431" y="1419788"/>
            <a:ext cx="356196" cy="290379"/>
            <a:chOff x="-11728250" y="3245400"/>
            <a:chExt cx="353650" cy="288275"/>
          </a:xfrm>
        </p:grpSpPr>
        <p:sp>
          <p:nvSpPr>
            <p:cNvPr id="8116" name="Google Shape;8116;p80"/>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7" name="Google Shape;8117;p80"/>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8" name="Google Shape;8118;p80"/>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9" name="Google Shape;8119;p80"/>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0" name="Google Shape;8120;p80"/>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21" name="Google Shape;8121;p80"/>
          <p:cNvGrpSpPr/>
          <p:nvPr/>
        </p:nvGrpSpPr>
        <p:grpSpPr>
          <a:xfrm>
            <a:off x="7093939" y="2272427"/>
            <a:ext cx="311804" cy="355451"/>
            <a:chOff x="-11703850" y="4081850"/>
            <a:chExt cx="309575" cy="352875"/>
          </a:xfrm>
        </p:grpSpPr>
        <p:sp>
          <p:nvSpPr>
            <p:cNvPr id="8122" name="Google Shape;8122;p80"/>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3" name="Google Shape;8123;p80"/>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4" name="Google Shape;8124;p80"/>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5" name="Google Shape;8125;p80"/>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6" name="Google Shape;8126;p80"/>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7" name="Google Shape;8127;p80"/>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8" name="Google Shape;8128;p80"/>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9" name="Google Shape;8129;p80"/>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30" name="Google Shape;8130;p80"/>
          <p:cNvGrpSpPr/>
          <p:nvPr/>
        </p:nvGrpSpPr>
        <p:grpSpPr>
          <a:xfrm>
            <a:off x="5282595" y="2746580"/>
            <a:ext cx="357002" cy="355451"/>
            <a:chOff x="-9958475" y="3180025"/>
            <a:chExt cx="354450" cy="352875"/>
          </a:xfrm>
        </p:grpSpPr>
        <p:sp>
          <p:nvSpPr>
            <p:cNvPr id="8131" name="Google Shape;8131;p80"/>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2" name="Google Shape;8132;p80"/>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3" name="Google Shape;8133;p80"/>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34" name="Google Shape;8134;p80"/>
          <p:cNvGrpSpPr/>
          <p:nvPr/>
        </p:nvGrpSpPr>
        <p:grpSpPr>
          <a:xfrm>
            <a:off x="5291722" y="3222561"/>
            <a:ext cx="337966" cy="355325"/>
            <a:chOff x="-9949025" y="3615575"/>
            <a:chExt cx="335550" cy="352750"/>
          </a:xfrm>
        </p:grpSpPr>
        <p:sp>
          <p:nvSpPr>
            <p:cNvPr id="8135" name="Google Shape;8135;p80"/>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6" name="Google Shape;8136;p80"/>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7" name="Google Shape;8137;p80"/>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38" name="Google Shape;8138;p80"/>
          <p:cNvGrpSpPr/>
          <p:nvPr/>
        </p:nvGrpSpPr>
        <p:grpSpPr>
          <a:xfrm>
            <a:off x="7926568" y="2746067"/>
            <a:ext cx="360175" cy="358423"/>
            <a:chOff x="-9961625" y="4048175"/>
            <a:chExt cx="357600" cy="355825"/>
          </a:xfrm>
        </p:grpSpPr>
        <p:sp>
          <p:nvSpPr>
            <p:cNvPr id="8139" name="Google Shape;8139;p80"/>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0" name="Google Shape;8140;p80"/>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1" name="Google Shape;8141;p80"/>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2" name="Google Shape;8142;p80"/>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3" name="Google Shape;8143;p80"/>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4" name="Google Shape;8144;p80"/>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45" name="Google Shape;8145;p80"/>
          <p:cNvGrpSpPr/>
          <p:nvPr/>
        </p:nvGrpSpPr>
        <p:grpSpPr>
          <a:xfrm>
            <a:off x="6613289" y="3221579"/>
            <a:ext cx="364959" cy="357289"/>
            <a:chOff x="-8680950" y="3624225"/>
            <a:chExt cx="362350" cy="354700"/>
          </a:xfrm>
        </p:grpSpPr>
        <p:sp>
          <p:nvSpPr>
            <p:cNvPr id="8146" name="Google Shape;8146;p80"/>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7" name="Google Shape;8147;p80"/>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8" name="Google Shape;8148;p80"/>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9" name="Google Shape;8149;p80"/>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0" name="Google Shape;8150;p80"/>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1" name="Google Shape;8151;p80"/>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52" name="Google Shape;8152;p80"/>
          <p:cNvGrpSpPr/>
          <p:nvPr/>
        </p:nvGrpSpPr>
        <p:grpSpPr>
          <a:xfrm>
            <a:off x="5749533" y="1387239"/>
            <a:ext cx="313365" cy="355476"/>
            <a:chOff x="-13056975" y="3212300"/>
            <a:chExt cx="311125" cy="352900"/>
          </a:xfrm>
        </p:grpSpPr>
        <p:sp>
          <p:nvSpPr>
            <p:cNvPr id="8153" name="Google Shape;8153;p80"/>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4" name="Google Shape;8154;p80"/>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5" name="Google Shape;8155;p80"/>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6" name="Google Shape;8156;p80"/>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57" name="Google Shape;8157;p80"/>
          <p:cNvGrpSpPr/>
          <p:nvPr/>
        </p:nvGrpSpPr>
        <p:grpSpPr>
          <a:xfrm>
            <a:off x="5726921" y="1828034"/>
            <a:ext cx="358588" cy="355325"/>
            <a:chOff x="-13077450" y="3647075"/>
            <a:chExt cx="356025" cy="352750"/>
          </a:xfrm>
        </p:grpSpPr>
        <p:sp>
          <p:nvSpPr>
            <p:cNvPr id="8158" name="Google Shape;8158;p80"/>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9" name="Google Shape;8159;p80"/>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0" name="Google Shape;8160;p80"/>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61" name="Google Shape;8161;p80"/>
          <p:cNvGrpSpPr/>
          <p:nvPr/>
        </p:nvGrpSpPr>
        <p:grpSpPr>
          <a:xfrm>
            <a:off x="5738027" y="2271633"/>
            <a:ext cx="357002" cy="357037"/>
            <a:chOff x="-13079025" y="4079475"/>
            <a:chExt cx="354450" cy="354450"/>
          </a:xfrm>
        </p:grpSpPr>
        <p:sp>
          <p:nvSpPr>
            <p:cNvPr id="8162" name="Google Shape;8162;p80"/>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3" name="Google Shape;8163;p80"/>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4" name="Google Shape;8164;p80"/>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5" name="Google Shape;8165;p80"/>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66" name="Google Shape;8166;p80"/>
          <p:cNvGrpSpPr/>
          <p:nvPr/>
        </p:nvGrpSpPr>
        <p:grpSpPr>
          <a:xfrm>
            <a:off x="7511094" y="1387642"/>
            <a:ext cx="356221" cy="354670"/>
            <a:chOff x="-11292700" y="3213875"/>
            <a:chExt cx="353675" cy="352100"/>
          </a:xfrm>
        </p:grpSpPr>
        <p:sp>
          <p:nvSpPr>
            <p:cNvPr id="8167" name="Google Shape;8167;p80"/>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8" name="Google Shape;8168;p80"/>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9" name="Google Shape;8169;p80"/>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0" name="Google Shape;8170;p80"/>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1" name="Google Shape;8171;p80"/>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2" name="Google Shape;8172;p80"/>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3" name="Google Shape;8173;p80"/>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74" name="Google Shape;8174;p80"/>
          <p:cNvGrpSpPr/>
          <p:nvPr/>
        </p:nvGrpSpPr>
        <p:grpSpPr>
          <a:xfrm>
            <a:off x="7505152" y="1827581"/>
            <a:ext cx="368106" cy="356232"/>
            <a:chOff x="-11299000" y="3647875"/>
            <a:chExt cx="365475" cy="353650"/>
          </a:xfrm>
        </p:grpSpPr>
        <p:sp>
          <p:nvSpPr>
            <p:cNvPr id="8175" name="Google Shape;8175;p80"/>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6" name="Google Shape;8176;p80"/>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7" name="Google Shape;8177;p80"/>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8" name="Google Shape;8178;p80"/>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9" name="Google Shape;8179;p80"/>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0" name="Google Shape;8180;p80"/>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81" name="Google Shape;8181;p80"/>
          <p:cNvGrpSpPr/>
          <p:nvPr/>
        </p:nvGrpSpPr>
        <p:grpSpPr>
          <a:xfrm>
            <a:off x="7520614" y="2283532"/>
            <a:ext cx="357808" cy="333240"/>
            <a:chOff x="-11295075" y="4092875"/>
            <a:chExt cx="355250" cy="330825"/>
          </a:xfrm>
        </p:grpSpPr>
        <p:sp>
          <p:nvSpPr>
            <p:cNvPr id="8182" name="Google Shape;8182;p80"/>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3" name="Google Shape;8183;p80"/>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4" name="Google Shape;8184;p80"/>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5" name="Google Shape;8185;p80"/>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6" name="Google Shape;8186;p80"/>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87" name="Google Shape;8187;p80"/>
          <p:cNvGrpSpPr/>
          <p:nvPr/>
        </p:nvGrpSpPr>
        <p:grpSpPr>
          <a:xfrm>
            <a:off x="5746214" y="2746580"/>
            <a:ext cx="312585" cy="355451"/>
            <a:chOff x="-9500075" y="3180800"/>
            <a:chExt cx="310350" cy="352875"/>
          </a:xfrm>
        </p:grpSpPr>
        <p:sp>
          <p:nvSpPr>
            <p:cNvPr id="8188" name="Google Shape;8188;p80"/>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9" name="Google Shape;8189;p80"/>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0" name="Google Shape;8190;p80"/>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1" name="Google Shape;8191;p80"/>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2" name="Google Shape;8192;p80"/>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3" name="Google Shape;8193;p80"/>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4" name="Google Shape;8194;p80"/>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5" name="Google Shape;8195;p80"/>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6" name="Google Shape;8196;p80"/>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97" name="Google Shape;8197;p80"/>
          <p:cNvGrpSpPr/>
          <p:nvPr/>
        </p:nvGrpSpPr>
        <p:grpSpPr>
          <a:xfrm>
            <a:off x="5724005" y="3222095"/>
            <a:ext cx="356221" cy="356257"/>
            <a:chOff x="-9523700" y="3614000"/>
            <a:chExt cx="353675" cy="353675"/>
          </a:xfrm>
        </p:grpSpPr>
        <p:sp>
          <p:nvSpPr>
            <p:cNvPr id="8198" name="Google Shape;8198;p80"/>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9" name="Google Shape;8199;p80"/>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0" name="Google Shape;8200;p80"/>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1" name="Google Shape;8201;p80"/>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2" name="Google Shape;8202;p80"/>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3" name="Google Shape;8203;p80"/>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4" name="Google Shape;8204;p80"/>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5" name="Google Shape;8205;p80"/>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6" name="Google Shape;8206;p80"/>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07" name="Google Shape;8207;p80"/>
          <p:cNvGrpSpPr/>
          <p:nvPr/>
        </p:nvGrpSpPr>
        <p:grpSpPr>
          <a:xfrm>
            <a:off x="7508956" y="3244737"/>
            <a:ext cx="356221" cy="354670"/>
            <a:chOff x="-9523700" y="4049550"/>
            <a:chExt cx="353675" cy="352100"/>
          </a:xfrm>
        </p:grpSpPr>
        <p:sp>
          <p:nvSpPr>
            <p:cNvPr id="8208" name="Google Shape;8208;p80"/>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9" name="Google Shape;8209;p80"/>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0" name="Google Shape;8210;p80"/>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1" name="Google Shape;8211;p80"/>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2" name="Google Shape;8212;p80"/>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3" name="Google Shape;8213;p80"/>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4" name="Google Shape;8214;p80"/>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15" name="Google Shape;8215;p80"/>
          <p:cNvGrpSpPr/>
          <p:nvPr/>
        </p:nvGrpSpPr>
        <p:grpSpPr>
          <a:xfrm>
            <a:off x="7065071" y="3244710"/>
            <a:ext cx="357002" cy="311029"/>
            <a:chOff x="-8209150" y="3659675"/>
            <a:chExt cx="354450" cy="308775"/>
          </a:xfrm>
        </p:grpSpPr>
        <p:sp>
          <p:nvSpPr>
            <p:cNvPr id="8216" name="Google Shape;8216;p80"/>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7" name="Google Shape;8217;p80"/>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8" name="Google Shape;8218;p80"/>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9" name="Google Shape;8219;p80"/>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0" name="Google Shape;8220;p80"/>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1" name="Google Shape;8221;p80"/>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22" name="Google Shape;8222;p80"/>
          <p:cNvGrpSpPr/>
          <p:nvPr/>
        </p:nvGrpSpPr>
        <p:grpSpPr>
          <a:xfrm>
            <a:off x="6178632" y="2273623"/>
            <a:ext cx="356221" cy="353059"/>
            <a:chOff x="-12643475" y="4081850"/>
            <a:chExt cx="353675" cy="350500"/>
          </a:xfrm>
        </p:grpSpPr>
        <p:sp>
          <p:nvSpPr>
            <p:cNvPr id="8223" name="Google Shape;8223;p80"/>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4" name="Google Shape;8224;p80"/>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5" name="Google Shape;8225;p80"/>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6" name="Google Shape;8226;p80"/>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227" name="Google Shape;8227;p80"/>
          <p:cNvSpPr/>
          <p:nvPr/>
        </p:nvSpPr>
        <p:spPr>
          <a:xfrm>
            <a:off x="7991737" y="1828263"/>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228" name="Google Shape;8228;p80"/>
          <p:cNvGrpSpPr/>
          <p:nvPr/>
        </p:nvGrpSpPr>
        <p:grpSpPr>
          <a:xfrm>
            <a:off x="7961232" y="2283532"/>
            <a:ext cx="356221" cy="333240"/>
            <a:chOff x="-10858725" y="4092875"/>
            <a:chExt cx="353675" cy="330825"/>
          </a:xfrm>
        </p:grpSpPr>
        <p:sp>
          <p:nvSpPr>
            <p:cNvPr id="8229" name="Google Shape;8229;p80"/>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0" name="Google Shape;8230;p80"/>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1" name="Google Shape;8231;p80"/>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2" name="Google Shape;8232;p80"/>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3" name="Google Shape;8233;p80"/>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4" name="Google Shape;8234;p80"/>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35" name="Google Shape;8235;p80"/>
          <p:cNvGrpSpPr/>
          <p:nvPr/>
        </p:nvGrpSpPr>
        <p:grpSpPr>
          <a:xfrm>
            <a:off x="6219755" y="3222498"/>
            <a:ext cx="252278" cy="355451"/>
            <a:chOff x="-9039300" y="3614000"/>
            <a:chExt cx="250475" cy="352875"/>
          </a:xfrm>
        </p:grpSpPr>
        <p:sp>
          <p:nvSpPr>
            <p:cNvPr id="8236" name="Google Shape;8236;p80"/>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7" name="Google Shape;8237;p80"/>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38" name="Google Shape;8238;p80"/>
          <p:cNvGrpSpPr/>
          <p:nvPr/>
        </p:nvGrpSpPr>
        <p:grpSpPr>
          <a:xfrm>
            <a:off x="7951721" y="3244737"/>
            <a:ext cx="354635" cy="354670"/>
            <a:chOff x="-9088150" y="4049550"/>
            <a:chExt cx="352100" cy="352100"/>
          </a:xfrm>
        </p:grpSpPr>
        <p:sp>
          <p:nvSpPr>
            <p:cNvPr id="8239" name="Google Shape;8239;p80"/>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0" name="Google Shape;8240;p80"/>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1" name="Google Shape;8241;p80"/>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2" name="Google Shape;8242;p80"/>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3" name="Google Shape;8243;p80"/>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4" name="Google Shape;8244;p80"/>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45" name="Google Shape;8245;p80"/>
          <p:cNvGrpSpPr/>
          <p:nvPr/>
        </p:nvGrpSpPr>
        <p:grpSpPr>
          <a:xfrm>
            <a:off x="7086085" y="2746970"/>
            <a:ext cx="315757" cy="354670"/>
            <a:chOff x="-8191825" y="3174500"/>
            <a:chExt cx="313500" cy="352100"/>
          </a:xfrm>
        </p:grpSpPr>
        <p:sp>
          <p:nvSpPr>
            <p:cNvPr id="8246" name="Google Shape;8246;p80"/>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7" name="Google Shape;8247;p80"/>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8" name="Google Shape;8248;p80"/>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49" name="Google Shape;8249;p80"/>
          <p:cNvGrpSpPr/>
          <p:nvPr/>
        </p:nvGrpSpPr>
        <p:grpSpPr>
          <a:xfrm>
            <a:off x="4835443" y="1387491"/>
            <a:ext cx="356221" cy="354973"/>
            <a:chOff x="-13947000" y="3212800"/>
            <a:chExt cx="353675" cy="352400"/>
          </a:xfrm>
        </p:grpSpPr>
        <p:sp>
          <p:nvSpPr>
            <p:cNvPr id="8250" name="Google Shape;8250;p80"/>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1" name="Google Shape;8251;p80"/>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252" name="Google Shape;8252;p80"/>
          <p:cNvSpPr/>
          <p:nvPr/>
        </p:nvSpPr>
        <p:spPr>
          <a:xfrm>
            <a:off x="4878563" y="2273025"/>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253" name="Google Shape;8253;p80"/>
          <p:cNvGrpSpPr/>
          <p:nvPr/>
        </p:nvGrpSpPr>
        <p:grpSpPr>
          <a:xfrm>
            <a:off x="5278038" y="1386849"/>
            <a:ext cx="356221" cy="356257"/>
            <a:chOff x="-13512225" y="3211525"/>
            <a:chExt cx="353675" cy="353675"/>
          </a:xfrm>
        </p:grpSpPr>
        <p:sp>
          <p:nvSpPr>
            <p:cNvPr id="8254" name="Google Shape;8254;p80"/>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5" name="Google Shape;8255;p80"/>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6" name="Google Shape;8256;p80"/>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7" name="Google Shape;8257;p80"/>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8" name="Google Shape;8258;p80"/>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59" name="Google Shape;8259;p80"/>
          <p:cNvGrpSpPr/>
          <p:nvPr/>
        </p:nvGrpSpPr>
        <p:grpSpPr>
          <a:xfrm>
            <a:off x="6168320" y="1387239"/>
            <a:ext cx="356221" cy="355476"/>
            <a:chOff x="-12643475" y="3212300"/>
            <a:chExt cx="353675" cy="352900"/>
          </a:xfrm>
        </p:grpSpPr>
        <p:sp>
          <p:nvSpPr>
            <p:cNvPr id="8260" name="Google Shape;8260;p80"/>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1" name="Google Shape;8261;p80"/>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2" name="Google Shape;8262;p80"/>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3" name="Google Shape;8263;p80"/>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4" name="Google Shape;8264;p80"/>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5" name="Google Shape;8265;p80"/>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6" name="Google Shape;8266;p80"/>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7" name="Google Shape;8267;p80"/>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8" name="Google Shape;8268;p80"/>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69" name="Google Shape;8269;p80"/>
          <p:cNvGrpSpPr/>
          <p:nvPr/>
        </p:nvGrpSpPr>
        <p:grpSpPr>
          <a:xfrm>
            <a:off x="6168320" y="1839013"/>
            <a:ext cx="356221" cy="333366"/>
            <a:chOff x="-12643475" y="3657325"/>
            <a:chExt cx="353675" cy="330950"/>
          </a:xfrm>
        </p:grpSpPr>
        <p:sp>
          <p:nvSpPr>
            <p:cNvPr id="8270" name="Google Shape;8270;p80"/>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1" name="Google Shape;8271;p80"/>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2" name="Google Shape;8272;p80"/>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3" name="Google Shape;8273;p80"/>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4" name="Google Shape;8274;p80"/>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5" name="Google Shape;8275;p80"/>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76" name="Google Shape;8276;p80"/>
          <p:cNvGrpSpPr/>
          <p:nvPr/>
        </p:nvGrpSpPr>
        <p:grpSpPr>
          <a:xfrm>
            <a:off x="7951322" y="1387642"/>
            <a:ext cx="355416" cy="354670"/>
            <a:chOff x="-10857925" y="3213875"/>
            <a:chExt cx="352875" cy="352100"/>
          </a:xfrm>
        </p:grpSpPr>
        <p:sp>
          <p:nvSpPr>
            <p:cNvPr id="8277" name="Google Shape;8277;p80"/>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8" name="Google Shape;8278;p80"/>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9" name="Google Shape;8279;p80"/>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0" name="Google Shape;8280;p80"/>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1" name="Google Shape;8281;p80"/>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2" name="Google Shape;8282;p80"/>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3" name="Google Shape;8283;p80"/>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4" name="Google Shape;8284;p80"/>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5" name="Google Shape;8285;p80"/>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6" name="Google Shape;8286;p80"/>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87" name="Google Shape;8287;p80"/>
          <p:cNvGrpSpPr/>
          <p:nvPr/>
        </p:nvGrpSpPr>
        <p:grpSpPr>
          <a:xfrm>
            <a:off x="6168237" y="2747071"/>
            <a:ext cx="356096" cy="354469"/>
            <a:chOff x="-9089725" y="3180200"/>
            <a:chExt cx="353550" cy="351900"/>
          </a:xfrm>
        </p:grpSpPr>
        <p:sp>
          <p:nvSpPr>
            <p:cNvPr id="8288" name="Google Shape;8288;p80"/>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9" name="Google Shape;8289;p80"/>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90" name="Google Shape;8290;p80"/>
          <p:cNvGrpSpPr/>
          <p:nvPr/>
        </p:nvGrpSpPr>
        <p:grpSpPr>
          <a:xfrm>
            <a:off x="7060235" y="1826875"/>
            <a:ext cx="358588" cy="357642"/>
            <a:chOff x="7083760" y="1971660"/>
            <a:chExt cx="358588" cy="357642"/>
          </a:xfrm>
        </p:grpSpPr>
        <p:sp>
          <p:nvSpPr>
            <p:cNvPr id="8291" name="Google Shape;8291;p80"/>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2" name="Google Shape;8292;p80"/>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3" name="Google Shape;8293;p80"/>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4" name="Google Shape;8294;p80"/>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5" name="Google Shape;8295;p80"/>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6" name="Google Shape;8296;p80"/>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7" name="Google Shape;8297;p80"/>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8" name="Google Shape;8298;p80"/>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9" name="Google Shape;8299;p80"/>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0" name="Google Shape;8300;p80"/>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1" name="Google Shape;8301;p80"/>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2" name="Google Shape;8302;p80"/>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303" name="Google Shape;8303;p80"/>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Creative Process Icons</a:t>
            </a:r>
          </a:p>
        </p:txBody>
      </p:sp>
      <p:sp>
        <p:nvSpPr>
          <p:cNvPr id="8304" name="Google Shape;8304;p80"/>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Performing Arts Icons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308"/>
        <p:cNvGrpSpPr/>
        <p:nvPr/>
      </p:nvGrpSpPr>
      <p:grpSpPr>
        <a:xfrm>
          <a:off x="0" y="0"/>
          <a:ext cx="0" cy="0"/>
          <a:chOff x="0" y="0"/>
          <a:chExt cx="0" cy="0"/>
        </a:xfrm>
      </p:grpSpPr>
      <p:sp>
        <p:nvSpPr>
          <p:cNvPr id="8309" name="Google Shape;8309;p81"/>
          <p:cNvSpPr/>
          <p:nvPr/>
        </p:nvSpPr>
        <p:spPr>
          <a:xfrm>
            <a:off x="772696"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310" name="Google Shape;8310;p81"/>
          <p:cNvGrpSpPr/>
          <p:nvPr/>
        </p:nvGrpSpPr>
        <p:grpSpPr>
          <a:xfrm>
            <a:off x="719610" y="2243507"/>
            <a:ext cx="452798" cy="449473"/>
            <a:chOff x="-21322300" y="3693325"/>
            <a:chExt cx="306400" cy="304150"/>
          </a:xfrm>
        </p:grpSpPr>
        <p:sp>
          <p:nvSpPr>
            <p:cNvPr id="8311" name="Google Shape;8311;p81"/>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2" name="Google Shape;8312;p81"/>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3" name="Google Shape;8313;p81"/>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4" name="Google Shape;8314;p81"/>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15" name="Google Shape;8315;p81"/>
          <p:cNvGrpSpPr/>
          <p:nvPr/>
        </p:nvGrpSpPr>
        <p:grpSpPr>
          <a:xfrm>
            <a:off x="719019" y="2810244"/>
            <a:ext cx="453980" cy="422540"/>
            <a:chOff x="-21322300" y="4077125"/>
            <a:chExt cx="307200" cy="285925"/>
          </a:xfrm>
        </p:grpSpPr>
        <p:sp>
          <p:nvSpPr>
            <p:cNvPr id="8316" name="Google Shape;8316;p81"/>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7" name="Google Shape;8317;p81"/>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8" name="Google Shape;8318;p81"/>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9" name="Google Shape;8319;p81"/>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0" name="Google Shape;8320;p81"/>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1" name="Google Shape;8321;p81"/>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2" name="Google Shape;8322;p81"/>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3" name="Google Shape;8323;p81"/>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4" name="Google Shape;8324;p81"/>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5" name="Google Shape;8325;p81"/>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6" name="Google Shape;8326;p81"/>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7" name="Google Shape;8327;p81"/>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28" name="Google Shape;8328;p81"/>
          <p:cNvGrpSpPr/>
          <p:nvPr/>
        </p:nvGrpSpPr>
        <p:grpSpPr>
          <a:xfrm>
            <a:off x="3496195" y="1689128"/>
            <a:ext cx="451653" cy="450212"/>
            <a:chOff x="-19394200" y="3333800"/>
            <a:chExt cx="305625" cy="304650"/>
          </a:xfrm>
        </p:grpSpPr>
        <p:sp>
          <p:nvSpPr>
            <p:cNvPr id="8329" name="Google Shape;8329;p81"/>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0" name="Google Shape;8330;p81"/>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1" name="Google Shape;8331;p81"/>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2" name="Google Shape;8332;p81"/>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3" name="Google Shape;8333;p81"/>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4" name="Google Shape;8334;p81"/>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5" name="Google Shape;8335;p81"/>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6" name="Google Shape;8336;p81"/>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7" name="Google Shape;8337;p81"/>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38" name="Google Shape;8338;p81"/>
          <p:cNvGrpSpPr/>
          <p:nvPr/>
        </p:nvGrpSpPr>
        <p:grpSpPr>
          <a:xfrm>
            <a:off x="3495032" y="2243580"/>
            <a:ext cx="453980" cy="449325"/>
            <a:chOff x="-19396575" y="3708500"/>
            <a:chExt cx="307200" cy="304050"/>
          </a:xfrm>
        </p:grpSpPr>
        <p:sp>
          <p:nvSpPr>
            <p:cNvPr id="8339" name="Google Shape;8339;p81"/>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0" name="Google Shape;8340;p81"/>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1" name="Google Shape;8341;p81"/>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42" name="Google Shape;8342;p81"/>
          <p:cNvGrpSpPr/>
          <p:nvPr/>
        </p:nvGrpSpPr>
        <p:grpSpPr>
          <a:xfrm>
            <a:off x="3489212" y="2796461"/>
            <a:ext cx="465618" cy="450101"/>
            <a:chOff x="-19394200" y="4084200"/>
            <a:chExt cx="315075" cy="304575"/>
          </a:xfrm>
        </p:grpSpPr>
        <p:sp>
          <p:nvSpPr>
            <p:cNvPr id="8343" name="Google Shape;8343;p81"/>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4" name="Google Shape;8344;p81"/>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5" name="Google Shape;8345;p81"/>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6" name="Google Shape;8346;p81"/>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7" name="Google Shape;8347;p81"/>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8" name="Google Shape;8348;p81"/>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49" name="Google Shape;8349;p81"/>
          <p:cNvGrpSpPr/>
          <p:nvPr/>
        </p:nvGrpSpPr>
        <p:grpSpPr>
          <a:xfrm>
            <a:off x="6294923" y="1689001"/>
            <a:ext cx="400447" cy="450470"/>
            <a:chOff x="-17526750" y="3309200"/>
            <a:chExt cx="270975" cy="304825"/>
          </a:xfrm>
        </p:grpSpPr>
        <p:sp>
          <p:nvSpPr>
            <p:cNvPr id="8350" name="Google Shape;8350;p81"/>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1" name="Google Shape;8351;p81"/>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2" name="Google Shape;8352;p81"/>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3" name="Google Shape;8353;p81"/>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4" name="Google Shape;8354;p81"/>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55" name="Google Shape;8355;p81"/>
          <p:cNvGrpSpPr/>
          <p:nvPr/>
        </p:nvGrpSpPr>
        <p:grpSpPr>
          <a:xfrm>
            <a:off x="6271075" y="2244173"/>
            <a:ext cx="448143" cy="448143"/>
            <a:chOff x="-17542500" y="3684100"/>
            <a:chExt cx="303250" cy="303250"/>
          </a:xfrm>
        </p:grpSpPr>
        <p:sp>
          <p:nvSpPr>
            <p:cNvPr id="8356" name="Google Shape;8356;p81"/>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7" name="Google Shape;8357;p81"/>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8" name="Google Shape;8358;p81"/>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9" name="Google Shape;8359;p81"/>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0" name="Google Shape;8360;p81"/>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1" name="Google Shape;8361;p81"/>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2" name="Google Shape;8362;p81"/>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63" name="Google Shape;8363;p81"/>
          <p:cNvGrpSpPr/>
          <p:nvPr/>
        </p:nvGrpSpPr>
        <p:grpSpPr>
          <a:xfrm>
            <a:off x="6270484" y="2810817"/>
            <a:ext cx="449325" cy="421395"/>
            <a:chOff x="-17542500" y="4068450"/>
            <a:chExt cx="304050" cy="285150"/>
          </a:xfrm>
        </p:grpSpPr>
        <p:sp>
          <p:nvSpPr>
            <p:cNvPr id="8364" name="Google Shape;8364;p81"/>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5" name="Google Shape;8365;p81"/>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6" name="Google Shape;8366;p81"/>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7" name="Google Shape;8367;p81"/>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8" name="Google Shape;8368;p81"/>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9" name="Google Shape;8369;p81"/>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70" name="Google Shape;8370;p81"/>
          <p:cNvGrpSpPr/>
          <p:nvPr/>
        </p:nvGrpSpPr>
        <p:grpSpPr>
          <a:xfrm>
            <a:off x="3500906" y="3342211"/>
            <a:ext cx="343404" cy="449325"/>
            <a:chOff x="-15652200" y="3335975"/>
            <a:chExt cx="232375" cy="304050"/>
          </a:xfrm>
        </p:grpSpPr>
        <p:sp>
          <p:nvSpPr>
            <p:cNvPr id="8371" name="Google Shape;8371;p81"/>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2" name="Google Shape;8372;p81"/>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3" name="Google Shape;8373;p81"/>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4" name="Google Shape;8374;p81"/>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5" name="Google Shape;8375;p81"/>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6" name="Google Shape;8376;p81"/>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7" name="Google Shape;8377;p81"/>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8" name="Google Shape;8378;p81"/>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9" name="Google Shape;8379;p81"/>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80" name="Google Shape;8380;p81"/>
          <p:cNvGrpSpPr/>
          <p:nvPr/>
        </p:nvGrpSpPr>
        <p:grpSpPr>
          <a:xfrm>
            <a:off x="1274819" y="2243729"/>
            <a:ext cx="449325" cy="449030"/>
            <a:chOff x="-20945825" y="3692175"/>
            <a:chExt cx="304050" cy="303850"/>
          </a:xfrm>
        </p:grpSpPr>
        <p:sp>
          <p:nvSpPr>
            <p:cNvPr id="8381" name="Google Shape;8381;p81"/>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2" name="Google Shape;8382;p81"/>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3" name="Google Shape;8383;p81"/>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4" name="Google Shape;8384;p81"/>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85" name="Google Shape;8385;p81"/>
          <p:cNvGrpSpPr/>
          <p:nvPr/>
        </p:nvGrpSpPr>
        <p:grpSpPr>
          <a:xfrm>
            <a:off x="4081644" y="1689848"/>
            <a:ext cx="372516" cy="448771"/>
            <a:chOff x="-18994100" y="3334775"/>
            <a:chExt cx="252075" cy="303675"/>
          </a:xfrm>
        </p:grpSpPr>
        <p:sp>
          <p:nvSpPr>
            <p:cNvPr id="8386" name="Google Shape;8386;p81"/>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7" name="Google Shape;8387;p81"/>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8" name="Google Shape;8388;p81"/>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9" name="Google Shape;8389;p81"/>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90" name="Google Shape;8390;p81"/>
          <p:cNvGrpSpPr/>
          <p:nvPr/>
        </p:nvGrpSpPr>
        <p:grpSpPr>
          <a:xfrm>
            <a:off x="4096200" y="2244743"/>
            <a:ext cx="343404" cy="446998"/>
            <a:chOff x="-18983850" y="3710075"/>
            <a:chExt cx="232375" cy="302475"/>
          </a:xfrm>
        </p:grpSpPr>
        <p:sp>
          <p:nvSpPr>
            <p:cNvPr id="8391" name="Google Shape;8391;p81"/>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2" name="Google Shape;8392;p81"/>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3" name="Google Shape;8393;p81"/>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4" name="Google Shape;8394;p81"/>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95" name="Google Shape;8395;p81"/>
          <p:cNvGrpSpPr/>
          <p:nvPr/>
        </p:nvGrpSpPr>
        <p:grpSpPr>
          <a:xfrm>
            <a:off x="1274247" y="1689573"/>
            <a:ext cx="450470" cy="449325"/>
            <a:chOff x="-20946600" y="3317850"/>
            <a:chExt cx="304825" cy="304050"/>
          </a:xfrm>
        </p:grpSpPr>
        <p:sp>
          <p:nvSpPr>
            <p:cNvPr id="8396" name="Google Shape;8396;p81"/>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7" name="Google Shape;8397;p81"/>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8" name="Google Shape;8398;p81"/>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99" name="Google Shape;8399;p81"/>
          <p:cNvGrpSpPr/>
          <p:nvPr/>
        </p:nvGrpSpPr>
        <p:grpSpPr>
          <a:xfrm>
            <a:off x="1300422" y="2797442"/>
            <a:ext cx="398119" cy="448143"/>
            <a:chOff x="-20930075" y="4066100"/>
            <a:chExt cx="269400" cy="303250"/>
          </a:xfrm>
        </p:grpSpPr>
        <p:sp>
          <p:nvSpPr>
            <p:cNvPr id="8400" name="Google Shape;8400;p81"/>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1" name="Google Shape;8401;p81"/>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02" name="Google Shape;8402;p81"/>
          <p:cNvGrpSpPr/>
          <p:nvPr/>
        </p:nvGrpSpPr>
        <p:grpSpPr>
          <a:xfrm>
            <a:off x="4042667" y="2797422"/>
            <a:ext cx="450470" cy="448180"/>
            <a:chOff x="-19020075" y="4084200"/>
            <a:chExt cx="304825" cy="303275"/>
          </a:xfrm>
        </p:grpSpPr>
        <p:sp>
          <p:nvSpPr>
            <p:cNvPr id="8403" name="Google Shape;8403;p81"/>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4" name="Google Shape;8404;p81"/>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5" name="Google Shape;8405;p81"/>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6" name="Google Shape;8406;p81"/>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7" name="Google Shape;8407;p81"/>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8" name="Google Shape;8408;p81"/>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9" name="Google Shape;8409;p81"/>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0" name="Google Shape;8410;p81"/>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1" name="Google Shape;8411;p81"/>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12" name="Google Shape;8412;p81"/>
          <p:cNvGrpSpPr/>
          <p:nvPr/>
        </p:nvGrpSpPr>
        <p:grpSpPr>
          <a:xfrm>
            <a:off x="6859931" y="1689001"/>
            <a:ext cx="396937" cy="450470"/>
            <a:chOff x="-17149475" y="3309200"/>
            <a:chExt cx="268600" cy="304825"/>
          </a:xfrm>
        </p:grpSpPr>
        <p:sp>
          <p:nvSpPr>
            <p:cNvPr id="8413" name="Google Shape;8413;p81"/>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4" name="Google Shape;8414;p81"/>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15" name="Google Shape;8415;p81"/>
          <p:cNvGrpSpPr/>
          <p:nvPr/>
        </p:nvGrpSpPr>
        <p:grpSpPr>
          <a:xfrm>
            <a:off x="6833737" y="2258120"/>
            <a:ext cx="449325" cy="420249"/>
            <a:chOff x="-17168375" y="3692750"/>
            <a:chExt cx="304050" cy="284375"/>
          </a:xfrm>
        </p:grpSpPr>
        <p:sp>
          <p:nvSpPr>
            <p:cNvPr id="8416" name="Google Shape;8416;p81"/>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7" name="Google Shape;8417;p81"/>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8" name="Google Shape;8418;p81"/>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9" name="Google Shape;8419;p81"/>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0" name="Google Shape;8420;p81"/>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1" name="Google Shape;8421;p81"/>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2" name="Google Shape;8422;p81"/>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23" name="Google Shape;8423;p81"/>
          <p:cNvGrpSpPr/>
          <p:nvPr/>
        </p:nvGrpSpPr>
        <p:grpSpPr>
          <a:xfrm>
            <a:off x="6830246" y="2796852"/>
            <a:ext cx="456308" cy="449325"/>
            <a:chOff x="-17170750" y="4058800"/>
            <a:chExt cx="308775" cy="304050"/>
          </a:xfrm>
        </p:grpSpPr>
        <p:sp>
          <p:nvSpPr>
            <p:cNvPr id="8424" name="Google Shape;8424;p81"/>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5" name="Google Shape;8425;p81"/>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6" name="Google Shape;8426;p81"/>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7" name="Google Shape;8427;p81"/>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8" name="Google Shape;8428;p81"/>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9" name="Google Shape;8429;p81"/>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0" name="Google Shape;8430;p81"/>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1" name="Google Shape;8431;p81"/>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2" name="Google Shape;8432;p81"/>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3" name="Google Shape;8433;p81"/>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4" name="Google Shape;8434;p81"/>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5" name="Google Shape;8435;p81"/>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6" name="Google Shape;8436;p81"/>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7" name="Google Shape;8437;p81"/>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8" name="Google Shape;8438;p81"/>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9" name="Google Shape;8439;p81"/>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0" name="Google Shape;8440;p81"/>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41" name="Google Shape;8441;p81"/>
          <p:cNvGrpSpPr/>
          <p:nvPr/>
        </p:nvGrpSpPr>
        <p:grpSpPr>
          <a:xfrm>
            <a:off x="5692143" y="3343358"/>
            <a:ext cx="450470" cy="446998"/>
            <a:chOff x="-15688425" y="3707725"/>
            <a:chExt cx="304825" cy="302475"/>
          </a:xfrm>
        </p:grpSpPr>
        <p:sp>
          <p:nvSpPr>
            <p:cNvPr id="8442" name="Google Shape;8442;p81"/>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3" name="Google Shape;8443;p81"/>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4" name="Google Shape;8444;p81"/>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5" name="Google Shape;8445;p81"/>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6" name="Google Shape;8446;p81"/>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7" name="Google Shape;8447;p81"/>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48" name="Google Shape;8448;p81"/>
          <p:cNvGrpSpPr/>
          <p:nvPr/>
        </p:nvGrpSpPr>
        <p:grpSpPr>
          <a:xfrm>
            <a:off x="1836300" y="1690441"/>
            <a:ext cx="451653" cy="447589"/>
            <a:chOff x="-20572500" y="3319025"/>
            <a:chExt cx="305625" cy="302875"/>
          </a:xfrm>
        </p:grpSpPr>
        <p:sp>
          <p:nvSpPr>
            <p:cNvPr id="8449" name="Google Shape;8449;p81"/>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0" name="Google Shape;8450;p81"/>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51" name="Google Shape;8451;p81"/>
          <p:cNvGrpSpPr/>
          <p:nvPr/>
        </p:nvGrpSpPr>
        <p:grpSpPr>
          <a:xfrm>
            <a:off x="1837463" y="2305410"/>
            <a:ext cx="449325" cy="325670"/>
            <a:chOff x="-20571700" y="3722875"/>
            <a:chExt cx="304050" cy="220375"/>
          </a:xfrm>
        </p:grpSpPr>
        <p:sp>
          <p:nvSpPr>
            <p:cNvPr id="8452" name="Google Shape;8452;p81"/>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3" name="Google Shape;8453;p81"/>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4" name="Google Shape;8454;p81"/>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5" name="Google Shape;8455;p81"/>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6" name="Google Shape;8456;p81"/>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7" name="Google Shape;8457;p81"/>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8" name="Google Shape;8458;p81"/>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59" name="Google Shape;8459;p81"/>
          <p:cNvGrpSpPr/>
          <p:nvPr/>
        </p:nvGrpSpPr>
        <p:grpSpPr>
          <a:xfrm>
            <a:off x="1836891" y="2796278"/>
            <a:ext cx="450470" cy="450470"/>
            <a:chOff x="-20571700" y="4066875"/>
            <a:chExt cx="304825" cy="304825"/>
          </a:xfrm>
        </p:grpSpPr>
        <p:sp>
          <p:nvSpPr>
            <p:cNvPr id="8460" name="Google Shape;8460;p81"/>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1" name="Google Shape;8461;p81"/>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2" name="Google Shape;8462;p81"/>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3" name="Google Shape;8463;p81"/>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4" name="Google Shape;8464;p81"/>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5" name="Google Shape;8465;p81"/>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66" name="Google Shape;8466;p81"/>
          <p:cNvGrpSpPr/>
          <p:nvPr/>
        </p:nvGrpSpPr>
        <p:grpSpPr>
          <a:xfrm>
            <a:off x="4603593" y="1688259"/>
            <a:ext cx="453980" cy="451948"/>
            <a:chOff x="-18645175" y="3334200"/>
            <a:chExt cx="307200" cy="305825"/>
          </a:xfrm>
        </p:grpSpPr>
        <p:sp>
          <p:nvSpPr>
            <p:cNvPr id="8467" name="Google Shape;8467;p81"/>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8" name="Google Shape;8468;p81"/>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9" name="Google Shape;8469;p81"/>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0" name="Google Shape;8470;p81"/>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1" name="Google Shape;8471;p81"/>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72" name="Google Shape;8472;p81"/>
          <p:cNvGrpSpPr/>
          <p:nvPr/>
        </p:nvGrpSpPr>
        <p:grpSpPr>
          <a:xfrm>
            <a:off x="4604184" y="2242989"/>
            <a:ext cx="452798" cy="450507"/>
            <a:chOff x="-18645175" y="3708500"/>
            <a:chExt cx="306400" cy="304850"/>
          </a:xfrm>
        </p:grpSpPr>
        <p:sp>
          <p:nvSpPr>
            <p:cNvPr id="8473" name="Google Shape;8473;p81"/>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4" name="Google Shape;8474;p81"/>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5" name="Google Shape;8475;p81"/>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6" name="Google Shape;8476;p81"/>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7" name="Google Shape;8477;p81"/>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8" name="Google Shape;8478;p81"/>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9" name="Google Shape;8479;p81"/>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80" name="Google Shape;8480;p81"/>
          <p:cNvGrpSpPr/>
          <p:nvPr/>
        </p:nvGrpSpPr>
        <p:grpSpPr>
          <a:xfrm>
            <a:off x="4601857" y="2795630"/>
            <a:ext cx="457453" cy="451763"/>
            <a:chOff x="-18647525" y="4082625"/>
            <a:chExt cx="309550" cy="305700"/>
          </a:xfrm>
        </p:grpSpPr>
        <p:sp>
          <p:nvSpPr>
            <p:cNvPr id="8481" name="Google Shape;8481;p81"/>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2" name="Google Shape;8482;p81"/>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3" name="Google Shape;8483;p81"/>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4" name="Google Shape;8484;p81"/>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85" name="Google Shape;8485;p81"/>
          <p:cNvGrpSpPr/>
          <p:nvPr/>
        </p:nvGrpSpPr>
        <p:grpSpPr>
          <a:xfrm>
            <a:off x="7412241" y="1689592"/>
            <a:ext cx="395755" cy="449288"/>
            <a:chOff x="-16775350" y="3309200"/>
            <a:chExt cx="267800" cy="304025"/>
          </a:xfrm>
        </p:grpSpPr>
        <p:sp>
          <p:nvSpPr>
            <p:cNvPr id="8486" name="Google Shape;8486;p81"/>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7" name="Google Shape;8487;p81"/>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8" name="Google Shape;8488;p81"/>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89" name="Google Shape;8489;p81"/>
          <p:cNvGrpSpPr/>
          <p:nvPr/>
        </p:nvGrpSpPr>
        <p:grpSpPr>
          <a:xfrm>
            <a:off x="7412241" y="2241827"/>
            <a:ext cx="395755" cy="452835"/>
            <a:chOff x="-16775350" y="3683300"/>
            <a:chExt cx="267800" cy="306425"/>
          </a:xfrm>
        </p:grpSpPr>
        <p:sp>
          <p:nvSpPr>
            <p:cNvPr id="8490" name="Google Shape;8490;p81"/>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1" name="Google Shape;8491;p81"/>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2" name="Google Shape;8492;p81"/>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93" name="Google Shape;8493;p81"/>
          <p:cNvGrpSpPr/>
          <p:nvPr/>
        </p:nvGrpSpPr>
        <p:grpSpPr>
          <a:xfrm>
            <a:off x="7384292" y="2796870"/>
            <a:ext cx="451653" cy="449288"/>
            <a:chOff x="-16794250" y="4058225"/>
            <a:chExt cx="305625" cy="304025"/>
          </a:xfrm>
        </p:grpSpPr>
        <p:sp>
          <p:nvSpPr>
            <p:cNvPr id="8494" name="Google Shape;8494;p81"/>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5" name="Google Shape;8495;p81"/>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6" name="Google Shape;8496;p81"/>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7" name="Google Shape;8497;p81"/>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8" name="Google Shape;8498;p81"/>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9" name="Google Shape;8499;p81"/>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0" name="Google Shape;8500;p81"/>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1" name="Google Shape;8501;p81"/>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2" name="Google Shape;8502;p81"/>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503" name="Google Shape;8503;p81"/>
          <p:cNvSpPr/>
          <p:nvPr/>
        </p:nvSpPr>
        <p:spPr>
          <a:xfrm>
            <a:off x="7962960"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504" name="Google Shape;8504;p81"/>
          <p:cNvGrpSpPr/>
          <p:nvPr/>
        </p:nvGrpSpPr>
        <p:grpSpPr>
          <a:xfrm>
            <a:off x="2385709" y="1689573"/>
            <a:ext cx="457453" cy="449325"/>
            <a:chOff x="-20199150" y="3317850"/>
            <a:chExt cx="309550" cy="304050"/>
          </a:xfrm>
        </p:grpSpPr>
        <p:sp>
          <p:nvSpPr>
            <p:cNvPr id="8505" name="Google Shape;8505;p81"/>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6" name="Google Shape;8506;p81"/>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7" name="Google Shape;8507;p81"/>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8" name="Google Shape;8508;p81"/>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9" name="Google Shape;8509;p81"/>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0" name="Google Shape;8510;p81"/>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1" name="Google Shape;8511;p81"/>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12" name="Google Shape;8512;p81"/>
          <p:cNvGrpSpPr/>
          <p:nvPr/>
        </p:nvGrpSpPr>
        <p:grpSpPr>
          <a:xfrm>
            <a:off x="2388036" y="2242861"/>
            <a:ext cx="452798" cy="450766"/>
            <a:chOff x="-20199150" y="3693150"/>
            <a:chExt cx="306400" cy="305025"/>
          </a:xfrm>
        </p:grpSpPr>
        <p:sp>
          <p:nvSpPr>
            <p:cNvPr id="8513" name="Google Shape;8513;p81"/>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4" name="Google Shape;8514;p81"/>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5" name="Google Shape;8515;p81"/>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6" name="Google Shape;8516;p81"/>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7" name="Google Shape;8517;p81"/>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8" name="Google Shape;8518;p81"/>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19" name="Google Shape;8519;p81"/>
          <p:cNvGrpSpPr/>
          <p:nvPr/>
        </p:nvGrpSpPr>
        <p:grpSpPr>
          <a:xfrm>
            <a:off x="2388609" y="2795687"/>
            <a:ext cx="451653" cy="451653"/>
            <a:chOff x="-20197575" y="4066875"/>
            <a:chExt cx="305625" cy="305625"/>
          </a:xfrm>
        </p:grpSpPr>
        <p:sp>
          <p:nvSpPr>
            <p:cNvPr id="8520" name="Google Shape;8520;p81"/>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1" name="Google Shape;8521;p81"/>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2" name="Google Shape;8522;p81"/>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3" name="Google Shape;8523;p81"/>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4" name="Google Shape;8524;p81"/>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5" name="Google Shape;8525;p81"/>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6" name="Google Shape;8526;p81"/>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7" name="Google Shape;8527;p81"/>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28" name="Google Shape;8528;p81"/>
          <p:cNvGrpSpPr/>
          <p:nvPr/>
        </p:nvGrpSpPr>
        <p:grpSpPr>
          <a:xfrm>
            <a:off x="5170827" y="1687520"/>
            <a:ext cx="449325" cy="453426"/>
            <a:chOff x="-18271050" y="3333200"/>
            <a:chExt cx="304050" cy="306825"/>
          </a:xfrm>
        </p:grpSpPr>
        <p:sp>
          <p:nvSpPr>
            <p:cNvPr id="8529" name="Google Shape;8529;p81"/>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0" name="Google Shape;8530;p81"/>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1" name="Google Shape;8531;p81"/>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2" name="Google Shape;8532;p81"/>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3" name="Google Shape;8533;p81"/>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34" name="Google Shape;8534;p81"/>
          <p:cNvGrpSpPr/>
          <p:nvPr/>
        </p:nvGrpSpPr>
        <p:grpSpPr>
          <a:xfrm>
            <a:off x="5171399" y="2244171"/>
            <a:ext cx="448180" cy="448143"/>
            <a:chOff x="-18270275" y="3710875"/>
            <a:chExt cx="303275" cy="303250"/>
          </a:xfrm>
        </p:grpSpPr>
        <p:sp>
          <p:nvSpPr>
            <p:cNvPr id="8535" name="Google Shape;8535;p81"/>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6" name="Google Shape;8536;p81"/>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7" name="Google Shape;8537;p81"/>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8" name="Google Shape;8538;p81"/>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9" name="Google Shape;8539;p81"/>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0" name="Google Shape;8540;p81"/>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41" name="Google Shape;8541;p81"/>
          <p:cNvGrpSpPr/>
          <p:nvPr/>
        </p:nvGrpSpPr>
        <p:grpSpPr>
          <a:xfrm>
            <a:off x="5224951" y="2797422"/>
            <a:ext cx="341076" cy="448180"/>
            <a:chOff x="-18234025" y="4084200"/>
            <a:chExt cx="230800" cy="303275"/>
          </a:xfrm>
        </p:grpSpPr>
        <p:sp>
          <p:nvSpPr>
            <p:cNvPr id="8542" name="Google Shape;8542;p81"/>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3" name="Google Shape;8543;p81"/>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4" name="Google Shape;8544;p81"/>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45" name="Google Shape;8545;p81"/>
          <p:cNvGrpSpPr/>
          <p:nvPr/>
        </p:nvGrpSpPr>
        <p:grpSpPr>
          <a:xfrm>
            <a:off x="2337506" y="3341641"/>
            <a:ext cx="449325" cy="450470"/>
            <a:chOff x="-16419350" y="3308400"/>
            <a:chExt cx="304050" cy="304825"/>
          </a:xfrm>
        </p:grpSpPr>
        <p:sp>
          <p:nvSpPr>
            <p:cNvPr id="8546" name="Google Shape;8546;p81"/>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7" name="Google Shape;8547;p81"/>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8" name="Google Shape;8548;p81"/>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9" name="Google Shape;8549;p81"/>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0" name="Google Shape;8550;p81"/>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1" name="Google Shape;8551;p81"/>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2" name="Google Shape;8552;p81"/>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53" name="Google Shape;8553;p81"/>
          <p:cNvGrpSpPr/>
          <p:nvPr/>
        </p:nvGrpSpPr>
        <p:grpSpPr>
          <a:xfrm>
            <a:off x="4609062" y="3340423"/>
            <a:ext cx="395755" cy="452872"/>
            <a:chOff x="-16401225" y="3683275"/>
            <a:chExt cx="267800" cy="306450"/>
          </a:xfrm>
        </p:grpSpPr>
        <p:sp>
          <p:nvSpPr>
            <p:cNvPr id="8554" name="Google Shape;8554;p81"/>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5" name="Google Shape;8555;p81"/>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6" name="Google Shape;8556;p81"/>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7" name="Google Shape;8557;p81"/>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8" name="Google Shape;8558;p81"/>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9" name="Google Shape;8559;p81"/>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0" name="Google Shape;8560;p81"/>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61" name="Google Shape;8561;p81"/>
          <p:cNvGrpSpPr/>
          <p:nvPr/>
        </p:nvGrpSpPr>
        <p:grpSpPr>
          <a:xfrm>
            <a:off x="7974511" y="2797062"/>
            <a:ext cx="450470" cy="448180"/>
            <a:chOff x="-16419350" y="4058200"/>
            <a:chExt cx="304825" cy="303275"/>
          </a:xfrm>
        </p:grpSpPr>
        <p:sp>
          <p:nvSpPr>
            <p:cNvPr id="8562" name="Google Shape;8562;p81"/>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3" name="Google Shape;8563;p81"/>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4" name="Google Shape;8564;p81"/>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5" name="Google Shape;8565;p81"/>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6" name="Google Shape;8566;p81"/>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7" name="Google Shape;8567;p81"/>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8" name="Google Shape;8568;p81"/>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69" name="Google Shape;8569;p81"/>
          <p:cNvGrpSpPr/>
          <p:nvPr/>
        </p:nvGrpSpPr>
        <p:grpSpPr>
          <a:xfrm>
            <a:off x="4001398" y="3343080"/>
            <a:ext cx="450507" cy="447589"/>
            <a:chOff x="-15296200" y="3326900"/>
            <a:chExt cx="304850" cy="302875"/>
          </a:xfrm>
        </p:grpSpPr>
        <p:sp>
          <p:nvSpPr>
            <p:cNvPr id="8570" name="Google Shape;8570;p81"/>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1" name="Google Shape;8571;p81"/>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2" name="Google Shape;8572;p81"/>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3" name="Google Shape;8573;p81"/>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4" name="Google Shape;8574;p81"/>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75" name="Google Shape;8575;p81"/>
          <p:cNvGrpSpPr/>
          <p:nvPr/>
        </p:nvGrpSpPr>
        <p:grpSpPr>
          <a:xfrm>
            <a:off x="2917051" y="1706881"/>
            <a:ext cx="486566" cy="414708"/>
            <a:chOff x="-19835275" y="3330250"/>
            <a:chExt cx="329250" cy="280625"/>
          </a:xfrm>
        </p:grpSpPr>
        <p:sp>
          <p:nvSpPr>
            <p:cNvPr id="8576" name="Google Shape;8576;p81"/>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7" name="Google Shape;8577;p81"/>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8" name="Google Shape;8578;p81"/>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79" name="Google Shape;8579;p81"/>
          <p:cNvGrpSpPr/>
          <p:nvPr/>
        </p:nvGrpSpPr>
        <p:grpSpPr>
          <a:xfrm>
            <a:off x="2935080" y="2243470"/>
            <a:ext cx="450507" cy="449547"/>
            <a:chOff x="-19822675" y="3692750"/>
            <a:chExt cx="304850" cy="304200"/>
          </a:xfrm>
        </p:grpSpPr>
        <p:sp>
          <p:nvSpPr>
            <p:cNvPr id="8580" name="Google Shape;8580;p81"/>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1" name="Google Shape;8581;p81"/>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2" name="Google Shape;8582;p81"/>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3" name="Google Shape;8583;p81"/>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4" name="Google Shape;8584;p81"/>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85" name="Google Shape;8585;p81"/>
          <p:cNvGrpSpPr/>
          <p:nvPr/>
        </p:nvGrpSpPr>
        <p:grpSpPr>
          <a:xfrm>
            <a:off x="2935672" y="2796278"/>
            <a:ext cx="449325" cy="450470"/>
            <a:chOff x="-19822675" y="4066875"/>
            <a:chExt cx="304050" cy="304825"/>
          </a:xfrm>
        </p:grpSpPr>
        <p:sp>
          <p:nvSpPr>
            <p:cNvPr id="8586" name="Google Shape;8586;p81"/>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7" name="Google Shape;8587;p81"/>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8" name="Google Shape;8588;p81"/>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9" name="Google Shape;8589;p81"/>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0" name="Google Shape;8590;p81"/>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1" name="Google Shape;8591;p81"/>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92" name="Google Shape;8592;p81"/>
          <p:cNvGrpSpPr/>
          <p:nvPr/>
        </p:nvGrpSpPr>
        <p:grpSpPr>
          <a:xfrm>
            <a:off x="5744740" y="1689571"/>
            <a:ext cx="399302" cy="449325"/>
            <a:chOff x="-17878825" y="3334400"/>
            <a:chExt cx="270200" cy="304050"/>
          </a:xfrm>
        </p:grpSpPr>
        <p:sp>
          <p:nvSpPr>
            <p:cNvPr id="8593" name="Google Shape;8593;p81"/>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4" name="Google Shape;8594;p81"/>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5" name="Google Shape;8595;p81"/>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6" name="Google Shape;8596;p81"/>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7" name="Google Shape;8597;p81"/>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8" name="Google Shape;8598;p81"/>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9" name="Google Shape;8599;p81"/>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00" name="Google Shape;8600;p81"/>
          <p:cNvGrpSpPr/>
          <p:nvPr/>
        </p:nvGrpSpPr>
        <p:grpSpPr>
          <a:xfrm>
            <a:off x="5718565" y="2242416"/>
            <a:ext cx="451653" cy="451653"/>
            <a:chOff x="-17896150" y="3709300"/>
            <a:chExt cx="305625" cy="305625"/>
          </a:xfrm>
        </p:grpSpPr>
        <p:sp>
          <p:nvSpPr>
            <p:cNvPr id="8601" name="Google Shape;8601;p81"/>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2" name="Google Shape;8602;p81"/>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3" name="Google Shape;8603;p81"/>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4" name="Google Shape;8604;p81"/>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05" name="Google Shape;8605;p81"/>
          <p:cNvGrpSpPr/>
          <p:nvPr/>
        </p:nvGrpSpPr>
        <p:grpSpPr>
          <a:xfrm>
            <a:off x="5746495" y="2795686"/>
            <a:ext cx="395792" cy="451653"/>
            <a:chOff x="-17878025" y="4082625"/>
            <a:chExt cx="267825" cy="305625"/>
          </a:xfrm>
        </p:grpSpPr>
        <p:sp>
          <p:nvSpPr>
            <p:cNvPr id="8606" name="Google Shape;8606;p81"/>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7" name="Google Shape;8607;p81"/>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8" name="Google Shape;8608;p81"/>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9" name="Google Shape;8609;p81"/>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0" name="Google Shape;8610;p81"/>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1" name="Google Shape;8611;p81"/>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2" name="Google Shape;8612;p81"/>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13" name="Google Shape;8613;p81"/>
          <p:cNvGrpSpPr/>
          <p:nvPr/>
        </p:nvGrpSpPr>
        <p:grpSpPr>
          <a:xfrm>
            <a:off x="2890388" y="3355015"/>
            <a:ext cx="450507" cy="423722"/>
            <a:chOff x="-16044450" y="3317850"/>
            <a:chExt cx="304850" cy="286725"/>
          </a:xfrm>
        </p:grpSpPr>
        <p:sp>
          <p:nvSpPr>
            <p:cNvPr id="8614" name="Google Shape;8614;p81"/>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5" name="Google Shape;8615;p81"/>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6" name="Google Shape;8616;p81"/>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7" name="Google Shape;8617;p81"/>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618" name="Google Shape;8618;p81"/>
          <p:cNvSpPr/>
          <p:nvPr/>
        </p:nvSpPr>
        <p:spPr>
          <a:xfrm>
            <a:off x="5135108"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619" name="Google Shape;8619;p81"/>
          <p:cNvGrpSpPr/>
          <p:nvPr/>
        </p:nvGrpSpPr>
        <p:grpSpPr>
          <a:xfrm>
            <a:off x="8012905" y="2243724"/>
            <a:ext cx="373662" cy="449030"/>
            <a:chOff x="-16018450" y="4058400"/>
            <a:chExt cx="252850" cy="303850"/>
          </a:xfrm>
        </p:grpSpPr>
        <p:sp>
          <p:nvSpPr>
            <p:cNvPr id="8620" name="Google Shape;8620;p81"/>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1" name="Google Shape;8621;p81"/>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2" name="Google Shape;8622;p81"/>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3" name="Google Shape;8623;p81"/>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624" name="Google Shape;8624;p81"/>
          <p:cNvSpPr/>
          <p:nvPr/>
        </p:nvSpPr>
        <p:spPr>
          <a:xfrm>
            <a:off x="6245621"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5" name="Google Shape;8625;p81"/>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Nature Icons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629"/>
        <p:cNvGrpSpPr/>
        <p:nvPr/>
      </p:nvGrpSpPr>
      <p:grpSpPr>
        <a:xfrm>
          <a:off x="0" y="0"/>
          <a:ext cx="0" cy="0"/>
          <a:chOff x="0" y="0"/>
          <a:chExt cx="0" cy="0"/>
        </a:xfrm>
      </p:grpSpPr>
      <p:grpSp>
        <p:nvGrpSpPr>
          <p:cNvPr id="8630" name="Google Shape;8630;p82"/>
          <p:cNvGrpSpPr/>
          <p:nvPr/>
        </p:nvGrpSpPr>
        <p:grpSpPr>
          <a:xfrm>
            <a:off x="829817" y="1689241"/>
            <a:ext cx="442337" cy="419623"/>
            <a:chOff x="-6696925" y="3272575"/>
            <a:chExt cx="307200" cy="291425"/>
          </a:xfrm>
        </p:grpSpPr>
        <p:sp>
          <p:nvSpPr>
            <p:cNvPr id="8631" name="Google Shape;8631;p82"/>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2" name="Google Shape;8632;p82"/>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33" name="Google Shape;8633;p82"/>
          <p:cNvGrpSpPr/>
          <p:nvPr/>
        </p:nvGrpSpPr>
        <p:grpSpPr>
          <a:xfrm>
            <a:off x="829799" y="2204636"/>
            <a:ext cx="442373" cy="420775"/>
            <a:chOff x="-6690625" y="3631325"/>
            <a:chExt cx="307225" cy="292225"/>
          </a:xfrm>
        </p:grpSpPr>
        <p:sp>
          <p:nvSpPr>
            <p:cNvPr id="8634" name="Google Shape;8634;p82"/>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5" name="Google Shape;8635;p82"/>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6" name="Google Shape;8636;p82"/>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7" name="Google Shape;8637;p82"/>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8" name="Google Shape;8638;p82"/>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39" name="Google Shape;8639;p82"/>
          <p:cNvGrpSpPr/>
          <p:nvPr/>
        </p:nvGrpSpPr>
        <p:grpSpPr>
          <a:xfrm>
            <a:off x="851921" y="2756972"/>
            <a:ext cx="421927" cy="419371"/>
            <a:chOff x="-6689825" y="3992050"/>
            <a:chExt cx="293025" cy="291250"/>
          </a:xfrm>
        </p:grpSpPr>
        <p:sp>
          <p:nvSpPr>
            <p:cNvPr id="8640" name="Google Shape;8640;p82"/>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1" name="Google Shape;8641;p82"/>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2" name="Google Shape;8642;p82"/>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3" name="Google Shape;8643;p82"/>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4" name="Google Shape;8644;p82"/>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5" name="Google Shape;8645;p82"/>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6" name="Google Shape;8646;p82"/>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7" name="Google Shape;8647;p82"/>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8" name="Google Shape;8648;p82"/>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9" name="Google Shape;8649;p82"/>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0" name="Google Shape;8650;p82"/>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1" name="Google Shape;8651;p82"/>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652" name="Google Shape;8652;p82"/>
          <p:cNvSpPr/>
          <p:nvPr/>
        </p:nvSpPr>
        <p:spPr>
          <a:xfrm>
            <a:off x="3529770"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653" name="Google Shape;8653;p82"/>
          <p:cNvGrpSpPr/>
          <p:nvPr/>
        </p:nvGrpSpPr>
        <p:grpSpPr>
          <a:xfrm>
            <a:off x="3535232" y="2205192"/>
            <a:ext cx="423043" cy="419659"/>
            <a:chOff x="-4837325" y="3612425"/>
            <a:chExt cx="293800" cy="291450"/>
          </a:xfrm>
        </p:grpSpPr>
        <p:sp>
          <p:nvSpPr>
            <p:cNvPr id="8654" name="Google Shape;8654;p82"/>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5" name="Google Shape;8655;p82"/>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6" name="Google Shape;8656;p82"/>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57" name="Google Shape;8657;p82"/>
          <p:cNvGrpSpPr/>
          <p:nvPr/>
        </p:nvGrpSpPr>
        <p:grpSpPr>
          <a:xfrm>
            <a:off x="3548265" y="2756826"/>
            <a:ext cx="420775" cy="419659"/>
            <a:chOff x="-4837325" y="3971575"/>
            <a:chExt cx="292225" cy="291450"/>
          </a:xfrm>
        </p:grpSpPr>
        <p:sp>
          <p:nvSpPr>
            <p:cNvPr id="8658" name="Google Shape;8658;p82"/>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9" name="Google Shape;8659;p82"/>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0" name="Google Shape;8660;p82"/>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1" name="Google Shape;8661;p82"/>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2" name="Google Shape;8662;p82"/>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3" name="Google Shape;8663;p82"/>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64" name="Google Shape;8664;p82"/>
          <p:cNvGrpSpPr/>
          <p:nvPr/>
        </p:nvGrpSpPr>
        <p:grpSpPr>
          <a:xfrm>
            <a:off x="6240279" y="1714185"/>
            <a:ext cx="430998" cy="369730"/>
            <a:chOff x="-3037625" y="3254850"/>
            <a:chExt cx="299325" cy="256775"/>
          </a:xfrm>
        </p:grpSpPr>
        <p:sp>
          <p:nvSpPr>
            <p:cNvPr id="8665" name="Google Shape;8665;p82"/>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6" name="Google Shape;8666;p82"/>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7" name="Google Shape;8667;p82"/>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8" name="Google Shape;8668;p82"/>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69" name="Google Shape;8669;p82"/>
          <p:cNvGrpSpPr/>
          <p:nvPr/>
        </p:nvGrpSpPr>
        <p:grpSpPr>
          <a:xfrm>
            <a:off x="6244239" y="2204615"/>
            <a:ext cx="423079" cy="420811"/>
            <a:chOff x="-3031325" y="3597450"/>
            <a:chExt cx="293825" cy="292250"/>
          </a:xfrm>
        </p:grpSpPr>
        <p:sp>
          <p:nvSpPr>
            <p:cNvPr id="8670" name="Google Shape;8670;p82"/>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1" name="Google Shape;8671;p82"/>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2" name="Google Shape;8672;p82"/>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3" name="Google Shape;8673;p82"/>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74" name="Google Shape;8674;p82"/>
          <p:cNvGrpSpPr/>
          <p:nvPr/>
        </p:nvGrpSpPr>
        <p:grpSpPr>
          <a:xfrm>
            <a:off x="6256714" y="2781214"/>
            <a:ext cx="421927" cy="370882"/>
            <a:chOff x="-3030525" y="3973150"/>
            <a:chExt cx="293025" cy="257575"/>
          </a:xfrm>
        </p:grpSpPr>
        <p:sp>
          <p:nvSpPr>
            <p:cNvPr id="8675" name="Google Shape;8675;p82"/>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6" name="Google Shape;8676;p82"/>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77" name="Google Shape;8677;p82"/>
          <p:cNvGrpSpPr/>
          <p:nvPr/>
        </p:nvGrpSpPr>
        <p:grpSpPr>
          <a:xfrm>
            <a:off x="1358307" y="3369426"/>
            <a:ext cx="421927" cy="297195"/>
            <a:chOff x="-1199300" y="3279250"/>
            <a:chExt cx="293025" cy="206400"/>
          </a:xfrm>
        </p:grpSpPr>
        <p:sp>
          <p:nvSpPr>
            <p:cNvPr id="8678" name="Google Shape;8678;p82"/>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9" name="Google Shape;8679;p82"/>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0" name="Google Shape;8680;p82"/>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1" name="Google Shape;8681;p82"/>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82" name="Google Shape;8682;p82"/>
          <p:cNvGrpSpPr/>
          <p:nvPr/>
        </p:nvGrpSpPr>
        <p:grpSpPr>
          <a:xfrm>
            <a:off x="1365393" y="1688773"/>
            <a:ext cx="444605" cy="420559"/>
            <a:chOff x="-6338550" y="3272950"/>
            <a:chExt cx="308775" cy="292075"/>
          </a:xfrm>
        </p:grpSpPr>
        <p:sp>
          <p:nvSpPr>
            <p:cNvPr id="8683" name="Google Shape;8683;p82"/>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4" name="Google Shape;8684;p82"/>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5" name="Google Shape;8685;p82"/>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86" name="Google Shape;8686;p82"/>
          <p:cNvGrpSpPr/>
          <p:nvPr/>
        </p:nvGrpSpPr>
        <p:grpSpPr>
          <a:xfrm>
            <a:off x="1376732" y="2205194"/>
            <a:ext cx="421927" cy="419659"/>
            <a:chOff x="-6329100" y="3632100"/>
            <a:chExt cx="293025" cy="291450"/>
          </a:xfrm>
        </p:grpSpPr>
        <p:sp>
          <p:nvSpPr>
            <p:cNvPr id="8687" name="Google Shape;8687;p82"/>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8" name="Google Shape;8688;p82"/>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9" name="Google Shape;8689;p82"/>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90" name="Google Shape;8690;p82"/>
          <p:cNvGrpSpPr/>
          <p:nvPr/>
        </p:nvGrpSpPr>
        <p:grpSpPr>
          <a:xfrm>
            <a:off x="1389783" y="2756828"/>
            <a:ext cx="419623" cy="419659"/>
            <a:chOff x="-6329875" y="3992050"/>
            <a:chExt cx="291425" cy="291450"/>
          </a:xfrm>
        </p:grpSpPr>
        <p:sp>
          <p:nvSpPr>
            <p:cNvPr id="8691" name="Google Shape;8691;p82"/>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2" name="Google Shape;8692;p82"/>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3" name="Google Shape;8693;p82"/>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4" name="Google Shape;8694;p82"/>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95" name="Google Shape;8695;p82"/>
          <p:cNvGrpSpPr/>
          <p:nvPr/>
        </p:nvGrpSpPr>
        <p:grpSpPr>
          <a:xfrm>
            <a:off x="4075920" y="1687530"/>
            <a:ext cx="423079" cy="423043"/>
            <a:chOff x="-4478975" y="3251700"/>
            <a:chExt cx="293825" cy="293800"/>
          </a:xfrm>
        </p:grpSpPr>
        <p:sp>
          <p:nvSpPr>
            <p:cNvPr id="8696" name="Google Shape;8696;p82"/>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7" name="Google Shape;8697;p82"/>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8" name="Google Shape;8698;p82"/>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99" name="Google Shape;8699;p82"/>
          <p:cNvGrpSpPr/>
          <p:nvPr/>
        </p:nvGrpSpPr>
        <p:grpSpPr>
          <a:xfrm>
            <a:off x="4075920" y="2205192"/>
            <a:ext cx="423079" cy="419659"/>
            <a:chOff x="-4475825" y="3612425"/>
            <a:chExt cx="293825" cy="291450"/>
          </a:xfrm>
        </p:grpSpPr>
        <p:sp>
          <p:nvSpPr>
            <p:cNvPr id="8700" name="Google Shape;8700;p82"/>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1" name="Google Shape;8701;p82"/>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2" name="Google Shape;8702;p82"/>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03" name="Google Shape;8703;p82"/>
          <p:cNvGrpSpPr/>
          <p:nvPr/>
        </p:nvGrpSpPr>
        <p:grpSpPr>
          <a:xfrm>
            <a:off x="4084992" y="2756844"/>
            <a:ext cx="428730" cy="419623"/>
            <a:chOff x="-4480550" y="3970800"/>
            <a:chExt cx="297750" cy="291425"/>
          </a:xfrm>
        </p:grpSpPr>
        <p:sp>
          <p:nvSpPr>
            <p:cNvPr id="8704" name="Google Shape;8704;p82"/>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5" name="Google Shape;8705;p82"/>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06" name="Google Shape;8706;p82"/>
          <p:cNvGrpSpPr/>
          <p:nvPr/>
        </p:nvGrpSpPr>
        <p:grpSpPr>
          <a:xfrm>
            <a:off x="6788826" y="1689221"/>
            <a:ext cx="415123" cy="419659"/>
            <a:chOff x="-2668225" y="3239075"/>
            <a:chExt cx="288300" cy="291450"/>
          </a:xfrm>
        </p:grpSpPr>
        <p:sp>
          <p:nvSpPr>
            <p:cNvPr id="8707" name="Google Shape;8707;p82"/>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8" name="Google Shape;8708;p82"/>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9" name="Google Shape;8709;p82"/>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0" name="Google Shape;8710;p82"/>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1" name="Google Shape;8711;p82"/>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12" name="Google Shape;8712;p82"/>
          <p:cNvGrpSpPr/>
          <p:nvPr/>
        </p:nvGrpSpPr>
        <p:grpSpPr>
          <a:xfrm>
            <a:off x="6785982" y="2205191"/>
            <a:ext cx="420811" cy="419659"/>
            <a:chOff x="-2671375" y="3597450"/>
            <a:chExt cx="292250" cy="291450"/>
          </a:xfrm>
        </p:grpSpPr>
        <p:sp>
          <p:nvSpPr>
            <p:cNvPr id="8713" name="Google Shape;8713;p82"/>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4" name="Google Shape;8714;p82"/>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15" name="Google Shape;8715;p82"/>
          <p:cNvGrpSpPr/>
          <p:nvPr/>
        </p:nvGrpSpPr>
        <p:grpSpPr>
          <a:xfrm>
            <a:off x="6796765" y="2755691"/>
            <a:ext cx="423043" cy="421927"/>
            <a:chOff x="-2670575" y="3956600"/>
            <a:chExt cx="293800" cy="293025"/>
          </a:xfrm>
        </p:grpSpPr>
        <p:sp>
          <p:nvSpPr>
            <p:cNvPr id="8716" name="Google Shape;8716;p82"/>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7" name="Google Shape;8717;p82"/>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8" name="Google Shape;8718;p82"/>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9" name="Google Shape;8719;p82"/>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20" name="Google Shape;8720;p82"/>
          <p:cNvGrpSpPr/>
          <p:nvPr/>
        </p:nvGrpSpPr>
        <p:grpSpPr>
          <a:xfrm>
            <a:off x="3054285" y="3311947"/>
            <a:ext cx="426462" cy="418363"/>
            <a:chOff x="-1183550" y="3586525"/>
            <a:chExt cx="296175" cy="290550"/>
          </a:xfrm>
        </p:grpSpPr>
        <p:sp>
          <p:nvSpPr>
            <p:cNvPr id="8721" name="Google Shape;8721;p82"/>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2" name="Google Shape;8722;p82"/>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3" name="Google Shape;8723;p82"/>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4" name="Google Shape;8724;p82"/>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5" name="Google Shape;8725;p82"/>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6" name="Google Shape;8726;p82"/>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7" name="Google Shape;8727;p82"/>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8" name="Google Shape;8728;p82"/>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9" name="Google Shape;8729;p82"/>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30" name="Google Shape;8730;p82"/>
          <p:cNvGrpSpPr/>
          <p:nvPr/>
        </p:nvGrpSpPr>
        <p:grpSpPr>
          <a:xfrm>
            <a:off x="1917896" y="1689799"/>
            <a:ext cx="420811" cy="418507"/>
            <a:chOff x="-5971525" y="3273750"/>
            <a:chExt cx="292250" cy="290650"/>
          </a:xfrm>
        </p:grpSpPr>
        <p:sp>
          <p:nvSpPr>
            <p:cNvPr id="8731" name="Google Shape;8731;p82"/>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2" name="Google Shape;8732;p82"/>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33" name="Google Shape;8733;p82"/>
          <p:cNvGrpSpPr/>
          <p:nvPr/>
        </p:nvGrpSpPr>
        <p:grpSpPr>
          <a:xfrm>
            <a:off x="1912226" y="2203826"/>
            <a:ext cx="432150" cy="422395"/>
            <a:chOff x="-5974675" y="3632100"/>
            <a:chExt cx="300125" cy="293350"/>
          </a:xfrm>
        </p:grpSpPr>
        <p:sp>
          <p:nvSpPr>
            <p:cNvPr id="8734" name="Google Shape;8734;p82"/>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5" name="Google Shape;8735;p82"/>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6" name="Google Shape;8736;p82"/>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37" name="Google Shape;8737;p82"/>
          <p:cNvGrpSpPr/>
          <p:nvPr/>
        </p:nvGrpSpPr>
        <p:grpSpPr>
          <a:xfrm>
            <a:off x="1942267" y="2755694"/>
            <a:ext cx="395865" cy="421927"/>
            <a:chOff x="-5971525" y="3990475"/>
            <a:chExt cx="274925" cy="293025"/>
          </a:xfrm>
        </p:grpSpPr>
        <p:sp>
          <p:nvSpPr>
            <p:cNvPr id="8738" name="Google Shape;8738;p82"/>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9" name="Google Shape;8739;p82"/>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0" name="Google Shape;8740;p82"/>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1" name="Google Shape;8741;p82"/>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42" name="Google Shape;8742;p82"/>
          <p:cNvGrpSpPr/>
          <p:nvPr/>
        </p:nvGrpSpPr>
        <p:grpSpPr>
          <a:xfrm>
            <a:off x="4615473" y="1689798"/>
            <a:ext cx="420775" cy="418507"/>
            <a:chOff x="-4118225" y="3253275"/>
            <a:chExt cx="292225" cy="290650"/>
          </a:xfrm>
        </p:grpSpPr>
        <p:sp>
          <p:nvSpPr>
            <p:cNvPr id="8743" name="Google Shape;8743;p82"/>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4" name="Google Shape;8744;p82"/>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45" name="Google Shape;8745;p82"/>
          <p:cNvGrpSpPr/>
          <p:nvPr/>
        </p:nvGrpSpPr>
        <p:grpSpPr>
          <a:xfrm>
            <a:off x="4665924" y="2204922"/>
            <a:ext cx="319874" cy="420199"/>
            <a:chOff x="-4082800" y="3612425"/>
            <a:chExt cx="222150" cy="291825"/>
          </a:xfrm>
        </p:grpSpPr>
        <p:sp>
          <p:nvSpPr>
            <p:cNvPr id="8746" name="Google Shape;8746;p82"/>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7" name="Google Shape;8747;p82"/>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8" name="Google Shape;8748;p82"/>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49" name="Google Shape;8749;p82"/>
          <p:cNvGrpSpPr/>
          <p:nvPr/>
        </p:nvGrpSpPr>
        <p:grpSpPr>
          <a:xfrm>
            <a:off x="4627372" y="2769876"/>
            <a:ext cx="420775" cy="393561"/>
            <a:chOff x="-4118225" y="3990475"/>
            <a:chExt cx="292225" cy="273325"/>
          </a:xfrm>
        </p:grpSpPr>
        <p:sp>
          <p:nvSpPr>
            <p:cNvPr id="8750" name="Google Shape;8750;p82"/>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1" name="Google Shape;8751;p82"/>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2" name="Google Shape;8752;p82"/>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3" name="Google Shape;8753;p82"/>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54" name="Google Shape;8754;p82"/>
          <p:cNvGrpSpPr/>
          <p:nvPr/>
        </p:nvGrpSpPr>
        <p:grpSpPr>
          <a:xfrm>
            <a:off x="7338026" y="1688087"/>
            <a:ext cx="394713" cy="421927"/>
            <a:chOff x="-2312225" y="3238300"/>
            <a:chExt cx="274125" cy="293025"/>
          </a:xfrm>
        </p:grpSpPr>
        <p:sp>
          <p:nvSpPr>
            <p:cNvPr id="8755" name="Google Shape;8755;p82"/>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6" name="Google Shape;8756;p82"/>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57" name="Google Shape;8757;p82"/>
          <p:cNvGrpSpPr/>
          <p:nvPr/>
        </p:nvGrpSpPr>
        <p:grpSpPr>
          <a:xfrm>
            <a:off x="7335742" y="2756825"/>
            <a:ext cx="423079" cy="419659"/>
            <a:chOff x="-2310650" y="3958175"/>
            <a:chExt cx="293825" cy="291450"/>
          </a:xfrm>
        </p:grpSpPr>
        <p:sp>
          <p:nvSpPr>
            <p:cNvPr id="8758" name="Google Shape;8758;p82"/>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9" name="Google Shape;8759;p82"/>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60" name="Google Shape;8760;p82"/>
          <p:cNvGrpSpPr/>
          <p:nvPr/>
        </p:nvGrpSpPr>
        <p:grpSpPr>
          <a:xfrm>
            <a:off x="4702603" y="3308459"/>
            <a:ext cx="424159" cy="419659"/>
            <a:chOff x="-1182750" y="3962900"/>
            <a:chExt cx="294575" cy="291450"/>
          </a:xfrm>
        </p:grpSpPr>
        <p:sp>
          <p:nvSpPr>
            <p:cNvPr id="8761" name="Google Shape;8761;p82"/>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2" name="Google Shape;8762;p82"/>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3" name="Google Shape;8763;p82"/>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4" name="Google Shape;8764;p82"/>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5" name="Google Shape;8765;p82"/>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6" name="Google Shape;8766;p82"/>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7" name="Google Shape;8767;p82"/>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68" name="Google Shape;8768;p82"/>
          <p:cNvGrpSpPr/>
          <p:nvPr/>
        </p:nvGrpSpPr>
        <p:grpSpPr>
          <a:xfrm>
            <a:off x="2455739" y="1689223"/>
            <a:ext cx="424195" cy="419659"/>
            <a:chOff x="-5611575" y="3272950"/>
            <a:chExt cx="294600" cy="291450"/>
          </a:xfrm>
        </p:grpSpPr>
        <p:sp>
          <p:nvSpPr>
            <p:cNvPr id="8769" name="Google Shape;8769;p82"/>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0" name="Google Shape;8770;p82"/>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1" name="Google Shape;8771;p82"/>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2" name="Google Shape;8772;p82"/>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3" name="Google Shape;8773;p82"/>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74" name="Google Shape;8774;p82"/>
          <p:cNvGrpSpPr/>
          <p:nvPr/>
        </p:nvGrpSpPr>
        <p:grpSpPr>
          <a:xfrm>
            <a:off x="2455739" y="2205770"/>
            <a:ext cx="424195" cy="418507"/>
            <a:chOff x="-5613150" y="3632900"/>
            <a:chExt cx="294600" cy="290650"/>
          </a:xfrm>
        </p:grpSpPr>
        <p:sp>
          <p:nvSpPr>
            <p:cNvPr id="8775" name="Google Shape;8775;p82"/>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6" name="Google Shape;8776;p82"/>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77" name="Google Shape;8777;p82"/>
          <p:cNvGrpSpPr/>
          <p:nvPr/>
        </p:nvGrpSpPr>
        <p:grpSpPr>
          <a:xfrm>
            <a:off x="7324977" y="2153586"/>
            <a:ext cx="420811" cy="522864"/>
            <a:chOff x="-2310650" y="3525775"/>
            <a:chExt cx="292250" cy="363125"/>
          </a:xfrm>
        </p:grpSpPr>
        <p:sp>
          <p:nvSpPr>
            <p:cNvPr id="8778" name="Google Shape;8778;p82"/>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9" name="Google Shape;8779;p82"/>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0" name="Google Shape;8780;p82"/>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1" name="Google Shape;8781;p82"/>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82" name="Google Shape;8782;p82"/>
          <p:cNvGrpSpPr/>
          <p:nvPr/>
        </p:nvGrpSpPr>
        <p:grpSpPr>
          <a:xfrm>
            <a:off x="2467638" y="2756270"/>
            <a:ext cx="424195" cy="420775"/>
            <a:chOff x="-5613150" y="3991275"/>
            <a:chExt cx="294600" cy="292225"/>
          </a:xfrm>
        </p:grpSpPr>
        <p:sp>
          <p:nvSpPr>
            <p:cNvPr id="8783" name="Google Shape;8783;p82"/>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4" name="Google Shape;8784;p82"/>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5" name="Google Shape;8785;p82"/>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6" name="Google Shape;8786;p82"/>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7" name="Google Shape;8787;p82"/>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8" name="Google Shape;8788;p82"/>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9" name="Google Shape;8789;p82"/>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0" name="Google Shape;8790;p82"/>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1" name="Google Shape;8791;p82"/>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92" name="Google Shape;8792;p82"/>
          <p:cNvGrpSpPr/>
          <p:nvPr/>
        </p:nvGrpSpPr>
        <p:grpSpPr>
          <a:xfrm>
            <a:off x="5139126" y="1689438"/>
            <a:ext cx="434634" cy="419227"/>
            <a:chOff x="-3768700" y="3253275"/>
            <a:chExt cx="301850" cy="291150"/>
          </a:xfrm>
        </p:grpSpPr>
        <p:sp>
          <p:nvSpPr>
            <p:cNvPr id="8793" name="Google Shape;8793;p82"/>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4" name="Google Shape;8794;p82"/>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5" name="Google Shape;8795;p82"/>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96" name="Google Shape;8796;p82"/>
          <p:cNvGrpSpPr/>
          <p:nvPr/>
        </p:nvGrpSpPr>
        <p:grpSpPr>
          <a:xfrm>
            <a:off x="5143209" y="2217090"/>
            <a:ext cx="426462" cy="395865"/>
            <a:chOff x="-3808700" y="3628950"/>
            <a:chExt cx="296175" cy="274925"/>
          </a:xfrm>
        </p:grpSpPr>
        <p:sp>
          <p:nvSpPr>
            <p:cNvPr id="8797" name="Google Shape;8797;p82"/>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8" name="Google Shape;8798;p82"/>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9" name="Google Shape;8799;p82"/>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00" name="Google Shape;8800;p82"/>
          <p:cNvGrpSpPr/>
          <p:nvPr/>
        </p:nvGrpSpPr>
        <p:grpSpPr>
          <a:xfrm>
            <a:off x="5208420" y="2756412"/>
            <a:ext cx="419443" cy="420487"/>
            <a:chOff x="-3771675" y="3971775"/>
            <a:chExt cx="291300" cy="292025"/>
          </a:xfrm>
        </p:grpSpPr>
        <p:sp>
          <p:nvSpPr>
            <p:cNvPr id="8801" name="Google Shape;8801;p82"/>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2" name="Google Shape;8802;p82"/>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3" name="Google Shape;8803;p82"/>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4" name="Google Shape;8804;p82"/>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5" name="Google Shape;8805;p82"/>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06" name="Google Shape;8806;p82"/>
          <p:cNvGrpSpPr/>
          <p:nvPr/>
        </p:nvGrpSpPr>
        <p:grpSpPr>
          <a:xfrm>
            <a:off x="7869864" y="1716461"/>
            <a:ext cx="420271" cy="320774"/>
            <a:chOff x="-1951475" y="3273100"/>
            <a:chExt cx="291875" cy="222775"/>
          </a:xfrm>
        </p:grpSpPr>
        <p:sp>
          <p:nvSpPr>
            <p:cNvPr id="8807" name="Google Shape;8807;p82"/>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8" name="Google Shape;8808;p82"/>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9" name="Google Shape;8809;p82"/>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10" name="Google Shape;8810;p82"/>
          <p:cNvGrpSpPr/>
          <p:nvPr/>
        </p:nvGrpSpPr>
        <p:grpSpPr>
          <a:xfrm>
            <a:off x="7867344" y="2205191"/>
            <a:ext cx="425310" cy="419659"/>
            <a:chOff x="-1951475" y="3597450"/>
            <a:chExt cx="295375" cy="291450"/>
          </a:xfrm>
        </p:grpSpPr>
        <p:sp>
          <p:nvSpPr>
            <p:cNvPr id="8811" name="Google Shape;8811;p82"/>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2" name="Google Shape;8812;p82"/>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3" name="Google Shape;8813;p82"/>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4" name="Google Shape;8814;p82"/>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15" name="Google Shape;8815;p82"/>
          <p:cNvGrpSpPr/>
          <p:nvPr/>
        </p:nvGrpSpPr>
        <p:grpSpPr>
          <a:xfrm>
            <a:off x="7869595" y="2756825"/>
            <a:ext cx="444605" cy="419659"/>
            <a:chOff x="-1960150" y="3956600"/>
            <a:chExt cx="308775" cy="291450"/>
          </a:xfrm>
        </p:grpSpPr>
        <p:sp>
          <p:nvSpPr>
            <p:cNvPr id="8816" name="Google Shape;8816;p82"/>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7" name="Google Shape;8817;p82"/>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18" name="Google Shape;8818;p82"/>
          <p:cNvGrpSpPr/>
          <p:nvPr/>
        </p:nvGrpSpPr>
        <p:grpSpPr>
          <a:xfrm>
            <a:off x="1923633" y="3307636"/>
            <a:ext cx="420775" cy="420775"/>
            <a:chOff x="-804700" y="3226500"/>
            <a:chExt cx="292225" cy="292225"/>
          </a:xfrm>
        </p:grpSpPr>
        <p:sp>
          <p:nvSpPr>
            <p:cNvPr id="8819" name="Google Shape;8819;p82"/>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0" name="Google Shape;8820;p82"/>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1" name="Google Shape;8821;p82"/>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2" name="Google Shape;8822;p82"/>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3" name="Google Shape;8823;p82"/>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4" name="Google Shape;8824;p82"/>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5" name="Google Shape;8825;p82"/>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26" name="Google Shape;8826;p82"/>
          <p:cNvGrpSpPr/>
          <p:nvPr/>
        </p:nvGrpSpPr>
        <p:grpSpPr>
          <a:xfrm>
            <a:off x="3003724" y="1688647"/>
            <a:ext cx="420775" cy="420811"/>
            <a:chOff x="-5251625" y="3272950"/>
            <a:chExt cx="292225" cy="292250"/>
          </a:xfrm>
        </p:grpSpPr>
        <p:sp>
          <p:nvSpPr>
            <p:cNvPr id="8827" name="Google Shape;8827;p82"/>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8" name="Google Shape;8828;p82"/>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9" name="Google Shape;8829;p82"/>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30" name="Google Shape;8830;p82"/>
          <p:cNvGrpSpPr/>
          <p:nvPr/>
        </p:nvGrpSpPr>
        <p:grpSpPr>
          <a:xfrm>
            <a:off x="3000322" y="2204348"/>
            <a:ext cx="427578" cy="421351"/>
            <a:chOff x="-5254775" y="3631325"/>
            <a:chExt cx="296950" cy="292625"/>
          </a:xfrm>
        </p:grpSpPr>
        <p:sp>
          <p:nvSpPr>
            <p:cNvPr id="8831" name="Google Shape;8831;p82"/>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2" name="Google Shape;8832;p82"/>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3" name="Google Shape;8833;p82"/>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4" name="Google Shape;8834;p82"/>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5" name="Google Shape;8835;p82"/>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6" name="Google Shape;8836;p82"/>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7" name="Google Shape;8837;p82"/>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38" name="Google Shape;8838;p82"/>
          <p:cNvGrpSpPr/>
          <p:nvPr/>
        </p:nvGrpSpPr>
        <p:grpSpPr>
          <a:xfrm>
            <a:off x="3016181" y="2756270"/>
            <a:ext cx="419659" cy="420775"/>
            <a:chOff x="-5251625" y="3991275"/>
            <a:chExt cx="291450" cy="292225"/>
          </a:xfrm>
        </p:grpSpPr>
        <p:sp>
          <p:nvSpPr>
            <p:cNvPr id="8839" name="Google Shape;8839;p82"/>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0" name="Google Shape;8840;p82"/>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1" name="Google Shape;8841;p82"/>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2" name="Google Shape;8842;p82"/>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3" name="Google Shape;8843;p82"/>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44" name="Google Shape;8844;p82"/>
          <p:cNvGrpSpPr/>
          <p:nvPr/>
        </p:nvGrpSpPr>
        <p:grpSpPr>
          <a:xfrm>
            <a:off x="5756763" y="1689240"/>
            <a:ext cx="319874" cy="419623"/>
            <a:chOff x="-3365275" y="3253275"/>
            <a:chExt cx="222150" cy="291425"/>
          </a:xfrm>
        </p:grpSpPr>
        <p:sp>
          <p:nvSpPr>
            <p:cNvPr id="8845" name="Google Shape;8845;p82"/>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6" name="Google Shape;8846;p82"/>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47" name="Google Shape;8847;p82"/>
          <p:cNvGrpSpPr/>
          <p:nvPr/>
        </p:nvGrpSpPr>
        <p:grpSpPr>
          <a:xfrm>
            <a:off x="5730701" y="2204058"/>
            <a:ext cx="371998" cy="421927"/>
            <a:chOff x="-3383375" y="3611625"/>
            <a:chExt cx="258350" cy="293025"/>
          </a:xfrm>
        </p:grpSpPr>
        <p:sp>
          <p:nvSpPr>
            <p:cNvPr id="8848" name="Google Shape;8848;p82"/>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9" name="Google Shape;8849;p82"/>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50" name="Google Shape;8850;p82"/>
          <p:cNvGrpSpPr/>
          <p:nvPr/>
        </p:nvGrpSpPr>
        <p:grpSpPr>
          <a:xfrm>
            <a:off x="5793050" y="2756826"/>
            <a:ext cx="271097" cy="419659"/>
            <a:chOff x="-3347950" y="3971575"/>
            <a:chExt cx="188275" cy="291450"/>
          </a:xfrm>
        </p:grpSpPr>
        <p:sp>
          <p:nvSpPr>
            <p:cNvPr id="8851" name="Google Shape;8851;p82"/>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2" name="Google Shape;8852;p82"/>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3" name="Google Shape;8853;p82"/>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54" name="Google Shape;8854;p82"/>
          <p:cNvGrpSpPr/>
          <p:nvPr/>
        </p:nvGrpSpPr>
        <p:grpSpPr>
          <a:xfrm>
            <a:off x="842909" y="3307061"/>
            <a:ext cx="371998" cy="421927"/>
            <a:chOff x="-1575775" y="3238300"/>
            <a:chExt cx="258350" cy="293025"/>
          </a:xfrm>
        </p:grpSpPr>
        <p:sp>
          <p:nvSpPr>
            <p:cNvPr id="8855" name="Google Shape;8855;p82"/>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6" name="Google Shape;8856;p82"/>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7" name="Google Shape;8857;p82"/>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8" name="Google Shape;8858;p82"/>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9" name="Google Shape;8859;p82"/>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60" name="Google Shape;8860;p82"/>
          <p:cNvGrpSpPr/>
          <p:nvPr/>
        </p:nvGrpSpPr>
        <p:grpSpPr>
          <a:xfrm>
            <a:off x="2487807" y="3309051"/>
            <a:ext cx="423079" cy="424159"/>
            <a:chOff x="-1591550" y="3597475"/>
            <a:chExt cx="293825" cy="294575"/>
          </a:xfrm>
        </p:grpSpPr>
        <p:sp>
          <p:nvSpPr>
            <p:cNvPr id="8861" name="Google Shape;8861;p82"/>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2" name="Google Shape;8862;p82"/>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3" name="Google Shape;8863;p82"/>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64" name="Google Shape;8864;p82"/>
          <p:cNvGrpSpPr/>
          <p:nvPr/>
        </p:nvGrpSpPr>
        <p:grpSpPr>
          <a:xfrm>
            <a:off x="4137277" y="3318663"/>
            <a:ext cx="421927" cy="399248"/>
            <a:chOff x="-1592325" y="3957400"/>
            <a:chExt cx="293025" cy="277275"/>
          </a:xfrm>
        </p:grpSpPr>
        <p:sp>
          <p:nvSpPr>
            <p:cNvPr id="8865" name="Google Shape;8865;p82"/>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6" name="Google Shape;8866;p82"/>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7" name="Google Shape;8867;p82"/>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8" name="Google Shape;8868;p82"/>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69" name="Google Shape;8869;p82"/>
          <p:cNvGrpSpPr/>
          <p:nvPr/>
        </p:nvGrpSpPr>
        <p:grpSpPr>
          <a:xfrm>
            <a:off x="3624147" y="3310744"/>
            <a:ext cx="369730" cy="420775"/>
            <a:chOff x="-778700" y="3612425"/>
            <a:chExt cx="256775" cy="292225"/>
          </a:xfrm>
        </p:grpSpPr>
        <p:sp>
          <p:nvSpPr>
            <p:cNvPr id="8870" name="Google Shape;8870;p82"/>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1" name="Google Shape;8871;p82"/>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2" name="Google Shape;8872;p82"/>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3" name="Google Shape;8873;p82"/>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4" name="Google Shape;8874;p82"/>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5" name="Google Shape;8875;p82"/>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76" name="Google Shape;8876;p82"/>
          <p:cNvGrpSpPr/>
          <p:nvPr/>
        </p:nvGrpSpPr>
        <p:grpSpPr>
          <a:xfrm>
            <a:off x="6095649" y="3828305"/>
            <a:ext cx="340731" cy="387641"/>
            <a:chOff x="7728464" y="1561258"/>
            <a:chExt cx="349719" cy="397866"/>
          </a:xfrm>
        </p:grpSpPr>
        <p:sp>
          <p:nvSpPr>
            <p:cNvPr id="8877" name="Google Shape;8877;p82"/>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8" name="Google Shape;8878;p82"/>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79" name="Google Shape;8879;p82"/>
          <p:cNvGrpSpPr/>
          <p:nvPr/>
        </p:nvGrpSpPr>
        <p:grpSpPr>
          <a:xfrm>
            <a:off x="4018617" y="3828305"/>
            <a:ext cx="387681" cy="387641"/>
            <a:chOff x="5611350" y="1561258"/>
            <a:chExt cx="397907" cy="397866"/>
          </a:xfrm>
        </p:grpSpPr>
        <p:sp>
          <p:nvSpPr>
            <p:cNvPr id="8880" name="Google Shape;8880;p82"/>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1" name="Google Shape;8881;p82"/>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2" name="Google Shape;8882;p82"/>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3" name="Google Shape;8883;p82"/>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84" name="Google Shape;8884;p82"/>
          <p:cNvGrpSpPr/>
          <p:nvPr/>
        </p:nvGrpSpPr>
        <p:grpSpPr>
          <a:xfrm>
            <a:off x="4537903" y="3925571"/>
            <a:ext cx="387610" cy="193109"/>
            <a:chOff x="6140660" y="1661097"/>
            <a:chExt cx="397835" cy="198202"/>
          </a:xfrm>
        </p:grpSpPr>
        <p:sp>
          <p:nvSpPr>
            <p:cNvPr id="8885" name="Google Shape;8885;p82"/>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6" name="Google Shape;8886;p82"/>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7" name="Google Shape;8887;p82"/>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8" name="Google Shape;8888;p82"/>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89" name="Google Shape;8889;p82"/>
          <p:cNvGrpSpPr/>
          <p:nvPr/>
        </p:nvGrpSpPr>
        <p:grpSpPr>
          <a:xfrm>
            <a:off x="5057118" y="3828305"/>
            <a:ext cx="387681" cy="387641"/>
            <a:chOff x="6669907" y="1561258"/>
            <a:chExt cx="397907" cy="397866"/>
          </a:xfrm>
        </p:grpSpPr>
        <p:sp>
          <p:nvSpPr>
            <p:cNvPr id="8890" name="Google Shape;8890;p82"/>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1" name="Google Shape;8891;p82"/>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2" name="Google Shape;8892;p82"/>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3" name="Google Shape;8893;p82"/>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4" name="Google Shape;8894;p82"/>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95" name="Google Shape;8895;p82"/>
          <p:cNvGrpSpPr/>
          <p:nvPr/>
        </p:nvGrpSpPr>
        <p:grpSpPr>
          <a:xfrm>
            <a:off x="1942348" y="3885842"/>
            <a:ext cx="387681" cy="272572"/>
            <a:chOff x="3386036" y="1746339"/>
            <a:chExt cx="397907" cy="279762"/>
          </a:xfrm>
        </p:grpSpPr>
        <p:sp>
          <p:nvSpPr>
            <p:cNvPr id="8896" name="Google Shape;8896;p82"/>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7" name="Google Shape;8897;p82"/>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98" name="Google Shape;8898;p82"/>
          <p:cNvGrpSpPr/>
          <p:nvPr/>
        </p:nvGrpSpPr>
        <p:grpSpPr>
          <a:xfrm>
            <a:off x="2980045" y="3828288"/>
            <a:ext cx="387681" cy="387681"/>
            <a:chOff x="4417380" y="1687279"/>
            <a:chExt cx="397907" cy="397907"/>
          </a:xfrm>
        </p:grpSpPr>
        <p:sp>
          <p:nvSpPr>
            <p:cNvPr id="8899" name="Google Shape;8899;p82"/>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0" name="Google Shape;8900;p82"/>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01" name="Google Shape;8901;p82"/>
          <p:cNvGrpSpPr/>
          <p:nvPr/>
        </p:nvGrpSpPr>
        <p:grpSpPr>
          <a:xfrm>
            <a:off x="7926526" y="3308537"/>
            <a:ext cx="387661" cy="387661"/>
            <a:chOff x="2869999" y="1687279"/>
            <a:chExt cx="397887" cy="397887"/>
          </a:xfrm>
        </p:grpSpPr>
        <p:sp>
          <p:nvSpPr>
            <p:cNvPr id="8902" name="Google Shape;8902;p82"/>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3" name="Google Shape;8903;p82"/>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04" name="Google Shape;8904;p82"/>
          <p:cNvGrpSpPr/>
          <p:nvPr/>
        </p:nvGrpSpPr>
        <p:grpSpPr>
          <a:xfrm>
            <a:off x="2461634" y="3828664"/>
            <a:ext cx="386807" cy="386929"/>
            <a:chOff x="3902887" y="1687655"/>
            <a:chExt cx="397010" cy="397135"/>
          </a:xfrm>
        </p:grpSpPr>
        <p:sp>
          <p:nvSpPr>
            <p:cNvPr id="8905" name="Google Shape;8905;p82"/>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6" name="Google Shape;8906;p82"/>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07" name="Google Shape;8907;p82"/>
          <p:cNvGrpSpPr/>
          <p:nvPr/>
        </p:nvGrpSpPr>
        <p:grpSpPr>
          <a:xfrm>
            <a:off x="3499331" y="3828344"/>
            <a:ext cx="387681" cy="387681"/>
            <a:chOff x="4933458" y="1687279"/>
            <a:chExt cx="397907" cy="397907"/>
          </a:xfrm>
        </p:grpSpPr>
        <p:sp>
          <p:nvSpPr>
            <p:cNvPr id="8908" name="Google Shape;8908;p82"/>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9" name="Google Shape;8909;p82"/>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10" name="Google Shape;8910;p82"/>
          <p:cNvGrpSpPr/>
          <p:nvPr/>
        </p:nvGrpSpPr>
        <p:grpSpPr>
          <a:xfrm>
            <a:off x="5273586" y="3308775"/>
            <a:ext cx="387681" cy="387661"/>
            <a:chOff x="266768" y="1721375"/>
            <a:chExt cx="397907" cy="397887"/>
          </a:xfrm>
        </p:grpSpPr>
        <p:sp>
          <p:nvSpPr>
            <p:cNvPr id="8911" name="Google Shape;8911;p82"/>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2" name="Google Shape;8912;p82"/>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13" name="Google Shape;8913;p82"/>
          <p:cNvGrpSpPr/>
          <p:nvPr/>
        </p:nvGrpSpPr>
        <p:grpSpPr>
          <a:xfrm>
            <a:off x="7395588" y="3308924"/>
            <a:ext cx="387539" cy="386888"/>
            <a:chOff x="2408992" y="1722875"/>
            <a:chExt cx="397761" cy="397093"/>
          </a:xfrm>
        </p:grpSpPr>
        <p:sp>
          <p:nvSpPr>
            <p:cNvPr id="8914" name="Google Shape;8914;p82"/>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5" name="Google Shape;8915;p82"/>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16" name="Google Shape;8916;p82"/>
          <p:cNvGrpSpPr/>
          <p:nvPr/>
        </p:nvGrpSpPr>
        <p:grpSpPr>
          <a:xfrm>
            <a:off x="5576404" y="3828305"/>
            <a:ext cx="387641" cy="387641"/>
            <a:chOff x="7199196" y="1561258"/>
            <a:chExt cx="397866" cy="397866"/>
          </a:xfrm>
        </p:grpSpPr>
        <p:sp>
          <p:nvSpPr>
            <p:cNvPr id="8917" name="Google Shape;8917;p82"/>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8" name="Google Shape;8918;p82"/>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9" name="Google Shape;8919;p82"/>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20" name="Google Shape;8920;p82"/>
          <p:cNvGrpSpPr/>
          <p:nvPr/>
        </p:nvGrpSpPr>
        <p:grpSpPr>
          <a:xfrm>
            <a:off x="6332282" y="3308537"/>
            <a:ext cx="387661" cy="387661"/>
            <a:chOff x="1379798" y="1723250"/>
            <a:chExt cx="397887" cy="397887"/>
          </a:xfrm>
        </p:grpSpPr>
        <p:sp>
          <p:nvSpPr>
            <p:cNvPr id="8921" name="Google Shape;8921;p82"/>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2" name="Google Shape;8922;p82"/>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3" name="Google Shape;8923;p82"/>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4" name="Google Shape;8924;p82"/>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25" name="Google Shape;8925;p82"/>
          <p:cNvGrpSpPr/>
          <p:nvPr/>
        </p:nvGrpSpPr>
        <p:grpSpPr>
          <a:xfrm>
            <a:off x="5801242" y="3308537"/>
            <a:ext cx="387641" cy="387661"/>
            <a:chOff x="864491" y="1723250"/>
            <a:chExt cx="397866" cy="397887"/>
          </a:xfrm>
        </p:grpSpPr>
        <p:sp>
          <p:nvSpPr>
            <p:cNvPr id="8926" name="Google Shape;8926;p82"/>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7" name="Google Shape;8927;p82"/>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8" name="Google Shape;8928;p82"/>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929" name="Google Shape;8929;p82"/>
          <p:cNvSpPr/>
          <p:nvPr/>
        </p:nvSpPr>
        <p:spPr>
          <a:xfrm>
            <a:off x="6863342"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930" name="Google Shape;8930;p82"/>
          <p:cNvGrpSpPr/>
          <p:nvPr/>
        </p:nvGrpSpPr>
        <p:grpSpPr>
          <a:xfrm>
            <a:off x="6568070" y="3827060"/>
            <a:ext cx="388966" cy="388966"/>
            <a:chOff x="1190625" y="238125"/>
            <a:chExt cx="5235075" cy="5235075"/>
          </a:xfrm>
        </p:grpSpPr>
        <p:sp>
          <p:nvSpPr>
            <p:cNvPr id="8931" name="Google Shape;8931;p82"/>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32" name="Google Shape;8932;p82"/>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933" name="Google Shape;8933;p8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SEO &amp; Marketing Icons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937"/>
        <p:cNvGrpSpPr/>
        <p:nvPr/>
      </p:nvGrpSpPr>
      <p:grpSpPr>
        <a:xfrm>
          <a:off x="0" y="0"/>
          <a:ext cx="0" cy="0"/>
          <a:chOff x="0" y="0"/>
          <a:chExt cx="0" cy="0"/>
        </a:xfrm>
      </p:grpSpPr>
      <p:pic>
        <p:nvPicPr>
          <p:cNvPr id="8938" name="Google Shape;8938;p83">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AI Essentials Workshop by Slidesgo">
  <a:themeElements>
    <a:clrScheme name="Simple Light">
      <a:dk1>
        <a:srgbClr val="0C343D"/>
      </a:dk1>
      <a:lt1>
        <a:srgbClr val="F3F7F8"/>
      </a:lt1>
      <a:dk2>
        <a:srgbClr val="134F5C"/>
      </a:dk2>
      <a:lt2>
        <a:srgbClr val="45818E"/>
      </a:lt2>
      <a:accent1>
        <a:srgbClr val="76A5AF"/>
      </a:accent1>
      <a:accent2>
        <a:srgbClr val="D9EAD3"/>
      </a:accent2>
      <a:accent3>
        <a:srgbClr val="88ADA5"/>
      </a:accent3>
      <a:accent4>
        <a:srgbClr val="F3F3F3"/>
      </a:accent4>
      <a:accent5>
        <a:srgbClr val="FFFFFF"/>
      </a:accent5>
      <a:accent6>
        <a:srgbClr val="FFFFFF"/>
      </a:accent6>
      <a:hlink>
        <a:srgbClr val="0C343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3231</Words>
  <Application>Microsoft Office PowerPoint</Application>
  <PresentationFormat>Bildschirmpräsentation (16:9)</PresentationFormat>
  <Paragraphs>514</Paragraphs>
  <Slides>75</Slides>
  <Notes>72</Notes>
  <HiddenSlides>48</HiddenSlides>
  <MMClips>0</MMClips>
  <ScaleCrop>false</ScaleCrop>
  <HeadingPairs>
    <vt:vector size="6" baseType="variant">
      <vt:variant>
        <vt:lpstr>Verwendete Schriftarten</vt:lpstr>
      </vt:variant>
      <vt:variant>
        <vt:i4>11</vt:i4>
      </vt:variant>
      <vt:variant>
        <vt:lpstr>Design</vt:lpstr>
      </vt:variant>
      <vt:variant>
        <vt:i4>2</vt:i4>
      </vt:variant>
      <vt:variant>
        <vt:lpstr>Folientitel</vt:lpstr>
      </vt:variant>
      <vt:variant>
        <vt:i4>75</vt:i4>
      </vt:variant>
    </vt:vector>
  </HeadingPairs>
  <TitlesOfParts>
    <vt:vector size="88" baseType="lpstr">
      <vt:lpstr>Amatic SC</vt:lpstr>
      <vt:lpstr>Open Sans</vt:lpstr>
      <vt:lpstr>Roboto Medium</vt:lpstr>
      <vt:lpstr>Lato</vt:lpstr>
      <vt:lpstr>Proxima Nova Semibold</vt:lpstr>
      <vt:lpstr>Consolas</vt:lpstr>
      <vt:lpstr>Wingdings</vt:lpstr>
      <vt:lpstr>Sora</vt:lpstr>
      <vt:lpstr>Proxima Nova</vt:lpstr>
      <vt:lpstr>Calibri</vt:lpstr>
      <vt:lpstr>Arial</vt:lpstr>
      <vt:lpstr>AI Essentials Workshop by Slidesgo</vt:lpstr>
      <vt:lpstr>Slidesgo Final Pages</vt:lpstr>
      <vt:lpstr>Blusting  Confidence</vt:lpstr>
      <vt:lpstr>Cooperation  Blumatix - FH Salzburg</vt:lpstr>
      <vt:lpstr>What’s coming</vt:lpstr>
      <vt:lpstr>Current state</vt:lpstr>
      <vt:lpstr>Current state</vt:lpstr>
      <vt:lpstr>Blumatix  x FH Salzburg</vt:lpstr>
      <vt:lpstr>Proposal</vt:lpstr>
      <vt:lpstr>Self-Certainty through Chain-of-Thought (CoT) reasoning</vt:lpstr>
      <vt:lpstr>Ideas</vt:lpstr>
      <vt:lpstr>Blumatix  x FH Salzburg</vt:lpstr>
      <vt:lpstr>Architecture</vt:lpstr>
      <vt:lpstr>Pipeline – LLM POV</vt:lpstr>
      <vt:lpstr>Reasoning traces – Step 1</vt:lpstr>
      <vt:lpstr>Reasoning traces – Step 2</vt:lpstr>
      <vt:lpstr>Weighted Majority Voting</vt:lpstr>
      <vt:lpstr>Results</vt:lpstr>
      <vt:lpstr>… more = better …</vt:lpstr>
      <vt:lpstr>… so take this …</vt:lpstr>
      <vt:lpstr>… and transform it to this!</vt:lpstr>
      <vt:lpstr>Also observable here</vt:lpstr>
      <vt:lpstr>ECE</vt:lpstr>
      <vt:lpstr>Results</vt:lpstr>
      <vt:lpstr>Blumatix  x FH Salzburg</vt:lpstr>
      <vt:lpstr>Future Works</vt:lpstr>
      <vt:lpstr>Future Works</vt:lpstr>
      <vt:lpstr>Literature</vt:lpstr>
      <vt:lpstr>The End</vt:lpstr>
      <vt:lpstr>Thanks!</vt:lpstr>
      <vt:lpstr>9h 55m 23s</vt:lpstr>
      <vt:lpstr>Introduction</vt:lpstr>
      <vt:lpstr>—Someone Famous</vt:lpstr>
      <vt:lpstr>Introduction to AI</vt:lpstr>
      <vt:lpstr>AI and ethics</vt:lpstr>
      <vt:lpstr>AI and society</vt:lpstr>
      <vt:lpstr>Examples</vt:lpstr>
      <vt:lpstr>AI and business</vt:lpstr>
      <vt:lpstr>A picture always reinforces  the concept</vt:lpstr>
      <vt:lpstr>4,498,300,000</vt:lpstr>
      <vt:lpstr>Awesome words</vt:lpstr>
      <vt:lpstr>A picture is worth a thousand words</vt:lpstr>
      <vt:lpstr>Improve your cybersecurity for AI</vt:lpstr>
      <vt:lpstr>KWL (brainstorming)</vt:lpstr>
      <vt:lpstr>Advanced threat detection</vt:lpstr>
      <vt:lpstr>AI and transportation</vt:lpstr>
      <vt:lpstr>Steps to apply AI in schools</vt:lpstr>
      <vt:lpstr>Classification of AI</vt:lpstr>
      <vt:lpstr>Cause and effect </vt:lpstr>
      <vt:lpstr>Theory of mind</vt:lpstr>
      <vt:lpstr>Evolution of AI</vt:lpstr>
      <vt:lpstr>Parts and whole</vt:lpstr>
      <vt:lpstr>Evolution of domestic AI</vt:lpstr>
      <vt:lpstr>Where is AI being studied</vt:lpstr>
      <vt:lpstr>Mockups</vt:lpstr>
      <vt:lpstr>Thanks!</vt:lpstr>
      <vt:lpstr>Icon pack</vt:lpstr>
      <vt:lpstr>Alternative resources</vt:lpstr>
      <vt:lpstr>Resources</vt:lpstr>
      <vt:lpstr>Instructions for use</vt:lpstr>
      <vt:lpstr>Instructions for use (premium users)</vt:lpstr>
      <vt:lpstr>Fonts &amp; colors used</vt:lpstr>
      <vt:lpstr>Storyset</vt:lpstr>
      <vt:lpstr>Use our editable graphic resources...</vt:lpstr>
      <vt:lpstr>PowerPoint-Präsentation</vt:lpstr>
      <vt:lpstr>PowerPoint-Präsentation</vt:lpstr>
      <vt:lpstr>PowerPoint-Präsentation</vt:lpstr>
      <vt:lpstr>PowerPoint-Präsentation</vt:lpstr>
      <vt:lpstr>PowerPoint-Präsentation</vt:lpstr>
      <vt:lpstr>...and our sets of editable icons</vt:lpstr>
      <vt:lpstr>PowerPoint-Präsentation</vt:lpstr>
      <vt:lpstr>PowerPoint-Präsentation</vt:lpstr>
      <vt:lpstr>PowerPoint-Präsentation</vt:lpstr>
      <vt:lpstr>PowerPoint-Präsentation</vt:lpstr>
      <vt:lpstr>Nature Icons</vt:lpstr>
      <vt:lpstr>SEO &amp; Marketing Icons</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Jonas Kubesh</dc:creator>
  <cp:lastModifiedBy>Jonas Kubesch</cp:lastModifiedBy>
  <cp:revision>186</cp:revision>
  <dcterms:modified xsi:type="dcterms:W3CDTF">2025-09-29T08:57:45Z</dcterms:modified>
</cp:coreProperties>
</file>